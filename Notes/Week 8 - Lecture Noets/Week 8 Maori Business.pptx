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3.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4.xml" ContentType="application/vnd.openxmlformats-officedocument.them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theme/theme5.xml" ContentType="application/vnd.openxmlformats-officedocument.theme+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6.xml" ContentType="application/vnd.openxmlformats-officedocument.theme+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theme/theme7.xml" ContentType="application/vnd.openxmlformats-officedocument.theme+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theme/theme8.xml" ContentType="application/vnd.openxmlformats-officedocument.theme+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theme/theme9.xml" ContentType="application/vnd.openxmlformats-officedocument.theme+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theme/theme10.xml" ContentType="application/vnd.openxmlformats-officedocument.theme+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theme/theme11.xml" ContentType="application/vnd.openxmlformats-officedocument.theme+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theme/theme12.xml" ContentType="application/vnd.openxmlformats-officedocument.theme+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theme/theme13.xml" ContentType="application/vnd.openxmlformats-officedocument.theme+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theme/theme14.xml" ContentType="application/vnd.openxmlformats-officedocument.theme+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 id="2147483699" r:id="rId5"/>
    <p:sldMasterId id="2147483726" r:id="rId6"/>
    <p:sldMasterId id="2147483753" r:id="rId7"/>
    <p:sldMasterId id="2147483780" r:id="rId8"/>
    <p:sldMasterId id="2147483807" r:id="rId9"/>
    <p:sldMasterId id="2147483834" r:id="rId10"/>
    <p:sldMasterId id="2147483861" r:id="rId11"/>
    <p:sldMasterId id="2147483888" r:id="rId12"/>
    <p:sldMasterId id="2147483915" r:id="rId13"/>
    <p:sldMasterId id="2147483942" r:id="rId14"/>
    <p:sldMasterId id="2147484040" r:id="rId15"/>
    <p:sldMasterId id="2147484085" r:id="rId16"/>
    <p:sldMasterId id="2147484126" r:id="rId17"/>
    <p:sldMasterId id="2147484140" r:id="rId18"/>
  </p:sldMasterIdLst>
  <p:notesMasterIdLst>
    <p:notesMasterId r:id="rId58"/>
  </p:notesMasterIdLst>
  <p:handoutMasterIdLst>
    <p:handoutMasterId r:id="rId59"/>
  </p:handoutMasterIdLst>
  <p:sldIdLst>
    <p:sldId id="329" r:id="rId19"/>
    <p:sldId id="345" r:id="rId20"/>
    <p:sldId id="365" r:id="rId21"/>
    <p:sldId id="449" r:id="rId22"/>
    <p:sldId id="386" r:id="rId23"/>
    <p:sldId id="450" r:id="rId24"/>
    <p:sldId id="447" r:id="rId25"/>
    <p:sldId id="258" r:id="rId26"/>
    <p:sldId id="410" r:id="rId27"/>
    <p:sldId id="434" r:id="rId28"/>
    <p:sldId id="435" r:id="rId29"/>
    <p:sldId id="453" r:id="rId30"/>
    <p:sldId id="374" r:id="rId31"/>
    <p:sldId id="351" r:id="rId32"/>
    <p:sldId id="348" r:id="rId33"/>
    <p:sldId id="352" r:id="rId34"/>
    <p:sldId id="452" r:id="rId35"/>
    <p:sldId id="451" r:id="rId36"/>
    <p:sldId id="308" r:id="rId37"/>
    <p:sldId id="436" r:id="rId38"/>
    <p:sldId id="341" r:id="rId39"/>
    <p:sldId id="307" r:id="rId40"/>
    <p:sldId id="456" r:id="rId41"/>
    <p:sldId id="454" r:id="rId42"/>
    <p:sldId id="455" r:id="rId43"/>
    <p:sldId id="439" r:id="rId44"/>
    <p:sldId id="442" r:id="rId45"/>
    <p:sldId id="360" r:id="rId46"/>
    <p:sldId id="457" r:id="rId47"/>
    <p:sldId id="359" r:id="rId48"/>
    <p:sldId id="361" r:id="rId49"/>
    <p:sldId id="326" r:id="rId50"/>
    <p:sldId id="263" r:id="rId51"/>
    <p:sldId id="267" r:id="rId52"/>
    <p:sldId id="268" r:id="rId53"/>
    <p:sldId id="362" r:id="rId54"/>
    <p:sldId id="369" r:id="rId55"/>
    <p:sldId id="443" r:id="rId56"/>
    <p:sldId id="445" r:id="rId57"/>
  </p:sldIdLst>
  <p:sldSz cx="12192000" cy="6858000"/>
  <p:notesSz cx="6805613" cy="9939338"/>
  <p:defaultTextStyle>
    <a:defPPr>
      <a:defRPr lang="en-US"/>
    </a:defPPr>
    <a:lvl1pPr marL="0" algn="l" defTabSz="456020" rtl="0" eaLnBrk="1" latinLnBrk="0" hangingPunct="1">
      <a:defRPr sz="1800" kern="1200">
        <a:solidFill>
          <a:schemeClr val="tx1"/>
        </a:solidFill>
        <a:latin typeface="+mn-lt"/>
        <a:ea typeface="+mn-ea"/>
        <a:cs typeface="+mn-cs"/>
      </a:defRPr>
    </a:lvl1pPr>
    <a:lvl2pPr marL="456020" algn="l" defTabSz="456020" rtl="0" eaLnBrk="1" latinLnBrk="0" hangingPunct="1">
      <a:defRPr sz="1800" kern="1200">
        <a:solidFill>
          <a:schemeClr val="tx1"/>
        </a:solidFill>
        <a:latin typeface="+mn-lt"/>
        <a:ea typeface="+mn-ea"/>
        <a:cs typeface="+mn-cs"/>
      </a:defRPr>
    </a:lvl2pPr>
    <a:lvl3pPr marL="912034" algn="l" defTabSz="456020" rtl="0" eaLnBrk="1" latinLnBrk="0" hangingPunct="1">
      <a:defRPr sz="1800" kern="1200">
        <a:solidFill>
          <a:schemeClr val="tx1"/>
        </a:solidFill>
        <a:latin typeface="+mn-lt"/>
        <a:ea typeface="+mn-ea"/>
        <a:cs typeface="+mn-cs"/>
      </a:defRPr>
    </a:lvl3pPr>
    <a:lvl4pPr marL="1368052" algn="l" defTabSz="456020" rtl="0" eaLnBrk="1" latinLnBrk="0" hangingPunct="1">
      <a:defRPr sz="1800" kern="1200">
        <a:solidFill>
          <a:schemeClr val="tx1"/>
        </a:solidFill>
        <a:latin typeface="+mn-lt"/>
        <a:ea typeface="+mn-ea"/>
        <a:cs typeface="+mn-cs"/>
      </a:defRPr>
    </a:lvl4pPr>
    <a:lvl5pPr marL="1824050" algn="l" defTabSz="456020" rtl="0" eaLnBrk="1" latinLnBrk="0" hangingPunct="1">
      <a:defRPr sz="1800" kern="1200">
        <a:solidFill>
          <a:schemeClr val="tx1"/>
        </a:solidFill>
        <a:latin typeface="+mn-lt"/>
        <a:ea typeface="+mn-ea"/>
        <a:cs typeface="+mn-cs"/>
      </a:defRPr>
    </a:lvl5pPr>
    <a:lvl6pPr marL="2280081" algn="l" defTabSz="456020" rtl="0" eaLnBrk="1" latinLnBrk="0" hangingPunct="1">
      <a:defRPr sz="1800" kern="1200">
        <a:solidFill>
          <a:schemeClr val="tx1"/>
        </a:solidFill>
        <a:latin typeface="+mn-lt"/>
        <a:ea typeface="+mn-ea"/>
        <a:cs typeface="+mn-cs"/>
      </a:defRPr>
    </a:lvl6pPr>
    <a:lvl7pPr marL="2736106" algn="l" defTabSz="456020" rtl="0" eaLnBrk="1" latinLnBrk="0" hangingPunct="1">
      <a:defRPr sz="1800" kern="1200">
        <a:solidFill>
          <a:schemeClr val="tx1"/>
        </a:solidFill>
        <a:latin typeface="+mn-lt"/>
        <a:ea typeface="+mn-ea"/>
        <a:cs typeface="+mn-cs"/>
      </a:defRPr>
    </a:lvl7pPr>
    <a:lvl8pPr marL="3192107" algn="l" defTabSz="456020" rtl="0" eaLnBrk="1" latinLnBrk="0" hangingPunct="1">
      <a:defRPr sz="1800" kern="1200">
        <a:solidFill>
          <a:schemeClr val="tx1"/>
        </a:solidFill>
        <a:latin typeface="+mn-lt"/>
        <a:ea typeface="+mn-ea"/>
        <a:cs typeface="+mn-cs"/>
      </a:defRPr>
    </a:lvl8pPr>
    <a:lvl9pPr marL="3648102" algn="l" defTabSz="45602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52FC90-42ED-432B-99BC-E46C2C19C00A}" v="1" dt="2021-04-24T03:22:38.8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3947" autoAdjust="0"/>
    <p:restoredTop sz="43126" autoAdjust="0"/>
  </p:normalViewPr>
  <p:slideViewPr>
    <p:cSldViewPr snapToGrid="0">
      <p:cViewPr varScale="1">
        <p:scale>
          <a:sx n="47" d="100"/>
          <a:sy n="47" d="100"/>
        </p:scale>
        <p:origin x="2232" y="54"/>
      </p:cViewPr>
      <p:guideLst>
        <p:guide orient="horz" pos="2160"/>
        <p:guide pos="3840"/>
      </p:guideLst>
    </p:cSldViewPr>
  </p:slideViewPr>
  <p:outlineViewPr>
    <p:cViewPr>
      <p:scale>
        <a:sx n="33" d="100"/>
        <a:sy n="33" d="100"/>
      </p:scale>
      <p:origin x="0" y="-317"/>
    </p:cViewPr>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 Target="slides/slide8.xml"/><Relationship Id="rId39" Type="http://schemas.openxmlformats.org/officeDocument/2006/relationships/slide" Target="slides/slide21.xml"/><Relationship Id="rId21" Type="http://schemas.openxmlformats.org/officeDocument/2006/relationships/slide" Target="slides/slide3.xml"/><Relationship Id="rId34" Type="http://schemas.openxmlformats.org/officeDocument/2006/relationships/slide" Target="slides/slide16.xml"/><Relationship Id="rId42" Type="http://schemas.openxmlformats.org/officeDocument/2006/relationships/slide" Target="slides/slide24.xml"/><Relationship Id="rId47" Type="http://schemas.openxmlformats.org/officeDocument/2006/relationships/slide" Target="slides/slide29.xml"/><Relationship Id="rId50" Type="http://schemas.openxmlformats.org/officeDocument/2006/relationships/slide" Target="slides/slide32.xml"/><Relationship Id="rId55" Type="http://schemas.openxmlformats.org/officeDocument/2006/relationships/slide" Target="slides/slide37.xml"/><Relationship Id="rId63"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2.xml"/><Relationship Id="rId29" Type="http://schemas.openxmlformats.org/officeDocument/2006/relationships/slide" Target="slides/slide11.xml"/><Relationship Id="rId41" Type="http://schemas.openxmlformats.org/officeDocument/2006/relationships/slide" Target="slides/slide23.xml"/><Relationship Id="rId54" Type="http://schemas.openxmlformats.org/officeDocument/2006/relationships/slide" Target="slides/slide36.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slide" Target="slides/slide19.xml"/><Relationship Id="rId40" Type="http://schemas.openxmlformats.org/officeDocument/2006/relationships/slide" Target="slides/slide22.xml"/><Relationship Id="rId45" Type="http://schemas.openxmlformats.org/officeDocument/2006/relationships/slide" Target="slides/slide27.xml"/><Relationship Id="rId53" Type="http://schemas.openxmlformats.org/officeDocument/2006/relationships/slide" Target="slides/slide35.xml"/><Relationship Id="rId58"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slide" Target="slides/slide18.xml"/><Relationship Id="rId49" Type="http://schemas.openxmlformats.org/officeDocument/2006/relationships/slide" Target="slides/slide31.xml"/><Relationship Id="rId57" Type="http://schemas.openxmlformats.org/officeDocument/2006/relationships/slide" Target="slides/slide39.xml"/><Relationship Id="rId61" Type="http://schemas.openxmlformats.org/officeDocument/2006/relationships/viewProps" Target="viewProps.xml"/><Relationship Id="rId10" Type="http://schemas.openxmlformats.org/officeDocument/2006/relationships/slideMaster" Target="slideMasters/slideMaster7.xml"/><Relationship Id="rId19" Type="http://schemas.openxmlformats.org/officeDocument/2006/relationships/slide" Target="slides/slide1.xml"/><Relationship Id="rId31" Type="http://schemas.openxmlformats.org/officeDocument/2006/relationships/slide" Target="slides/slide13.xml"/><Relationship Id="rId44" Type="http://schemas.openxmlformats.org/officeDocument/2006/relationships/slide" Target="slides/slide26.xml"/><Relationship Id="rId52" Type="http://schemas.openxmlformats.org/officeDocument/2006/relationships/slide" Target="slides/slide34.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slide" Target="slides/slide17.xml"/><Relationship Id="rId43" Type="http://schemas.openxmlformats.org/officeDocument/2006/relationships/slide" Target="slides/slide25.xml"/><Relationship Id="rId48" Type="http://schemas.openxmlformats.org/officeDocument/2006/relationships/slide" Target="slides/slide30.xml"/><Relationship Id="rId56" Type="http://schemas.openxmlformats.org/officeDocument/2006/relationships/slide" Target="slides/slide38.xml"/><Relationship Id="rId64"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slide" Target="slides/slide33.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slide" Target="slides/slide20.xml"/><Relationship Id="rId46" Type="http://schemas.openxmlformats.org/officeDocument/2006/relationships/slide" Target="slides/slide28.xml"/><Relationship Id="rId5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35478894-D97C-4EFA-8E14-77194A845CE7}" type="datetimeFigureOut">
              <a:rPr lang="en-NZ" smtClean="0"/>
              <a:t>16/07/2024</a:t>
            </a:fld>
            <a:endParaRPr lang="en-NZ"/>
          </a:p>
        </p:txBody>
      </p:sp>
      <p:sp>
        <p:nvSpPr>
          <p:cNvPr id="4" name="Footer Placeholder 3"/>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en-NZ"/>
          </a:p>
        </p:txBody>
      </p:sp>
      <p:sp>
        <p:nvSpPr>
          <p:cNvPr id="5" name="Slide Number Placeholder 4"/>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24700744-EDD6-465F-B036-6A108E85BE86}" type="slidenum">
              <a:rPr lang="en-NZ" smtClean="0"/>
              <a:t>‹#›</a:t>
            </a:fld>
            <a:endParaRPr lang="en-NZ"/>
          </a:p>
        </p:txBody>
      </p:sp>
    </p:spTree>
    <p:extLst>
      <p:ext uri="{BB962C8B-B14F-4D97-AF65-F5344CB8AC3E}">
        <p14:creationId xmlns:p14="http://schemas.microsoft.com/office/powerpoint/2010/main" val="26880004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NZ" dirty="0"/>
          </a:p>
        </p:txBody>
      </p:sp>
      <p:sp>
        <p:nvSpPr>
          <p:cNvPr id="3" name="Date Placeholder 2"/>
          <p:cNvSpPr>
            <a:spLocks noGrp="1"/>
          </p:cNvSpPr>
          <p:nvPr>
            <p:ph type="dt" idx="1"/>
          </p:nvPr>
        </p:nvSpPr>
        <p:spPr>
          <a:xfrm>
            <a:off x="3854450" y="0"/>
            <a:ext cx="2949575" cy="498475"/>
          </a:xfrm>
          <a:prstGeom prst="rect">
            <a:avLst/>
          </a:prstGeom>
        </p:spPr>
        <p:txBody>
          <a:bodyPr vert="horz" lIns="91440" tIns="45720" rIns="91440" bIns="45720" rtlCol="0"/>
          <a:lstStyle>
            <a:lvl1pPr algn="r">
              <a:defRPr sz="1200"/>
            </a:lvl1pPr>
          </a:lstStyle>
          <a:p>
            <a:fld id="{5756FB14-6A93-48DF-B880-8EC324ED9A07}" type="datetimeFigureOut">
              <a:rPr lang="en-NZ" smtClean="0"/>
              <a:t>16/07/2024</a:t>
            </a:fld>
            <a:endParaRPr lang="en-NZ" dirty="0"/>
          </a:p>
        </p:txBody>
      </p:sp>
      <p:sp>
        <p:nvSpPr>
          <p:cNvPr id="4" name="Slide Image Placeholder 3"/>
          <p:cNvSpPr>
            <a:spLocks noGrp="1" noRot="1" noChangeAspect="1"/>
          </p:cNvSpPr>
          <p:nvPr>
            <p:ph type="sldImg" idx="2"/>
          </p:nvPr>
        </p:nvSpPr>
        <p:spPr>
          <a:xfrm>
            <a:off x="422275" y="1243013"/>
            <a:ext cx="5961063" cy="3354387"/>
          </a:xfrm>
          <a:prstGeom prst="rect">
            <a:avLst/>
          </a:prstGeom>
          <a:noFill/>
          <a:ln w="12700">
            <a:solidFill>
              <a:prstClr val="black"/>
            </a:solidFill>
          </a:ln>
        </p:spPr>
        <p:txBody>
          <a:bodyPr vert="horz" lIns="91440" tIns="45720" rIns="91440" bIns="45720" rtlCol="0" anchor="ctr"/>
          <a:lstStyle/>
          <a:p>
            <a:endParaRPr lang="en-NZ" dirty="0"/>
          </a:p>
        </p:txBody>
      </p:sp>
      <p:sp>
        <p:nvSpPr>
          <p:cNvPr id="5" name="Notes Placeholder 4"/>
          <p:cNvSpPr>
            <a:spLocks noGrp="1"/>
          </p:cNvSpPr>
          <p:nvPr>
            <p:ph type="body" sz="quarter" idx="3"/>
          </p:nvPr>
        </p:nvSpPr>
        <p:spPr>
          <a:xfrm>
            <a:off x="681038" y="4783138"/>
            <a:ext cx="5443537" cy="391318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9440863"/>
            <a:ext cx="2949575" cy="498475"/>
          </a:xfrm>
          <a:prstGeom prst="rect">
            <a:avLst/>
          </a:prstGeom>
        </p:spPr>
        <p:txBody>
          <a:bodyPr vert="horz" lIns="91440" tIns="45720" rIns="91440" bIns="45720" rtlCol="0" anchor="b"/>
          <a:lstStyle>
            <a:lvl1pPr algn="l">
              <a:defRPr sz="1200"/>
            </a:lvl1pPr>
          </a:lstStyle>
          <a:p>
            <a:endParaRPr lang="en-NZ" dirty="0"/>
          </a:p>
        </p:txBody>
      </p:sp>
      <p:sp>
        <p:nvSpPr>
          <p:cNvPr id="7" name="Slide Number Placeholder 6"/>
          <p:cNvSpPr>
            <a:spLocks noGrp="1"/>
          </p:cNvSpPr>
          <p:nvPr>
            <p:ph type="sldNum" sz="quarter" idx="5"/>
          </p:nvPr>
        </p:nvSpPr>
        <p:spPr>
          <a:xfrm>
            <a:off x="3854450" y="9440863"/>
            <a:ext cx="2949575" cy="498475"/>
          </a:xfrm>
          <a:prstGeom prst="rect">
            <a:avLst/>
          </a:prstGeom>
        </p:spPr>
        <p:txBody>
          <a:bodyPr vert="horz" lIns="91440" tIns="45720" rIns="91440" bIns="45720" rtlCol="0" anchor="b"/>
          <a:lstStyle>
            <a:lvl1pPr algn="r">
              <a:defRPr sz="1200"/>
            </a:lvl1pPr>
          </a:lstStyle>
          <a:p>
            <a:fld id="{DB3F0355-78B3-48CD-9513-98BEADFC63AA}" type="slidenum">
              <a:rPr lang="en-NZ" smtClean="0"/>
              <a:t>‹#›</a:t>
            </a:fld>
            <a:endParaRPr lang="en-NZ" dirty="0"/>
          </a:p>
        </p:txBody>
      </p:sp>
    </p:spTree>
    <p:extLst>
      <p:ext uri="{BB962C8B-B14F-4D97-AF65-F5344CB8AC3E}">
        <p14:creationId xmlns:p14="http://schemas.microsoft.com/office/powerpoint/2010/main" val="2763179300"/>
      </p:ext>
    </p:extLst>
  </p:cSld>
  <p:clrMap bg1="lt1" tx1="dk1" bg2="lt2" tx2="dk2" accent1="accent1" accent2="accent2" accent3="accent3" accent4="accent4" accent5="accent5" accent6="accent6" hlink="hlink" folHlink="folHlink"/>
  <p:notesStyle>
    <a:lvl1pPr marL="0" algn="l" defTabSz="912034" rtl="0" eaLnBrk="1" latinLnBrk="0" hangingPunct="1">
      <a:defRPr sz="1200" kern="1200">
        <a:solidFill>
          <a:schemeClr val="tx1"/>
        </a:solidFill>
        <a:latin typeface="+mn-lt"/>
        <a:ea typeface="+mn-ea"/>
        <a:cs typeface="+mn-cs"/>
      </a:defRPr>
    </a:lvl1pPr>
    <a:lvl2pPr marL="456020" algn="l" defTabSz="912034" rtl="0" eaLnBrk="1" latinLnBrk="0" hangingPunct="1">
      <a:defRPr sz="1200" kern="1200">
        <a:solidFill>
          <a:schemeClr val="tx1"/>
        </a:solidFill>
        <a:latin typeface="+mn-lt"/>
        <a:ea typeface="+mn-ea"/>
        <a:cs typeface="+mn-cs"/>
      </a:defRPr>
    </a:lvl2pPr>
    <a:lvl3pPr marL="912034" algn="l" defTabSz="912034" rtl="0" eaLnBrk="1" latinLnBrk="0" hangingPunct="1">
      <a:defRPr sz="1200" kern="1200">
        <a:solidFill>
          <a:schemeClr val="tx1"/>
        </a:solidFill>
        <a:latin typeface="+mn-lt"/>
        <a:ea typeface="+mn-ea"/>
        <a:cs typeface="+mn-cs"/>
      </a:defRPr>
    </a:lvl3pPr>
    <a:lvl4pPr marL="1368052" algn="l" defTabSz="912034" rtl="0" eaLnBrk="1" latinLnBrk="0" hangingPunct="1">
      <a:defRPr sz="1200" kern="1200">
        <a:solidFill>
          <a:schemeClr val="tx1"/>
        </a:solidFill>
        <a:latin typeface="+mn-lt"/>
        <a:ea typeface="+mn-ea"/>
        <a:cs typeface="+mn-cs"/>
      </a:defRPr>
    </a:lvl4pPr>
    <a:lvl5pPr marL="1824050" algn="l" defTabSz="912034" rtl="0" eaLnBrk="1" latinLnBrk="0" hangingPunct="1">
      <a:defRPr sz="1200" kern="1200">
        <a:solidFill>
          <a:schemeClr val="tx1"/>
        </a:solidFill>
        <a:latin typeface="+mn-lt"/>
        <a:ea typeface="+mn-ea"/>
        <a:cs typeface="+mn-cs"/>
      </a:defRPr>
    </a:lvl5pPr>
    <a:lvl6pPr marL="2280081" algn="l" defTabSz="912034" rtl="0" eaLnBrk="1" latinLnBrk="0" hangingPunct="1">
      <a:defRPr sz="1200" kern="1200">
        <a:solidFill>
          <a:schemeClr val="tx1"/>
        </a:solidFill>
        <a:latin typeface="+mn-lt"/>
        <a:ea typeface="+mn-ea"/>
        <a:cs typeface="+mn-cs"/>
      </a:defRPr>
    </a:lvl6pPr>
    <a:lvl7pPr marL="2736106" algn="l" defTabSz="912034" rtl="0" eaLnBrk="1" latinLnBrk="0" hangingPunct="1">
      <a:defRPr sz="1200" kern="1200">
        <a:solidFill>
          <a:schemeClr val="tx1"/>
        </a:solidFill>
        <a:latin typeface="+mn-lt"/>
        <a:ea typeface="+mn-ea"/>
        <a:cs typeface="+mn-cs"/>
      </a:defRPr>
    </a:lvl7pPr>
    <a:lvl8pPr marL="3192107" algn="l" defTabSz="912034" rtl="0" eaLnBrk="1" latinLnBrk="0" hangingPunct="1">
      <a:defRPr sz="1200" kern="1200">
        <a:solidFill>
          <a:schemeClr val="tx1"/>
        </a:solidFill>
        <a:latin typeface="+mn-lt"/>
        <a:ea typeface="+mn-ea"/>
        <a:cs typeface="+mn-cs"/>
      </a:defRPr>
    </a:lvl8pPr>
    <a:lvl9pPr marL="3648102" algn="l" defTabSz="91203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youtube.com/watch?v=qeK3SkxrZRI"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3F0355-78B3-48CD-9513-98BEADFC63AA}" type="slidenum">
              <a:rPr lang="en-NZ" smtClean="0"/>
              <a:t>1</a:t>
            </a:fld>
            <a:endParaRPr lang="en-NZ" dirty="0"/>
          </a:p>
        </p:txBody>
      </p:sp>
    </p:spTree>
    <p:extLst>
      <p:ext uri="{BB962C8B-B14F-4D97-AF65-F5344CB8AC3E}">
        <p14:creationId xmlns:p14="http://schemas.microsoft.com/office/powerpoint/2010/main" val="464922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3F0355-78B3-48CD-9513-98BEADFC63AA}" type="slidenum">
              <a:rPr lang="en-NZ" smtClean="0"/>
              <a:t>2</a:t>
            </a:fld>
            <a:endParaRPr lang="en-NZ" dirty="0"/>
          </a:p>
        </p:txBody>
      </p:sp>
    </p:spTree>
    <p:extLst>
      <p:ext uri="{BB962C8B-B14F-4D97-AF65-F5344CB8AC3E}">
        <p14:creationId xmlns:p14="http://schemas.microsoft.com/office/powerpoint/2010/main" val="1287442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time of Captain Cook’s arrival in New Zealand, Maori demonstrated eagerness to trade and considerable enterprise. Anne Salmond has suggested that a number of specialist traders were located around the Cook Strait area, acting as middlemen in the exchange of South Island for North Island products, and that European goods such as nails offered them exciting new opportunities.</a:t>
            </a:r>
          </a:p>
          <a:p>
            <a:endParaRPr lang="en-US" dirty="0"/>
          </a:p>
          <a:p>
            <a:r>
              <a:rPr lang="en-US" dirty="0"/>
              <a:t>Opportunities for export were avidly pursued by tribal leaders who travelled overseas seeking diplomatic and trading alliances with monarchs, governors, and merchants</a:t>
            </a:r>
          </a:p>
          <a:p>
            <a:endParaRPr lang="en-US" dirty="0"/>
          </a:p>
        </p:txBody>
      </p:sp>
      <p:sp>
        <p:nvSpPr>
          <p:cNvPr id="4" name="Slide Number Placeholder 3"/>
          <p:cNvSpPr>
            <a:spLocks noGrp="1"/>
          </p:cNvSpPr>
          <p:nvPr>
            <p:ph type="sldNum" sz="quarter" idx="10"/>
          </p:nvPr>
        </p:nvSpPr>
        <p:spPr/>
        <p:txBody>
          <a:bodyPr/>
          <a:lstStyle/>
          <a:p>
            <a:fld id="{8D4D45F8-1D26-4C40-85AA-D8BFBF134F9C}" type="slidenum">
              <a:rPr lang="en-NZ" smtClean="0"/>
              <a:t>3</a:t>
            </a:fld>
            <a:endParaRPr lang="en-NZ"/>
          </a:p>
        </p:txBody>
      </p:sp>
    </p:spTree>
    <p:extLst>
      <p:ext uri="{BB962C8B-B14F-4D97-AF65-F5344CB8AC3E}">
        <p14:creationId xmlns:p14="http://schemas.microsoft.com/office/powerpoint/2010/main" val="3085755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Māori traders can be seen on the right of Queen Street wharf and in the canoe to the left. Māori arrived in Auckland by canoe with goods for trade. Later, they used and owned coastal vessels to transport their goods to the Auckland market.</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000" b="0" i="0" kern="1200" dirty="0">
                <a:solidFill>
                  <a:schemeClr val="tx1"/>
                </a:solidFill>
                <a:effectLst/>
                <a:latin typeface="+mn-lt"/>
                <a:ea typeface="+mn-ea"/>
                <a:cs typeface="+mn-cs"/>
              </a:rPr>
              <a:t>Reference </a:t>
            </a:r>
          </a:p>
          <a:p>
            <a:pPr fontAlgn="base"/>
            <a:r>
              <a:rPr lang="en-NZ" sz="1000" b="0" i="0" kern="1200" dirty="0">
                <a:solidFill>
                  <a:schemeClr val="tx1"/>
                </a:solidFill>
                <a:effectLst/>
                <a:latin typeface="+mn-lt"/>
                <a:ea typeface="+mn-ea"/>
                <a:cs typeface="+mn-cs"/>
              </a:rPr>
              <a:t>Basil Keane, 'Te Māori i te </a:t>
            </a:r>
            <a:r>
              <a:rPr lang="en-NZ" sz="1000" b="0" i="0" kern="1200" dirty="0" err="1">
                <a:solidFill>
                  <a:schemeClr val="tx1"/>
                </a:solidFill>
                <a:effectLst/>
                <a:latin typeface="+mn-lt"/>
                <a:ea typeface="+mn-ea"/>
                <a:cs typeface="+mn-cs"/>
              </a:rPr>
              <a:t>ohanga</a:t>
            </a:r>
            <a:r>
              <a:rPr lang="en-NZ" sz="1000" b="0" i="0" kern="1200" dirty="0">
                <a:solidFill>
                  <a:schemeClr val="tx1"/>
                </a:solidFill>
                <a:effectLst/>
                <a:latin typeface="+mn-lt"/>
                <a:ea typeface="+mn-ea"/>
                <a:cs typeface="+mn-cs"/>
              </a:rPr>
              <a:t> – Māori in the economy - Māori enterprise, 1840 to 1860', Te Ara - the </a:t>
            </a:r>
            <a:r>
              <a:rPr lang="en-NZ" sz="1000" b="0" i="0" kern="1200" dirty="0" err="1">
                <a:solidFill>
                  <a:schemeClr val="tx1"/>
                </a:solidFill>
                <a:effectLst/>
                <a:latin typeface="+mn-lt"/>
                <a:ea typeface="+mn-ea"/>
                <a:cs typeface="+mn-cs"/>
              </a:rPr>
              <a:t>Encyclopedia</a:t>
            </a:r>
            <a:r>
              <a:rPr lang="en-NZ" sz="1000" b="0" i="0" kern="1200" dirty="0">
                <a:solidFill>
                  <a:schemeClr val="tx1"/>
                </a:solidFill>
                <a:effectLst/>
                <a:latin typeface="+mn-lt"/>
                <a:ea typeface="+mn-ea"/>
                <a:cs typeface="+mn-cs"/>
              </a:rPr>
              <a:t> of New Zealand  ://www.TeAra.govt.nz/en/artwork/25767/maori-canoes-auckland-wharf (accessed 24 April 2021) Story by Basil Keane, published 11 Mar 2010</a:t>
            </a:r>
          </a:p>
          <a:p>
            <a:endParaRPr lang="en-NZ" dirty="0"/>
          </a:p>
        </p:txBody>
      </p:sp>
      <p:sp>
        <p:nvSpPr>
          <p:cNvPr id="4" name="Slide Number Placeholder 3"/>
          <p:cNvSpPr>
            <a:spLocks noGrp="1"/>
          </p:cNvSpPr>
          <p:nvPr>
            <p:ph type="sldNum" sz="quarter" idx="5"/>
          </p:nvPr>
        </p:nvSpPr>
        <p:spPr/>
        <p:txBody>
          <a:bodyPr/>
          <a:lstStyle/>
          <a:p>
            <a:fld id="{DB3F0355-78B3-48CD-9513-98BEADFC63AA}" type="slidenum">
              <a:rPr lang="en-NZ" smtClean="0"/>
              <a:t>4</a:t>
            </a:fld>
            <a:endParaRPr lang="en-NZ" dirty="0"/>
          </a:p>
        </p:txBody>
      </p:sp>
    </p:spTree>
    <p:extLst>
      <p:ext uri="{BB962C8B-B14F-4D97-AF65-F5344CB8AC3E}">
        <p14:creationId xmlns:p14="http://schemas.microsoft.com/office/powerpoint/2010/main" val="1878851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1805 Bay of Islands</a:t>
            </a:r>
          </a:p>
          <a:p>
            <a:r>
              <a:rPr lang="en-US" dirty="0"/>
              <a:t>In 1805, Te </a:t>
            </a:r>
            <a:r>
              <a:rPr lang="en-US" dirty="0" err="1"/>
              <a:t>Pahi</a:t>
            </a:r>
            <a:r>
              <a:rPr lang="en-US" dirty="0"/>
              <a:t> became the first influential Maori leader to visit New South Wales, expressing keen interest in cultural and technological exchange and welcoming Governor King’s plan to settle a party of official observers under his protection at the Bay of Islands. His son, </a:t>
            </a:r>
            <a:r>
              <a:rPr lang="en-US" dirty="0" err="1"/>
              <a:t>Matara</a:t>
            </a:r>
            <a:r>
              <a:rPr lang="en-US" dirty="0"/>
              <a:t>, met George III on a visit to England shortly after.</a:t>
            </a:r>
          </a:p>
          <a:p>
            <a:r>
              <a:rPr lang="en-US" b="1" dirty="0"/>
              <a:t>1820</a:t>
            </a:r>
          </a:p>
          <a:p>
            <a:r>
              <a:rPr lang="en-US" dirty="0"/>
              <a:t>In 1820, Hongi </a:t>
            </a:r>
            <a:r>
              <a:rPr lang="en-US" dirty="0" err="1"/>
              <a:t>Hika</a:t>
            </a:r>
            <a:r>
              <a:rPr lang="en-US" dirty="0"/>
              <a:t> was introduced to George IV as was Te </a:t>
            </a:r>
            <a:r>
              <a:rPr lang="en-US" dirty="0" err="1"/>
              <a:t>Pehi</a:t>
            </a:r>
            <a:r>
              <a:rPr lang="en-US" dirty="0"/>
              <a:t> about five years later. Others sent gifts to reigning monarchs. This was a Maori response to the new environment, seeking alliances with leaders and communities perceived to have the greatest power internationally</a:t>
            </a:r>
          </a:p>
          <a:p>
            <a:endParaRPr lang="en-US" b="1" dirty="0"/>
          </a:p>
          <a:p>
            <a:r>
              <a:rPr lang="en-US" dirty="0"/>
              <a:t>Their economy was flourishing, but, in the face of commercial success, Maori also perceived the need for protection under international law. In 1830, the </a:t>
            </a:r>
            <a:r>
              <a:rPr lang="en-US" dirty="0" err="1"/>
              <a:t>Hokianga</a:t>
            </a:r>
            <a:r>
              <a:rPr lang="en-US" dirty="0"/>
              <a:t>-built ship, Sir George Murray, with chiefs </a:t>
            </a:r>
            <a:r>
              <a:rPr lang="en-US" dirty="0" err="1"/>
              <a:t>Patuone</a:t>
            </a:r>
            <a:r>
              <a:rPr lang="en-US" dirty="0"/>
              <a:t> and </a:t>
            </a:r>
            <a:r>
              <a:rPr lang="en-US" dirty="0" err="1"/>
              <a:t>Taonui</a:t>
            </a:r>
            <a:r>
              <a:rPr lang="en-US" dirty="0"/>
              <a:t> on board, was seized in Sydney for not flying a national flag. </a:t>
            </a:r>
          </a:p>
          <a:p>
            <a:endParaRPr lang="en-US" dirty="0"/>
          </a:p>
          <a:p>
            <a:r>
              <a:rPr lang="en-US" dirty="0"/>
              <a:t>They were also concerned by </a:t>
            </a:r>
            <a:r>
              <a:rPr lang="en-US" dirty="0" err="1"/>
              <a:t>rumours</a:t>
            </a:r>
            <a:r>
              <a:rPr lang="en-US" dirty="0"/>
              <a:t> that France had designs on New Zealand, which  </a:t>
            </a:r>
          </a:p>
          <a:p>
            <a:endParaRPr lang="en-US" b="1" dirty="0"/>
          </a:p>
          <a:p>
            <a:endParaRPr lang="en-NZ" b="1" dirty="0"/>
          </a:p>
          <a:p>
            <a:endParaRPr lang="en-US" dirty="0"/>
          </a:p>
        </p:txBody>
      </p:sp>
      <p:sp>
        <p:nvSpPr>
          <p:cNvPr id="4" name="Slide Number Placeholder 3"/>
          <p:cNvSpPr>
            <a:spLocks noGrp="1"/>
          </p:cNvSpPr>
          <p:nvPr>
            <p:ph type="sldNum" sz="quarter" idx="10"/>
          </p:nvPr>
        </p:nvSpPr>
        <p:spPr/>
        <p:txBody>
          <a:bodyPr/>
          <a:lstStyle/>
          <a:p>
            <a:pPr marL="0" marR="0" lvl="0" indent="0" algn="r" defTabSz="456020" rtl="0" eaLnBrk="1" fontAlgn="auto" latinLnBrk="0" hangingPunct="1">
              <a:lnSpc>
                <a:spcPct val="100000"/>
              </a:lnSpc>
              <a:spcBef>
                <a:spcPts val="0"/>
              </a:spcBef>
              <a:spcAft>
                <a:spcPts val="0"/>
              </a:spcAft>
              <a:buClrTx/>
              <a:buSzTx/>
              <a:buFontTx/>
              <a:buNone/>
              <a:tabLst/>
              <a:defRPr/>
            </a:pPr>
            <a:fld id="{DB3F0355-78B3-48CD-9513-98BEADFC63AA}"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6020" rtl="0" eaLnBrk="1" fontAlgn="auto" latinLnBrk="0" hangingPunct="1">
                <a:lnSpc>
                  <a:spcPct val="100000"/>
                </a:lnSpc>
                <a:spcBef>
                  <a:spcPts val="0"/>
                </a:spcBef>
                <a:spcAft>
                  <a:spcPts val="0"/>
                </a:spcAft>
                <a:buClrTx/>
                <a:buSzTx/>
                <a:buFontTx/>
                <a:buNone/>
                <a:tabLst/>
                <a:defRPr/>
              </a:pPr>
              <a:t>5</a:t>
            </a:fld>
            <a:endParaRPr kumimoji="0" lang="en-NZ"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0770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0" i="0" dirty="0">
                <a:solidFill>
                  <a:srgbClr val="111111"/>
                </a:solidFill>
                <a:effectLst/>
                <a:latin typeface="Roboto"/>
              </a:rPr>
              <a:t>The period between 1840 and 1860 has been described as the </a:t>
            </a:r>
            <a:r>
              <a:rPr lang="en-US" b="1" i="0" dirty="0">
                <a:solidFill>
                  <a:srgbClr val="111111"/>
                </a:solidFill>
                <a:effectLst/>
                <a:latin typeface="Roboto"/>
              </a:rPr>
              <a:t>golden</a:t>
            </a:r>
            <a:r>
              <a:rPr lang="en-US" b="0" i="0" dirty="0">
                <a:solidFill>
                  <a:srgbClr val="111111"/>
                </a:solidFill>
                <a:effectLst/>
                <a:latin typeface="Roboto"/>
              </a:rPr>
              <a:t> </a:t>
            </a:r>
            <a:r>
              <a:rPr lang="en-US" b="1" i="0" dirty="0">
                <a:solidFill>
                  <a:srgbClr val="111111"/>
                </a:solidFill>
                <a:effectLst/>
                <a:latin typeface="Roboto"/>
              </a:rPr>
              <a:t>age</a:t>
            </a:r>
            <a:r>
              <a:rPr lang="en-US" b="0" i="0" dirty="0">
                <a:solidFill>
                  <a:srgbClr val="111111"/>
                </a:solidFill>
                <a:effectLst/>
                <a:latin typeface="Roboto"/>
              </a:rPr>
              <a:t> of </a:t>
            </a:r>
            <a:r>
              <a:rPr lang="en-US" b="1" i="0" dirty="0">
                <a:solidFill>
                  <a:srgbClr val="111111"/>
                </a:solidFill>
                <a:effectLst/>
                <a:latin typeface="Roboto"/>
              </a:rPr>
              <a:t>Māori</a:t>
            </a:r>
            <a:r>
              <a:rPr lang="en-US" b="0" i="0" dirty="0">
                <a:solidFill>
                  <a:srgbClr val="111111"/>
                </a:solidFill>
                <a:effectLst/>
                <a:latin typeface="Roboto"/>
              </a:rPr>
              <a:t> enterprise. </a:t>
            </a:r>
            <a:r>
              <a:rPr lang="en-US" b="1" i="0" dirty="0">
                <a:solidFill>
                  <a:srgbClr val="111111"/>
                </a:solidFill>
                <a:effectLst/>
                <a:latin typeface="Roboto"/>
              </a:rPr>
              <a:t>Māori</a:t>
            </a:r>
            <a:r>
              <a:rPr lang="en-US" b="0" i="0" dirty="0">
                <a:solidFill>
                  <a:srgbClr val="111111"/>
                </a:solidFill>
                <a:effectLst/>
                <a:latin typeface="Roboto"/>
              </a:rPr>
              <a:t> were the key producers and suppliers of agricultural produce to the towns that began to spring up. They invested in agricultural implements, flour mills and coastal vessels, and produced, processed and transported produce to markets.</a:t>
            </a:r>
          </a:p>
          <a:p>
            <a:endParaRPr lang="en-US" b="0" i="0" dirty="0">
              <a:solidFill>
                <a:srgbClr val="111111"/>
              </a:solidFill>
              <a:effectLst/>
              <a:latin typeface="Roboto"/>
            </a:endParaRPr>
          </a:p>
          <a:p>
            <a:pPr fontAlgn="base"/>
            <a:r>
              <a:rPr lang="en-US" sz="1200" b="0" i="0" kern="1200" dirty="0">
                <a:solidFill>
                  <a:schemeClr val="tx1"/>
                </a:solidFill>
                <a:effectLst/>
                <a:latin typeface="+mn-lt"/>
                <a:ea typeface="+mn-ea"/>
                <a:cs typeface="+mn-cs"/>
              </a:rPr>
              <a:t>Flour mills</a:t>
            </a:r>
          </a:p>
          <a:p>
            <a:pPr fontAlgn="base"/>
            <a:r>
              <a:rPr lang="en-US" sz="1200" b="0" i="0" kern="1200" dirty="0">
                <a:solidFill>
                  <a:schemeClr val="tx1"/>
                </a:solidFill>
                <a:effectLst/>
                <a:latin typeface="+mn-lt"/>
                <a:ea typeface="+mn-ea"/>
                <a:cs typeface="+mn-cs"/>
              </a:rPr>
              <a:t>Flour mills were a heavy capital investment for tribes. In the 1840s and 1850s mills were built through Waikato, Taranaki, Whanganui, Rotorua and Wairarapa. In Waikato around 50 were built during this period</a:t>
            </a:r>
          </a:p>
          <a:p>
            <a:pPr fontAlgn="base"/>
            <a:r>
              <a:rPr lang="en-US" sz="1200" b="0" i="0" kern="1200" dirty="0">
                <a:solidFill>
                  <a:schemeClr val="tx1"/>
                </a:solidFill>
                <a:effectLst/>
                <a:latin typeface="+mn-lt"/>
                <a:ea typeface="+mn-ea"/>
                <a:cs typeface="+mn-cs"/>
              </a:rPr>
              <a:t>Māori shipping</a:t>
            </a:r>
          </a:p>
          <a:p>
            <a:pPr fontAlgn="base"/>
            <a:r>
              <a:rPr lang="en-US" sz="1200" b="0" i="0" kern="1200" dirty="0">
                <a:solidFill>
                  <a:schemeClr val="tx1"/>
                </a:solidFill>
                <a:effectLst/>
                <a:latin typeface="+mn-lt"/>
                <a:ea typeface="+mn-ea"/>
                <a:cs typeface="+mn-cs"/>
              </a:rPr>
              <a:t>From the 1840s a number of tribes began buying vessels to transport produce to European towns. Tribes from the Bay of Islands, Hauraki, Bay of Plenty, East Coast and Poverty Bay all purchased ships. Most were 10 to 20 </a:t>
            </a:r>
            <a:r>
              <a:rPr lang="en-US" sz="1200" b="0" i="0" kern="1200" dirty="0" err="1">
                <a:solidFill>
                  <a:schemeClr val="tx1"/>
                </a:solidFill>
                <a:effectLst/>
                <a:latin typeface="+mn-lt"/>
                <a:ea typeface="+mn-ea"/>
                <a:cs typeface="+mn-cs"/>
              </a:rPr>
              <a:t>tonnes</a:t>
            </a:r>
            <a:r>
              <a:rPr lang="en-US" sz="1200" b="0" i="0" kern="1200" dirty="0">
                <a:solidFill>
                  <a:schemeClr val="tx1"/>
                </a:solidFill>
                <a:effectLst/>
                <a:latin typeface="+mn-lt"/>
                <a:ea typeface="+mn-ea"/>
                <a:cs typeface="+mn-cs"/>
              </a:rPr>
              <a:t> and were suited to shorter trips. In 1858 in Auckland Province, 51 ships were registered and 36 vessels were licensed to Māori. </a:t>
            </a:r>
          </a:p>
          <a:p>
            <a:pPr fontAlgn="base"/>
            <a:r>
              <a:rPr lang="en-US" sz="1200" b="0" i="0" kern="1200" dirty="0">
                <a:solidFill>
                  <a:schemeClr val="tx1"/>
                </a:solidFill>
                <a:effectLst/>
                <a:latin typeface="+mn-lt"/>
                <a:ea typeface="+mn-ea"/>
                <a:cs typeface="+mn-cs"/>
              </a:rPr>
              <a:t>Market crash</a:t>
            </a:r>
          </a:p>
          <a:p>
            <a:pPr fontAlgn="base"/>
            <a:r>
              <a:rPr lang="en-US" sz="1200" b="0" i="0" kern="1200" dirty="0">
                <a:solidFill>
                  <a:schemeClr val="tx1"/>
                </a:solidFill>
                <a:effectLst/>
                <a:latin typeface="+mn-lt"/>
                <a:ea typeface="+mn-ea"/>
                <a:cs typeface="+mn-cs"/>
              </a:rPr>
              <a:t>In 1855–56 the price in Australia for wheat and potatoes dropped by at least half. By 1859 wheat exports to Australia had ended altogether. Many tribal agricultural enterprises also suffered as soils were exhausted.</a:t>
            </a:r>
          </a:p>
          <a:p>
            <a:pPr fontAlgn="base"/>
            <a:r>
              <a:rPr lang="en-US" sz="1200" b="0" i="0" kern="1200" dirty="0">
                <a:solidFill>
                  <a:schemeClr val="tx1"/>
                </a:solidFill>
                <a:effectLst/>
                <a:latin typeface="+mn-lt"/>
                <a:ea typeface="+mn-ea"/>
                <a:cs typeface="+mn-cs"/>
              </a:rPr>
              <a:t>Trade came to a halt for many iwi in 1863 and 1864 due to the New Zealand land wars, fought between colonial forces and Māori tribes. A number of Māori-controlled ports were blockaded by government forces. In the 1860s the Māori economy went into headlong decline.</a:t>
            </a:r>
          </a:p>
          <a:p>
            <a:endParaRPr lang="en-US" dirty="0"/>
          </a:p>
        </p:txBody>
      </p:sp>
      <p:sp>
        <p:nvSpPr>
          <p:cNvPr id="4" name="Slide Number Placeholder 3"/>
          <p:cNvSpPr>
            <a:spLocks noGrp="1"/>
          </p:cNvSpPr>
          <p:nvPr>
            <p:ph type="sldNum" sz="quarter" idx="10"/>
          </p:nvPr>
        </p:nvSpPr>
        <p:spPr/>
        <p:txBody>
          <a:bodyPr/>
          <a:lstStyle/>
          <a:p>
            <a:pPr marL="0" marR="0" lvl="0" indent="0" algn="r" defTabSz="456020" rtl="0" eaLnBrk="1" fontAlgn="auto" latinLnBrk="0" hangingPunct="1">
              <a:lnSpc>
                <a:spcPct val="100000"/>
              </a:lnSpc>
              <a:spcBef>
                <a:spcPts val="0"/>
              </a:spcBef>
              <a:spcAft>
                <a:spcPts val="0"/>
              </a:spcAft>
              <a:buClrTx/>
              <a:buSzTx/>
              <a:buFontTx/>
              <a:buNone/>
              <a:tabLst/>
              <a:defRPr/>
            </a:pPr>
            <a:fld id="{DB3F0355-78B3-48CD-9513-98BEADFC63AA}"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6020" rtl="0" eaLnBrk="1" fontAlgn="auto" latinLnBrk="0" hangingPunct="1">
                <a:lnSpc>
                  <a:spcPct val="100000"/>
                </a:lnSpc>
                <a:spcBef>
                  <a:spcPts val="0"/>
                </a:spcBef>
                <a:spcAft>
                  <a:spcPts val="0"/>
                </a:spcAft>
                <a:buClrTx/>
                <a:buSzTx/>
                <a:buFontTx/>
                <a:buNone/>
                <a:tabLst/>
                <a:defRPr/>
              </a:pPr>
              <a:t>6</a:t>
            </a:fld>
            <a:endParaRPr kumimoji="0" lang="en-NZ"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4837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1840, the relationship between Maori and the British was further strengthened when over 500 Maori signed the Treaty of Waitangi, a formal alliance with Queen Victoria, under which Britain would have </a:t>
            </a:r>
            <a:r>
              <a:rPr lang="en-US" dirty="0" err="1"/>
              <a:t>kawanatanga</a:t>
            </a:r>
            <a:r>
              <a:rPr lang="en-US" dirty="0"/>
              <a:t> (governance: administration and law) of New Zealand and Maori retain their rangatiratanga (chieftainship). Maori understood the arrangement to be one of partnership, reciprocal obligation, and mutual benefit with the guarantee of rangatiratanga ensuring autonomy over their own affairs. </a:t>
            </a:r>
          </a:p>
        </p:txBody>
      </p:sp>
      <p:sp>
        <p:nvSpPr>
          <p:cNvPr id="4" name="Slide Number Placeholder 3"/>
          <p:cNvSpPr>
            <a:spLocks noGrp="1"/>
          </p:cNvSpPr>
          <p:nvPr>
            <p:ph type="sldNum" sz="quarter" idx="10"/>
          </p:nvPr>
        </p:nvSpPr>
        <p:spPr/>
        <p:txBody>
          <a:bodyPr/>
          <a:lstStyle/>
          <a:p>
            <a:pPr marL="0" marR="0" lvl="0" indent="0" algn="r" defTabSz="456020" rtl="0" eaLnBrk="1" fontAlgn="auto" latinLnBrk="0" hangingPunct="1">
              <a:lnSpc>
                <a:spcPct val="100000"/>
              </a:lnSpc>
              <a:spcBef>
                <a:spcPts val="0"/>
              </a:spcBef>
              <a:spcAft>
                <a:spcPts val="0"/>
              </a:spcAft>
              <a:buClrTx/>
              <a:buSzTx/>
              <a:buFontTx/>
              <a:buNone/>
              <a:tabLst/>
              <a:defRPr/>
            </a:pPr>
            <a:fld id="{DB3F0355-78B3-48CD-9513-98BEADFC63AA}"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6020" rtl="0" eaLnBrk="1" fontAlgn="auto" latinLnBrk="0" hangingPunct="1">
                <a:lnSpc>
                  <a:spcPct val="100000"/>
                </a:lnSpc>
                <a:spcBef>
                  <a:spcPts val="0"/>
                </a:spcBef>
                <a:spcAft>
                  <a:spcPts val="0"/>
                </a:spcAft>
                <a:buClrTx/>
                <a:buSzTx/>
                <a:buFontTx/>
                <a:buNone/>
                <a:tabLst/>
                <a:defRPr/>
              </a:pPr>
              <a:t>7</a:t>
            </a:fld>
            <a:endParaRPr kumimoji="0" lang="en-NZ"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5180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83A05D91-1ED3-475A-BB28-C25E9AE04E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52D0D02A-5170-4387-B283-A956458289E6}"/>
              </a:ext>
            </a:extLst>
          </p:cNvPr>
          <p:cNvSpPr>
            <a:spLocks noGrp="1"/>
          </p:cNvSpPr>
          <p:nvPr>
            <p:ph type="body" idx="1"/>
          </p:nvPr>
        </p:nvSpPr>
        <p:spPr bwMode="auto"/>
        <p:txBody>
          <a:bodyPr wrap="square" numCol="1" anchor="t" anchorCtr="0" compatLnSpc="1">
            <a:prstTxWarp prst="textNoShape">
              <a:avLst/>
            </a:prstTxWarp>
            <a:normAutofit/>
          </a:bodyPr>
          <a:lstStyle/>
          <a:p>
            <a:pPr eaLnBrk="1" hangingPunct="1">
              <a:spcBef>
                <a:spcPct val="0"/>
              </a:spcBef>
              <a:defRPr/>
            </a:pPr>
            <a:endParaRPr lang="en-NZ" dirty="0"/>
          </a:p>
        </p:txBody>
      </p:sp>
      <p:sp>
        <p:nvSpPr>
          <p:cNvPr id="14340" name="Slide Number Placeholder 3">
            <a:extLst>
              <a:ext uri="{FF2B5EF4-FFF2-40B4-BE49-F238E27FC236}">
                <a16:creationId xmlns:a16="http://schemas.microsoft.com/office/drawing/2014/main" id="{AA001028-0FB3-4686-8E77-FDA4AB37AFD8}"/>
              </a:ext>
            </a:extLst>
          </p:cNvPr>
          <p:cNvSpPr>
            <a:spLocks noGrp="1"/>
          </p:cNvSpPr>
          <p:nvPr>
            <p:ph type="sldNum" sz="quarter" idx="5"/>
          </p:nvPr>
        </p:nvSpPr>
        <p:spPr bwMode="auto">
          <a:ln>
            <a:miter lim="800000"/>
            <a:headEnd/>
            <a:tailEnd/>
          </a:ln>
        </p:spPr>
        <p:txBody>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6B94476-DEF1-4905-8632-FE9A1311F172}" type="slidenum">
              <a:rPr kumimoji="0" lang="en-NZ" altLang="en-US" sz="12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NZ"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C5B87155-2161-4BE5-8DE9-361B2884DB6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a:extLst>
              <a:ext uri="{FF2B5EF4-FFF2-40B4-BE49-F238E27FC236}">
                <a16:creationId xmlns:a16="http://schemas.microsoft.com/office/drawing/2014/main" id="{BD9DCF69-F695-402E-BFD0-1A9FFF802177}"/>
              </a:ext>
            </a:extLst>
          </p:cNvPr>
          <p:cNvSpPr>
            <a:spLocks noGrp="1"/>
          </p:cNvSpPr>
          <p:nvPr>
            <p:ph type="body" idx="1"/>
          </p:nvPr>
        </p:nvSpPr>
        <p:spPr bwMode="auto"/>
        <p:txBody>
          <a:bodyPr wrap="square" numCol="1" anchor="t" anchorCtr="0" compatLnSpc="1">
            <a:prstTxWarp prst="textNoShape">
              <a:avLst/>
            </a:prstTxWarp>
            <a:normAutofit/>
          </a:bodyPr>
          <a:lstStyle/>
          <a:p>
            <a:pPr eaLnBrk="1" hangingPunct="1">
              <a:spcBef>
                <a:spcPct val="0"/>
              </a:spcBef>
              <a:defRPr/>
            </a:pPr>
            <a:endParaRPr lang="en-NZ" dirty="0"/>
          </a:p>
        </p:txBody>
      </p:sp>
      <p:sp>
        <p:nvSpPr>
          <p:cNvPr id="24580" name="Slide Number Placeholder 3">
            <a:extLst>
              <a:ext uri="{FF2B5EF4-FFF2-40B4-BE49-F238E27FC236}">
                <a16:creationId xmlns:a16="http://schemas.microsoft.com/office/drawing/2014/main" id="{2775B42B-1057-46AA-BA6D-BC09EE33F137}"/>
              </a:ext>
            </a:extLst>
          </p:cNvPr>
          <p:cNvSpPr>
            <a:spLocks noGrp="1"/>
          </p:cNvSpPr>
          <p:nvPr>
            <p:ph type="sldNum" sz="quarter" idx="5"/>
          </p:nvPr>
        </p:nvSpPr>
        <p:spPr bwMode="auto">
          <a:ln>
            <a:miter lim="800000"/>
            <a:headEnd/>
            <a:tailEnd/>
          </a:ln>
        </p:spPr>
        <p:txBody>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marL="0" marR="0" lvl="0" indent="0" algn="r" defTabSz="456020" rtl="0" eaLnBrk="1" fontAlgn="auto" latinLnBrk="0" hangingPunct="1">
              <a:lnSpc>
                <a:spcPct val="100000"/>
              </a:lnSpc>
              <a:spcBef>
                <a:spcPts val="0"/>
              </a:spcBef>
              <a:spcAft>
                <a:spcPts val="0"/>
              </a:spcAft>
              <a:buClrTx/>
              <a:buSzTx/>
              <a:buFontTx/>
              <a:buNone/>
              <a:tabLst/>
              <a:defRPr/>
            </a:pPr>
            <a:fld id="{0250EE69-ED26-47D5-85CD-A13F74ACDC8A}" type="slidenum">
              <a:rPr kumimoji="0" lang="en-NZ"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456020" rtl="0" eaLnBrk="1" fontAlgn="auto" latinLnBrk="0" hangingPunct="1">
                <a:lnSpc>
                  <a:spcPct val="100000"/>
                </a:lnSpc>
                <a:spcBef>
                  <a:spcPts val="0"/>
                </a:spcBef>
                <a:spcAft>
                  <a:spcPts val="0"/>
                </a:spcAft>
                <a:buClrTx/>
                <a:buSzTx/>
                <a:buFontTx/>
                <a:buNone/>
                <a:tabLst/>
                <a:defRPr/>
              </a:pPr>
              <a:t>9</a:t>
            </a:fld>
            <a:endParaRPr kumimoji="0" lang="en-NZ"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815010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Waitangi Tribunal</a:t>
            </a:r>
            <a:r>
              <a:rPr lang="en-US" sz="1200" b="0" i="0" kern="1200" dirty="0">
                <a:solidFill>
                  <a:schemeClr val="tx1"/>
                </a:solidFill>
                <a:effectLst/>
                <a:latin typeface="+mn-lt"/>
                <a:ea typeface="+mn-ea"/>
                <a:cs typeface="+mn-cs"/>
              </a:rPr>
              <a:t> is a standing commission of inquiry. It makes recommendations on claims brought by Māori relating to legislation, policies, actions or omissions of the Crown that are alleged to breach the promises made in the </a:t>
            </a:r>
            <a:r>
              <a:rPr lang="en-US" sz="1200" b="1" i="0" kern="1200" dirty="0">
                <a:solidFill>
                  <a:schemeClr val="tx1"/>
                </a:solidFill>
                <a:effectLst/>
                <a:latin typeface="+mn-lt"/>
                <a:ea typeface="+mn-ea"/>
                <a:cs typeface="+mn-cs"/>
              </a:rPr>
              <a:t>Treaty</a:t>
            </a:r>
            <a:r>
              <a:rPr lang="en-US" sz="1200" b="0" i="0" kern="1200" dirty="0">
                <a:solidFill>
                  <a:schemeClr val="tx1"/>
                </a:solidFill>
                <a:effectLst/>
                <a:latin typeface="+mn-lt"/>
                <a:ea typeface="+mn-ea"/>
                <a:cs typeface="+mn-cs"/>
              </a:rPr>
              <a:t> of </a:t>
            </a:r>
            <a:r>
              <a:rPr lang="en-US" sz="1200" b="1" i="0" kern="1200" dirty="0">
                <a:solidFill>
                  <a:schemeClr val="tx1"/>
                </a:solidFill>
                <a:effectLst/>
                <a:latin typeface="+mn-lt"/>
                <a:ea typeface="+mn-ea"/>
                <a:cs typeface="+mn-cs"/>
              </a:rPr>
              <a:t>Waitangi</a:t>
            </a:r>
          </a:p>
          <a:p>
            <a:r>
              <a:rPr lang="en-US" sz="1200" b="1" i="0" kern="1200" dirty="0">
                <a:solidFill>
                  <a:schemeClr val="tx1"/>
                </a:solidFill>
                <a:effectLst/>
                <a:latin typeface="+mn-lt"/>
                <a:ea typeface="+mn-ea"/>
                <a:cs typeface="+mn-cs"/>
              </a:rPr>
              <a:t>Constituted in 1975 to hear contemporary claims – that the Crown is in breach in modern times </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In 1985 jurisdiction extended for  claims back  to 1840 (historical claims) </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Principles of Treaty – partnership, protection, participation, good faith, </a:t>
            </a:r>
            <a:r>
              <a:rPr lang="en-US" sz="1200" b="1" i="0" kern="1200" noProof="0" dirty="0">
                <a:solidFill>
                  <a:schemeClr val="tx1"/>
                </a:solidFill>
                <a:effectLst/>
                <a:latin typeface="+mn-lt"/>
                <a:ea typeface="+mn-ea"/>
                <a:cs typeface="+mn-cs"/>
              </a:rPr>
              <a:t>loyalty</a:t>
            </a:r>
            <a:r>
              <a:rPr lang="en-US" sz="1200" b="1" i="0" kern="1200" dirty="0">
                <a:solidFill>
                  <a:schemeClr val="tx1"/>
                </a:solidFill>
                <a:effectLst/>
                <a:latin typeface="+mn-lt"/>
                <a:ea typeface="+mn-ea"/>
                <a:cs typeface="+mn-cs"/>
              </a:rPr>
              <a:t> and others </a:t>
            </a:r>
            <a:endParaRPr lang="en-US" dirty="0"/>
          </a:p>
        </p:txBody>
      </p:sp>
      <p:sp>
        <p:nvSpPr>
          <p:cNvPr id="4" name="Slide Number Placeholder 3"/>
          <p:cNvSpPr>
            <a:spLocks noGrp="1"/>
          </p:cNvSpPr>
          <p:nvPr>
            <p:ph type="sldNum" sz="quarter" idx="10"/>
          </p:nvPr>
        </p:nvSpPr>
        <p:spPr/>
        <p:txBody>
          <a:bodyPr/>
          <a:lstStyle/>
          <a:p>
            <a:pPr marL="0" marR="0" lvl="0" indent="0" algn="r" defTabSz="456020" rtl="0" eaLnBrk="1" fontAlgn="auto" latinLnBrk="0" hangingPunct="1">
              <a:lnSpc>
                <a:spcPct val="100000"/>
              </a:lnSpc>
              <a:spcBef>
                <a:spcPts val="0"/>
              </a:spcBef>
              <a:spcAft>
                <a:spcPts val="0"/>
              </a:spcAft>
              <a:buClrTx/>
              <a:buSzTx/>
              <a:buFontTx/>
              <a:buNone/>
              <a:tabLst/>
              <a:defRPr/>
            </a:pPr>
            <a:fld id="{DB3F0355-78B3-48CD-9513-98BEADFC63AA}"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6020" rtl="0" eaLnBrk="1" fontAlgn="auto" latinLnBrk="0" hangingPunct="1">
                <a:lnSpc>
                  <a:spcPct val="100000"/>
                </a:lnSpc>
                <a:spcBef>
                  <a:spcPts val="0"/>
                </a:spcBef>
                <a:spcAft>
                  <a:spcPts val="0"/>
                </a:spcAft>
                <a:buClrTx/>
                <a:buSzTx/>
                <a:buFontTx/>
                <a:buNone/>
                <a:tabLst/>
                <a:defRPr/>
              </a:pPr>
              <a:t>10</a:t>
            </a:fld>
            <a:endParaRPr kumimoji="0" lang="en-NZ"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32323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Waitangi Tribunal</a:t>
            </a:r>
            <a:r>
              <a:rPr lang="en-US" sz="1200" b="0" i="0" kern="1200" dirty="0">
                <a:solidFill>
                  <a:schemeClr val="tx1"/>
                </a:solidFill>
                <a:effectLst/>
                <a:latin typeface="+mn-lt"/>
                <a:ea typeface="+mn-ea"/>
                <a:cs typeface="+mn-cs"/>
              </a:rPr>
              <a:t> is a standing commission of inquiry. It makes recommendations on claims</a:t>
            </a:r>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Constituted in 1975 to hear contemporary claims – that the Crown is in breach in modern times </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In 1985 jurisdiction extended for  claims back  to 1840 (historical claims) </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Principles of Treaty – partnership, protection, participation, good faith, </a:t>
            </a:r>
            <a:r>
              <a:rPr lang="en-US" sz="1200" b="1" i="0" kern="1200" noProof="0" dirty="0">
                <a:solidFill>
                  <a:schemeClr val="tx1"/>
                </a:solidFill>
                <a:effectLst/>
                <a:latin typeface="+mn-lt"/>
                <a:ea typeface="+mn-ea"/>
                <a:cs typeface="+mn-cs"/>
              </a:rPr>
              <a:t>loyalty</a:t>
            </a:r>
            <a:r>
              <a:rPr lang="en-US" sz="1200" b="1" i="0" kern="1200" dirty="0">
                <a:solidFill>
                  <a:schemeClr val="tx1"/>
                </a:solidFill>
                <a:effectLst/>
                <a:latin typeface="+mn-lt"/>
                <a:ea typeface="+mn-ea"/>
                <a:cs typeface="+mn-cs"/>
              </a:rPr>
              <a:t> and others </a:t>
            </a:r>
          </a:p>
          <a:p>
            <a:endParaRPr lang="en-US" sz="1200" b="1" i="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Since 1990, around 75 iwi in New Zealand have finalized Treaty settlements with the Crown. A Treaty settlement is an agreement between the Crown and a Maori claimant group, usually an iwi, to settle all that claimant group’s historical claims against the Crown. The Treaty settlement is typically composed of historical accounts, an acknowledgment and apology, cultural redress and financial and commercial redress</a:t>
            </a:r>
            <a:endParaRPr lang="en-NZ"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NZ"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456020" rtl="0" eaLnBrk="1" fontAlgn="auto" latinLnBrk="0" hangingPunct="1">
              <a:lnSpc>
                <a:spcPct val="100000"/>
              </a:lnSpc>
              <a:spcBef>
                <a:spcPts val="0"/>
              </a:spcBef>
              <a:spcAft>
                <a:spcPts val="0"/>
              </a:spcAft>
              <a:buClrTx/>
              <a:buSzTx/>
              <a:buFontTx/>
              <a:buNone/>
              <a:tabLst/>
              <a:defRPr/>
            </a:pPr>
            <a:fld id="{DB3F0355-78B3-48CD-9513-98BEADFC63AA}"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6020" rtl="0" eaLnBrk="1" fontAlgn="auto" latinLnBrk="0" hangingPunct="1">
                <a:lnSpc>
                  <a:spcPct val="100000"/>
                </a:lnSpc>
                <a:spcBef>
                  <a:spcPts val="0"/>
                </a:spcBef>
                <a:spcAft>
                  <a:spcPts val="0"/>
                </a:spcAft>
                <a:buClrTx/>
                <a:buSzTx/>
                <a:buFontTx/>
                <a:buNone/>
                <a:tabLst/>
                <a:defRPr/>
              </a:pPr>
              <a:t>11</a:t>
            </a:fld>
            <a:endParaRPr kumimoji="0" lang="en-NZ"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5099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M</a:t>
            </a:r>
            <a:endParaRPr lang="en-NZ" dirty="0"/>
          </a:p>
        </p:txBody>
      </p:sp>
      <p:sp>
        <p:nvSpPr>
          <p:cNvPr id="4" name="Slide Number Placeholder 3"/>
          <p:cNvSpPr>
            <a:spLocks noGrp="1"/>
          </p:cNvSpPr>
          <p:nvPr>
            <p:ph type="sldNum" sz="quarter" idx="5"/>
          </p:nvPr>
        </p:nvSpPr>
        <p:spPr/>
        <p:txBody>
          <a:bodyPr/>
          <a:lstStyle/>
          <a:p>
            <a:fld id="{DB3F0355-78B3-48CD-9513-98BEADFC63AA}" type="slidenum">
              <a:rPr lang="en-NZ" smtClean="0"/>
              <a:t>12</a:t>
            </a:fld>
            <a:endParaRPr lang="en-NZ" dirty="0"/>
          </a:p>
        </p:txBody>
      </p:sp>
    </p:spTree>
    <p:extLst>
      <p:ext uri="{BB962C8B-B14F-4D97-AF65-F5344CB8AC3E}">
        <p14:creationId xmlns:p14="http://schemas.microsoft.com/office/powerpoint/2010/main" val="1033149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6020" rtl="0" eaLnBrk="1" fontAlgn="auto" latinLnBrk="0" hangingPunct="1">
              <a:lnSpc>
                <a:spcPct val="100000"/>
              </a:lnSpc>
              <a:spcBef>
                <a:spcPts val="0"/>
              </a:spcBef>
              <a:spcAft>
                <a:spcPts val="0"/>
              </a:spcAft>
              <a:buClrTx/>
              <a:buSzTx/>
              <a:buFontTx/>
              <a:buNone/>
              <a:tabLst/>
              <a:defRPr/>
            </a:pPr>
            <a:fld id="{DB3F0355-78B3-48CD-9513-98BEADFC63AA}"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6020" rtl="0" eaLnBrk="1" fontAlgn="auto" latinLnBrk="0" hangingPunct="1">
                <a:lnSpc>
                  <a:spcPct val="100000"/>
                </a:lnSpc>
                <a:spcBef>
                  <a:spcPts val="0"/>
                </a:spcBef>
                <a:spcAft>
                  <a:spcPts val="0"/>
                </a:spcAft>
                <a:buClrTx/>
                <a:buSzTx/>
                <a:buFontTx/>
                <a:buNone/>
                <a:tabLst/>
                <a:defRPr/>
              </a:pPr>
              <a:t>13</a:t>
            </a:fld>
            <a:endParaRPr kumimoji="0" lang="en-NZ"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0859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6020" rtl="0" eaLnBrk="1" fontAlgn="auto" latinLnBrk="0" hangingPunct="1">
              <a:lnSpc>
                <a:spcPct val="100000"/>
              </a:lnSpc>
              <a:spcBef>
                <a:spcPts val="0"/>
              </a:spcBef>
              <a:spcAft>
                <a:spcPts val="0"/>
              </a:spcAft>
              <a:buClrTx/>
              <a:buSzTx/>
              <a:buFontTx/>
              <a:buNone/>
              <a:tabLst/>
              <a:defRPr/>
            </a:pPr>
            <a:fld id="{DB3F0355-78B3-48CD-9513-98BEADFC63AA}"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6020" rtl="0" eaLnBrk="1" fontAlgn="auto" latinLnBrk="0" hangingPunct="1">
                <a:lnSpc>
                  <a:spcPct val="100000"/>
                </a:lnSpc>
                <a:spcBef>
                  <a:spcPts val="0"/>
                </a:spcBef>
                <a:spcAft>
                  <a:spcPts val="0"/>
                </a:spcAft>
                <a:buClrTx/>
                <a:buSzTx/>
                <a:buFontTx/>
                <a:buNone/>
                <a:tabLst/>
                <a:defRPr/>
              </a:pPr>
              <a:t>15</a:t>
            </a:fld>
            <a:endParaRPr kumimoji="0" lang="en-NZ"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42366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pPr marL="0" marR="0" lvl="0" indent="0" algn="r" defTabSz="456020" rtl="0" eaLnBrk="1" fontAlgn="auto" latinLnBrk="0" hangingPunct="1">
              <a:lnSpc>
                <a:spcPct val="100000"/>
              </a:lnSpc>
              <a:spcBef>
                <a:spcPts val="0"/>
              </a:spcBef>
              <a:spcAft>
                <a:spcPts val="0"/>
              </a:spcAft>
              <a:buClrTx/>
              <a:buSzTx/>
              <a:buFontTx/>
              <a:buNone/>
              <a:tabLst/>
              <a:defRPr/>
            </a:pPr>
            <a:fld id="{38AF612F-E263-4026-9B0A-26C1B06B135C}"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6020" rtl="0" eaLnBrk="1" fontAlgn="auto" latinLnBrk="0" hangingPunct="1">
                <a:lnSpc>
                  <a:spcPct val="100000"/>
                </a:lnSpc>
                <a:spcBef>
                  <a:spcPts val="0"/>
                </a:spcBef>
                <a:spcAft>
                  <a:spcPts val="0"/>
                </a:spcAft>
                <a:buClrTx/>
                <a:buSzTx/>
                <a:buFontTx/>
                <a:buNone/>
                <a:tabLst/>
                <a:defRPr/>
              </a:pPr>
              <a:t>17</a:t>
            </a:fld>
            <a:endParaRPr kumimoji="0" lang="en-NZ"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7502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Te Tumu Paeroa is an independent, professional trustee organisation which protects and grows the assets of Māori landowners. Te Tumu Paeroa administers 2000 trusts, companies and joint ventures on behalf of beneficial land owners, with a portfolio of 100,000 hectares nationwide of Māori freehold land and $80 million of client funds under management. One of Te Tumu Paeroa's core aims is to support owners to achieve higher aspirations for their land and assets and to create a legacy that delivers lasting benefit to the generations of the future. Te Tumu Paeroa has a focus on developing and collaborating on innovative and pragmatic solutions to the challenges of growing Māori assets to </a:t>
            </a:r>
            <a:r>
              <a:rPr lang="en-US" sz="1200" b="0" i="0" kern="1200" dirty="0" err="1">
                <a:solidFill>
                  <a:schemeClr val="tx1"/>
                </a:solidFill>
                <a:effectLst/>
                <a:latin typeface="+mn-lt"/>
                <a:ea typeface="+mn-ea"/>
                <a:cs typeface="+mn-cs"/>
              </a:rPr>
              <a:t>realise</a:t>
            </a:r>
            <a:r>
              <a:rPr lang="en-US" sz="1200" b="0" i="0" kern="1200" dirty="0">
                <a:solidFill>
                  <a:schemeClr val="tx1"/>
                </a:solidFill>
                <a:effectLst/>
                <a:latin typeface="+mn-lt"/>
                <a:ea typeface="+mn-ea"/>
                <a:cs typeface="+mn-cs"/>
              </a:rPr>
              <a:t> the benefits not only for owners, but the  wider Māori and New Zealand economy. </a:t>
            </a:r>
          </a:p>
          <a:p>
            <a:endParaRPr lang="en-US" sz="1200" b="0" i="0" kern="1200" dirty="0">
              <a:solidFill>
                <a:schemeClr val="tx1"/>
              </a:solidFill>
              <a:effectLst/>
              <a:latin typeface="+mn-lt"/>
              <a:ea typeface="+mn-ea"/>
              <a:cs typeface="+mn-cs"/>
            </a:endParaRPr>
          </a:p>
          <a:p>
            <a:endParaRPr lang="en-NZ" dirty="0"/>
          </a:p>
        </p:txBody>
      </p:sp>
      <p:sp>
        <p:nvSpPr>
          <p:cNvPr id="4" name="Slide Number Placeholder 3"/>
          <p:cNvSpPr>
            <a:spLocks noGrp="1"/>
          </p:cNvSpPr>
          <p:nvPr>
            <p:ph type="sldNum" sz="quarter" idx="5"/>
          </p:nvPr>
        </p:nvSpPr>
        <p:spPr/>
        <p:txBody>
          <a:bodyPr/>
          <a:lstStyle/>
          <a:p>
            <a:fld id="{DB3F0355-78B3-48CD-9513-98BEADFC63AA}" type="slidenum">
              <a:rPr lang="en-NZ" smtClean="0"/>
              <a:t>18</a:t>
            </a:fld>
            <a:endParaRPr lang="en-NZ" dirty="0"/>
          </a:p>
        </p:txBody>
      </p:sp>
    </p:spTree>
    <p:extLst>
      <p:ext uri="{BB962C8B-B14F-4D97-AF65-F5344CB8AC3E}">
        <p14:creationId xmlns:p14="http://schemas.microsoft.com/office/powerpoint/2010/main" val="5294226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1463" cy="3725863"/>
          </a:xfrm>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fld id="{8D4D45F8-1D26-4C40-85AA-D8BFBF134F9C}" type="slidenum">
              <a:rPr lang="en-NZ" smtClean="0">
                <a:solidFill>
                  <a:prstClr val="black"/>
                </a:solidFill>
              </a:rPr>
              <a:pPr/>
              <a:t>19</a:t>
            </a:fld>
            <a:endParaRPr lang="en-NZ">
              <a:solidFill>
                <a:prstClr val="black"/>
              </a:solidFill>
            </a:endParaRPr>
          </a:p>
        </p:txBody>
      </p:sp>
    </p:spTree>
    <p:extLst>
      <p:ext uri="{BB962C8B-B14F-4D97-AF65-F5344CB8AC3E}">
        <p14:creationId xmlns:p14="http://schemas.microsoft.com/office/powerpoint/2010/main" val="19193464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1243013"/>
            <a:ext cx="5961063" cy="3354387"/>
          </a:xfrm>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10"/>
          </p:nvPr>
        </p:nvSpPr>
        <p:spPr/>
        <p:txBody>
          <a:bodyPr/>
          <a:lstStyle/>
          <a:p>
            <a:pPr marL="0" marR="0" lvl="0" indent="0" algn="r" defTabSz="456020" rtl="0" eaLnBrk="1" fontAlgn="auto" latinLnBrk="0" hangingPunct="1">
              <a:lnSpc>
                <a:spcPct val="100000"/>
              </a:lnSpc>
              <a:spcBef>
                <a:spcPts val="0"/>
              </a:spcBef>
              <a:spcAft>
                <a:spcPts val="0"/>
              </a:spcAft>
              <a:buClrTx/>
              <a:buSzTx/>
              <a:buFontTx/>
              <a:buNone/>
              <a:tabLst/>
              <a:defRPr/>
            </a:pPr>
            <a:fld id="{99C16ED8-43F3-7247-9CA4-CCF061452B2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602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34390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1243013"/>
            <a:ext cx="5961063" cy="3354387"/>
          </a:xfrm>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fld id="{99C16ED8-43F3-7247-9CA4-CCF061452B2F}" type="slidenum">
              <a:rPr lang="en-US" smtClean="0"/>
              <a:t>21</a:t>
            </a:fld>
            <a:endParaRPr lang="en-US"/>
          </a:p>
        </p:txBody>
      </p:sp>
    </p:spTree>
    <p:extLst>
      <p:ext uri="{BB962C8B-B14F-4D97-AF65-F5344CB8AC3E}">
        <p14:creationId xmlns:p14="http://schemas.microsoft.com/office/powerpoint/2010/main" val="40938100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1463" cy="3725863"/>
          </a:xfrm>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fld id="{8D4D45F8-1D26-4C40-85AA-D8BFBF134F9C}" type="slidenum">
              <a:rPr lang="en-NZ" smtClean="0">
                <a:solidFill>
                  <a:prstClr val="black"/>
                </a:solidFill>
              </a:rPr>
              <a:pPr/>
              <a:t>22</a:t>
            </a:fld>
            <a:endParaRPr lang="en-NZ">
              <a:solidFill>
                <a:prstClr val="black"/>
              </a:solidFill>
            </a:endParaRPr>
          </a:p>
        </p:txBody>
      </p:sp>
    </p:spTree>
    <p:extLst>
      <p:ext uri="{BB962C8B-B14F-4D97-AF65-F5344CB8AC3E}">
        <p14:creationId xmlns:p14="http://schemas.microsoft.com/office/powerpoint/2010/main" val="23604419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1463" cy="3725863"/>
          </a:xfrm>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fld id="{8D4D45F8-1D26-4C40-85AA-D8BFBF134F9C}" type="slidenum">
              <a:rPr lang="en-NZ" smtClean="0">
                <a:solidFill>
                  <a:prstClr val="black"/>
                </a:solidFill>
              </a:rPr>
              <a:pPr/>
              <a:t>23</a:t>
            </a:fld>
            <a:endParaRPr lang="en-NZ">
              <a:solidFill>
                <a:prstClr val="black"/>
              </a:solidFill>
            </a:endParaRPr>
          </a:p>
        </p:txBody>
      </p:sp>
    </p:spTree>
    <p:extLst>
      <p:ext uri="{BB962C8B-B14F-4D97-AF65-F5344CB8AC3E}">
        <p14:creationId xmlns:p14="http://schemas.microsoft.com/office/powerpoint/2010/main" val="36377991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1243013"/>
            <a:ext cx="5961063" cy="3354387"/>
          </a:xfrm>
        </p:spPr>
      </p:sp>
      <p:sp>
        <p:nvSpPr>
          <p:cNvPr id="3" name="Notes Placeholder 2"/>
          <p:cNvSpPr>
            <a:spLocks noGrp="1"/>
          </p:cNvSpPr>
          <p:nvPr>
            <p:ph type="body" idx="1"/>
          </p:nvPr>
        </p:nvSpPr>
        <p:spPr/>
        <p:txBody>
          <a:bodyPr/>
          <a:lstStyle/>
          <a:p>
            <a:endParaRPr lang="en-NZ" dirty="0"/>
          </a:p>
          <a:p>
            <a:r>
              <a:rPr lang="en-US" dirty="0"/>
              <a:t>The interaction between economic, environment and cultural/social wellbeing. They are mutually dependent, and can prove to a positive or negative reinforcement of one another. Cultures have come and gone through the ages due to both rising and then declining economic and or environmental sustainability. </a:t>
            </a:r>
          </a:p>
          <a:p>
            <a:endParaRPr lang="en-US" dirty="0"/>
          </a:p>
          <a:p>
            <a:r>
              <a:rPr lang="en-NZ" b="1" dirty="0"/>
              <a:t>Economic Prosperity and Growth </a:t>
            </a:r>
            <a:endParaRPr lang="en-NZ" dirty="0"/>
          </a:p>
          <a:p>
            <a:r>
              <a:rPr lang="en-US" dirty="0"/>
              <a:t>Combining people, knowledge, and physical and financial resources enables economic activity and ‘wealth’ to be created. The means by which sustainable economic growth can be created are by either: </a:t>
            </a:r>
          </a:p>
          <a:p>
            <a:r>
              <a:rPr lang="en-US" dirty="0"/>
              <a:t>A) Putting more resources into economic use e.g., </a:t>
            </a:r>
          </a:p>
          <a:p>
            <a:r>
              <a:rPr lang="en-US" dirty="0"/>
              <a:t> More people joining the </a:t>
            </a:r>
            <a:r>
              <a:rPr lang="en-US" dirty="0" err="1"/>
              <a:t>labour</a:t>
            </a:r>
            <a:r>
              <a:rPr lang="en-US" dirty="0"/>
              <a:t> force e.g., young, new migrants, or previously unemployed, or  Increasing the level of technology or capital per person (e.g., digging with shovels not hands), or  More land or resources being put into economic use. </a:t>
            </a:r>
          </a:p>
          <a:p>
            <a:endParaRPr lang="en-NZ" dirty="0"/>
          </a:p>
          <a:p>
            <a:r>
              <a:rPr lang="en-US" dirty="0"/>
              <a:t>B) Using the same resources more efficiently (smarter) e.g., </a:t>
            </a:r>
          </a:p>
          <a:p>
            <a:r>
              <a:rPr lang="en-US" dirty="0"/>
              <a:t> Finding new ways of </a:t>
            </a:r>
            <a:r>
              <a:rPr lang="en-US" dirty="0" err="1"/>
              <a:t>utilising</a:t>
            </a:r>
            <a:r>
              <a:rPr lang="en-US" dirty="0"/>
              <a:t> the same inputs,  Using new technologies to improve information sharing (e.g., computers)  Applying science or new work systems to previous means of manufacturing or processing. </a:t>
            </a:r>
          </a:p>
          <a:p>
            <a:endParaRPr lang="en-NZ" dirty="0"/>
          </a:p>
        </p:txBody>
      </p:sp>
      <p:sp>
        <p:nvSpPr>
          <p:cNvPr id="4" name="Slide Number Placeholder 3"/>
          <p:cNvSpPr>
            <a:spLocks noGrp="1"/>
          </p:cNvSpPr>
          <p:nvPr>
            <p:ph type="sldNum" sz="quarter" idx="10"/>
          </p:nvPr>
        </p:nvSpPr>
        <p:spPr/>
        <p:txBody>
          <a:bodyPr/>
          <a:lstStyle/>
          <a:p>
            <a:pPr marL="0" marR="0" lvl="0" indent="0" algn="r" defTabSz="456020" rtl="0" eaLnBrk="1" fontAlgn="auto" latinLnBrk="0" hangingPunct="1">
              <a:lnSpc>
                <a:spcPct val="100000"/>
              </a:lnSpc>
              <a:spcBef>
                <a:spcPts val="0"/>
              </a:spcBef>
              <a:spcAft>
                <a:spcPts val="0"/>
              </a:spcAft>
              <a:buClrTx/>
              <a:buSzTx/>
              <a:buFontTx/>
              <a:buNone/>
              <a:tabLst/>
              <a:defRPr/>
            </a:pPr>
            <a:fld id="{8D4D45F8-1D26-4C40-85AA-D8BFBF134F9C}"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6020" rtl="0" eaLnBrk="1" fontAlgn="auto" latinLnBrk="0" hangingPunct="1">
                <a:lnSpc>
                  <a:spcPct val="100000"/>
                </a:lnSpc>
                <a:spcBef>
                  <a:spcPts val="0"/>
                </a:spcBef>
                <a:spcAft>
                  <a:spcPts val="0"/>
                </a:spcAft>
                <a:buClrTx/>
                <a:buSzTx/>
                <a:buFontTx/>
                <a:buNone/>
                <a:tabLst/>
                <a:defRPr/>
              </a:pPr>
              <a:t>24</a:t>
            </a:fld>
            <a:endParaRPr kumimoji="0" lang="en-N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04419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1243013"/>
            <a:ext cx="5961063" cy="3354387"/>
          </a:xfrm>
        </p:spPr>
      </p:sp>
      <p:sp>
        <p:nvSpPr>
          <p:cNvPr id="3" name="Notes Placeholder 2"/>
          <p:cNvSpPr>
            <a:spLocks noGrp="1"/>
          </p:cNvSpPr>
          <p:nvPr>
            <p:ph type="body" idx="1"/>
          </p:nvPr>
        </p:nvSpPr>
        <p:spPr/>
        <p:txBody>
          <a:bodyPr/>
          <a:lstStyle/>
          <a:p>
            <a:pPr marL="0" lvl="7"/>
            <a:r>
              <a:rPr lang="en-NZ" sz="1400" dirty="0"/>
              <a:t>‘</a:t>
            </a:r>
            <a:r>
              <a:rPr lang="en-NZ" sz="1400" dirty="0" err="1"/>
              <a:t>Taonga</a:t>
            </a:r>
            <a:r>
              <a:rPr lang="en-NZ" sz="1400" dirty="0"/>
              <a:t>’ assets are those things that Maori would like to bequeath to future generations.  In contrast, ‘other’ assets are essentially a current means to a current end, namely the generation of earnings.   As such they are a function of the enterprise or enterprises to which the ‘</a:t>
            </a:r>
            <a:r>
              <a:rPr lang="en-NZ" sz="1400" dirty="0" err="1"/>
              <a:t>taonga</a:t>
            </a:r>
            <a:r>
              <a:rPr lang="en-NZ" sz="1400" dirty="0"/>
              <a:t>’ capital assets are currently committed and will be bought and sold without undue compunction as the needs of the enterprise or enterprise mix evolve over time.</a:t>
            </a:r>
          </a:p>
          <a:p>
            <a:pPr marL="0" lvl="7"/>
            <a:r>
              <a:rPr lang="en-NZ" sz="1400" dirty="0">
                <a:solidFill>
                  <a:schemeClr val="tx2"/>
                </a:solidFill>
              </a:rPr>
              <a:t>For some, perpetual land ownership is the most important consideration and the enterprises carried out on that land comes second and can change over time (perpetuity). </a:t>
            </a:r>
          </a:p>
          <a:p>
            <a:endParaRPr lang="en-NZ" dirty="0"/>
          </a:p>
        </p:txBody>
      </p:sp>
      <p:sp>
        <p:nvSpPr>
          <p:cNvPr id="4" name="Slide Number Placeholder 3"/>
          <p:cNvSpPr>
            <a:spLocks noGrp="1"/>
          </p:cNvSpPr>
          <p:nvPr>
            <p:ph type="sldNum" sz="quarter" idx="10"/>
          </p:nvPr>
        </p:nvSpPr>
        <p:spPr/>
        <p:txBody>
          <a:bodyPr/>
          <a:lstStyle/>
          <a:p>
            <a:pPr marL="0" marR="0" lvl="0" indent="0" algn="r" defTabSz="456020" rtl="0" eaLnBrk="1" fontAlgn="auto" latinLnBrk="0" hangingPunct="1">
              <a:lnSpc>
                <a:spcPct val="100000"/>
              </a:lnSpc>
              <a:spcBef>
                <a:spcPts val="0"/>
              </a:spcBef>
              <a:spcAft>
                <a:spcPts val="0"/>
              </a:spcAft>
              <a:buClrTx/>
              <a:buSzTx/>
              <a:buFontTx/>
              <a:buNone/>
              <a:tabLst/>
              <a:defRPr/>
            </a:pPr>
            <a:fld id="{8D4D45F8-1D26-4C40-85AA-D8BFBF134F9C}"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6020" rtl="0" eaLnBrk="1" fontAlgn="auto" latinLnBrk="0" hangingPunct="1">
                <a:lnSpc>
                  <a:spcPct val="100000"/>
                </a:lnSpc>
                <a:spcBef>
                  <a:spcPts val="0"/>
                </a:spcBef>
                <a:spcAft>
                  <a:spcPts val="0"/>
                </a:spcAft>
                <a:buClrTx/>
                <a:buSzTx/>
                <a:buFontTx/>
                <a:buNone/>
                <a:tabLst/>
                <a:defRPr/>
              </a:pPr>
              <a:t>25</a:t>
            </a:fld>
            <a:endParaRPr kumimoji="0" lang="en-N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98901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1463" cy="3725863"/>
          </a:xfrm>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pPr marL="0" marR="0" lvl="0" indent="0" algn="r" defTabSz="456020" rtl="0" eaLnBrk="1" fontAlgn="auto" latinLnBrk="0" hangingPunct="1">
              <a:lnSpc>
                <a:spcPct val="100000"/>
              </a:lnSpc>
              <a:spcBef>
                <a:spcPts val="0"/>
              </a:spcBef>
              <a:spcAft>
                <a:spcPts val="0"/>
              </a:spcAft>
              <a:buClrTx/>
              <a:buSzTx/>
              <a:buFontTx/>
              <a:buNone/>
              <a:tabLst/>
              <a:defRPr/>
            </a:pPr>
            <a:fld id="{8D4D45F8-1D26-4C40-85AA-D8BFBF134F9C}"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6020" rtl="0" eaLnBrk="1" fontAlgn="auto" latinLnBrk="0" hangingPunct="1">
                <a:lnSpc>
                  <a:spcPct val="100000"/>
                </a:lnSpc>
                <a:spcBef>
                  <a:spcPts val="0"/>
                </a:spcBef>
                <a:spcAft>
                  <a:spcPts val="0"/>
                </a:spcAft>
                <a:buClrTx/>
                <a:buSzTx/>
                <a:buFontTx/>
                <a:buNone/>
                <a:tabLst/>
                <a:defRPr/>
              </a:pPr>
              <a:t>26</a:t>
            </a:fld>
            <a:endParaRPr kumimoji="0" lang="en-N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4925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6020" rtl="0" eaLnBrk="1" fontAlgn="auto" latinLnBrk="0" hangingPunct="1">
              <a:lnSpc>
                <a:spcPct val="100000"/>
              </a:lnSpc>
              <a:spcBef>
                <a:spcPts val="0"/>
              </a:spcBef>
              <a:spcAft>
                <a:spcPts val="0"/>
              </a:spcAft>
              <a:buClrTx/>
              <a:buSzTx/>
              <a:buFontTx/>
              <a:buNone/>
              <a:tabLst/>
              <a:defRPr/>
            </a:pPr>
            <a:fld id="{DB3F0355-78B3-48CD-9513-98BEADFC63AA}"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6020" rtl="0" eaLnBrk="1" fontAlgn="auto" latinLnBrk="0" hangingPunct="1">
                <a:lnSpc>
                  <a:spcPct val="100000"/>
                </a:lnSpc>
                <a:spcBef>
                  <a:spcPts val="0"/>
                </a:spcBef>
                <a:spcAft>
                  <a:spcPts val="0"/>
                </a:spcAft>
                <a:buClrTx/>
                <a:buSzTx/>
                <a:buFontTx/>
                <a:buNone/>
                <a:tabLst/>
                <a:defRPr/>
              </a:pPr>
              <a:t>27</a:t>
            </a:fld>
            <a:endParaRPr kumimoji="0" lang="en-NZ"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08159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3F0355-78B3-48CD-9513-98BEADFC63AA}" type="slidenum">
              <a:rPr lang="en-NZ" smtClean="0"/>
              <a:t>28</a:t>
            </a:fld>
            <a:endParaRPr lang="en-NZ" dirty="0"/>
          </a:p>
        </p:txBody>
      </p:sp>
    </p:spTree>
    <p:extLst>
      <p:ext uri="{BB962C8B-B14F-4D97-AF65-F5344CB8AC3E}">
        <p14:creationId xmlns:p14="http://schemas.microsoft.com/office/powerpoint/2010/main" val="39008159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24637" cy="3727450"/>
          </a:xfrm>
        </p:spPr>
      </p:sp>
      <p:sp>
        <p:nvSpPr>
          <p:cNvPr id="3" name="Notes Placeholder 2"/>
          <p:cNvSpPr>
            <a:spLocks noGrp="1"/>
          </p:cNvSpPr>
          <p:nvPr>
            <p:ph type="body" idx="1"/>
          </p:nvPr>
        </p:nvSpPr>
        <p:spPr/>
        <p:txBody>
          <a:bodyPr/>
          <a:lstStyle/>
          <a:p>
            <a:r>
              <a:rPr lang="en-GB" sz="1800" dirty="0"/>
              <a:t>&lt;IR&gt; is consistent with developments in financial and other reporting, but an integrated report also differs from other reports and communications in a number of ways. In particular, it focuses on the ability of an organization to create value in the short, medium and long term, and in so doing it: </a:t>
            </a:r>
          </a:p>
          <a:p>
            <a:endParaRPr lang="en-GB" sz="1800" dirty="0"/>
          </a:p>
          <a:p>
            <a:pPr marL="288293" indent="-288293">
              <a:buFont typeface="Arial" panose="020B0604020202020204" pitchFamily="34" charset="0"/>
              <a:buChar char="•"/>
            </a:pPr>
            <a:r>
              <a:rPr lang="en-GB" sz="1800" dirty="0"/>
              <a:t>is a concise communication about how an organization’s strategy, governance, performance and prospects, in the context of its external environment, lead to the creation of value over the short, medium and long term. </a:t>
            </a:r>
          </a:p>
          <a:p>
            <a:pPr marL="288293" indent="-288293">
              <a:buFont typeface="Arial" panose="020B0604020202020204" pitchFamily="34" charset="0"/>
              <a:buChar char="•"/>
            </a:pPr>
            <a:r>
              <a:rPr lang="en-GB" sz="1800" dirty="0"/>
              <a:t> Has a combined emphasis on conciseness, strategic focus and future orientation, the connectivity of information, and the capitals and their interdependencies </a:t>
            </a:r>
          </a:p>
          <a:p>
            <a:pPr marL="288293" indent="-288293">
              <a:buFont typeface="Arial" panose="020B0604020202020204" pitchFamily="34" charset="0"/>
              <a:buChar char="•"/>
            </a:pPr>
            <a:r>
              <a:rPr lang="en-GB" sz="1800" dirty="0"/>
              <a:t> Emphasizes the importance of integrated thinking within the organization. </a:t>
            </a:r>
          </a:p>
          <a:p>
            <a:endParaRPr lang="en-GB" sz="1800" dirty="0"/>
          </a:p>
        </p:txBody>
      </p:sp>
      <p:sp>
        <p:nvSpPr>
          <p:cNvPr id="4" name="Slide Number Placeholder 3"/>
          <p:cNvSpPr>
            <a:spLocks noGrp="1"/>
          </p:cNvSpPr>
          <p:nvPr>
            <p:ph type="sldNum" sz="quarter" idx="10"/>
          </p:nvPr>
        </p:nvSpPr>
        <p:spPr/>
        <p:txBody>
          <a:bodyPr/>
          <a:lstStyle/>
          <a:p>
            <a:pPr marL="0" marR="0" lvl="0" indent="0" algn="r" defTabSz="456020" rtl="0" eaLnBrk="1" fontAlgn="auto" latinLnBrk="0" hangingPunct="1">
              <a:lnSpc>
                <a:spcPct val="100000"/>
              </a:lnSpc>
              <a:spcBef>
                <a:spcPts val="0"/>
              </a:spcBef>
              <a:spcAft>
                <a:spcPts val="0"/>
              </a:spcAft>
              <a:buClrTx/>
              <a:buSzTx/>
              <a:buFontTx/>
              <a:buNone/>
              <a:tabLst/>
              <a:defRPr/>
            </a:pPr>
            <a:fld id="{E3C39990-7729-4B5E-96EC-26E316A4E4C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602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78404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24637" cy="3727450"/>
          </a:xfrm>
        </p:spPr>
      </p:sp>
      <p:sp>
        <p:nvSpPr>
          <p:cNvPr id="3" name="Notes Placeholder 2"/>
          <p:cNvSpPr>
            <a:spLocks noGrp="1"/>
          </p:cNvSpPr>
          <p:nvPr>
            <p:ph type="body" idx="1"/>
          </p:nvPr>
        </p:nvSpPr>
        <p:spPr/>
        <p:txBody>
          <a:bodyPr/>
          <a:lstStyle/>
          <a:p>
            <a:r>
              <a:rPr lang="en-GB" sz="1800" dirty="0"/>
              <a:t>&lt;</a:t>
            </a:r>
          </a:p>
        </p:txBody>
      </p:sp>
      <p:sp>
        <p:nvSpPr>
          <p:cNvPr id="4" name="Slide Number Placeholder 3"/>
          <p:cNvSpPr>
            <a:spLocks noGrp="1"/>
          </p:cNvSpPr>
          <p:nvPr>
            <p:ph type="sldNum" sz="quarter" idx="10"/>
          </p:nvPr>
        </p:nvSpPr>
        <p:spPr/>
        <p:txBody>
          <a:bodyPr/>
          <a:lstStyle/>
          <a:p>
            <a:fld id="{E3C39990-7729-4B5E-96EC-26E316A4E4C5}" type="slidenum">
              <a:rPr lang="en-GB" smtClean="0">
                <a:solidFill>
                  <a:prstClr val="black"/>
                </a:solidFill>
              </a:rPr>
              <a:pPr/>
              <a:t>30</a:t>
            </a:fld>
            <a:endParaRPr lang="en-GB">
              <a:solidFill>
                <a:prstClr val="black"/>
              </a:solidFill>
            </a:endParaRPr>
          </a:p>
        </p:txBody>
      </p:sp>
    </p:spTree>
    <p:extLst>
      <p:ext uri="{BB962C8B-B14F-4D97-AF65-F5344CB8AC3E}">
        <p14:creationId xmlns:p14="http://schemas.microsoft.com/office/powerpoint/2010/main" val="605109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GB" sz="1000" b="0" dirty="0">
                <a:latin typeface="Arial Narrow" pitchFamily="34" charset="0"/>
              </a:rPr>
              <a:t>Integrated Reporting &lt;IR&gt;: </a:t>
            </a:r>
            <a:r>
              <a:rPr lang="en-GB" sz="1000" dirty="0">
                <a:latin typeface="Arial Narrow" pitchFamily="34" charset="0"/>
              </a:rPr>
              <a:t>A process founded on integrated thinking that results in a periodic integrated report by an organization about value </a:t>
            </a:r>
          </a:p>
          <a:p>
            <a:pPr fontAlgn="base"/>
            <a:r>
              <a:rPr lang="en-GB" sz="1000" dirty="0">
                <a:latin typeface="Arial Narrow" pitchFamily="34" charset="0"/>
              </a:rPr>
              <a:t>creation over time and related communications regarding aspects of value creation. </a:t>
            </a:r>
          </a:p>
          <a:p>
            <a:pPr fontAlgn="base"/>
            <a:endParaRPr lang="en-AU" sz="1000" dirty="0">
              <a:latin typeface="Arial Narrow" pitchFamily="34" charset="0"/>
            </a:endParaRPr>
          </a:p>
          <a:p>
            <a:pPr fontAlgn="base"/>
            <a:r>
              <a:rPr lang="en-GB" sz="1000" dirty="0">
                <a:latin typeface="Arial Narrow" pitchFamily="34" charset="0"/>
              </a:rPr>
              <a:t>Integrated report: A concise communication about how an organization’s strategy, governance, performance and prospects, in the context of its external environment, lead to the creation of value in the short, medium and long term. </a:t>
            </a:r>
          </a:p>
          <a:p>
            <a:pPr fontAlgn="base"/>
            <a:endParaRPr lang="en-AU" sz="1000" dirty="0">
              <a:latin typeface="Arial Narrow" pitchFamily="34" charset="0"/>
            </a:endParaRPr>
          </a:p>
          <a:p>
            <a:pPr fontAlgn="base"/>
            <a:r>
              <a:rPr lang="en-GB" sz="1000" dirty="0">
                <a:latin typeface="Arial Narrow" pitchFamily="34" charset="0"/>
              </a:rPr>
              <a:t>Integrated thinking: The active consideration by an organization of the relationships between its various operating and functional units and the capitals that the organization uses or affects. Integrated thinking leads to integrated decision-making and actions that consider the creation of value over the short, medium and long term. </a:t>
            </a:r>
          </a:p>
          <a:p>
            <a:pPr fontAlgn="base"/>
            <a:endParaRPr lang="en-AU" sz="1000" dirty="0">
              <a:latin typeface="Arial Narrow" pitchFamily="34" charset="0"/>
            </a:endParaRPr>
          </a:p>
        </p:txBody>
      </p:sp>
      <p:sp>
        <p:nvSpPr>
          <p:cNvPr id="4" name="Slide Number Placeholder 3"/>
          <p:cNvSpPr>
            <a:spLocks noGrp="1"/>
          </p:cNvSpPr>
          <p:nvPr>
            <p:ph type="sldNum" sz="quarter" idx="10"/>
          </p:nvPr>
        </p:nvSpPr>
        <p:spPr/>
        <p:txBody>
          <a:bodyPr/>
          <a:lstStyle/>
          <a:p>
            <a:fld id="{E3C39990-7729-4B5E-96EC-26E316A4E4C5}" type="slidenum">
              <a:rPr lang="en-GB" smtClean="0"/>
              <a:pPr/>
              <a:t>31</a:t>
            </a:fld>
            <a:endParaRPr lang="en-GB"/>
          </a:p>
        </p:txBody>
      </p:sp>
    </p:spTree>
    <p:extLst>
      <p:ext uri="{BB962C8B-B14F-4D97-AF65-F5344CB8AC3E}">
        <p14:creationId xmlns:p14="http://schemas.microsoft.com/office/powerpoint/2010/main" val="6378700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xfrm>
            <a:off x="92075" y="746125"/>
            <a:ext cx="6623050" cy="37258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GB" altLang="en-US" dirty="0"/>
              <a:t>Lawson introduces its business model in the section of “Message from CEO” as a basis for the discussion on how to achieve management’s commitment, 20% of Return on Equity (ROE). The content is clear, concise and logically structured. </a:t>
            </a:r>
          </a:p>
          <a:p>
            <a:pPr>
              <a:spcBef>
                <a:spcPct val="0"/>
              </a:spcBef>
            </a:pPr>
            <a:endParaRPr lang="en-GB" altLang="en-US" dirty="0"/>
          </a:p>
          <a:p>
            <a:pPr>
              <a:spcBef>
                <a:spcPct val="0"/>
              </a:spcBef>
            </a:pPr>
            <a:r>
              <a:rPr lang="en-GB" altLang="en-US" dirty="0"/>
              <a:t>The explanation on Lawson’s advantage is followed by this diagram. The vision is based on the customer-driven corporate culture, and is positioned in centre place. Three components are identified as a differentiator and a viable driver of its business model. </a:t>
            </a:r>
          </a:p>
          <a:p>
            <a:pPr>
              <a:spcBef>
                <a:spcPct val="0"/>
              </a:spcBef>
            </a:pPr>
            <a:endParaRPr lang="en-GB" altLang="en-US" dirty="0"/>
          </a:p>
          <a:p>
            <a:pPr>
              <a:spcBef>
                <a:spcPct val="0"/>
              </a:spcBef>
            </a:pPr>
            <a:r>
              <a:rPr lang="en-GB" altLang="en-US" dirty="0"/>
              <a:t>Each component is explained in the following pages, demonstrating its interaction with each other. Capitals shown in the diagram are further explained in the narrative part to supplement information in the diagram. </a:t>
            </a:r>
          </a:p>
          <a:p>
            <a:pPr>
              <a:spcBef>
                <a:spcPct val="0"/>
              </a:spcBef>
            </a:pPr>
            <a:endParaRPr lang="en-GB" altLang="en-US" dirty="0"/>
          </a:p>
        </p:txBody>
      </p:sp>
      <p:sp>
        <p:nvSpPr>
          <p:cNvPr id="1187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fld id="{0E324EC8-13BB-4EC2-9988-CE4EE82F641F}" type="slidenum">
              <a:rPr lang="en-GB" altLang="en-US">
                <a:solidFill>
                  <a:prstClr val="black"/>
                </a:solidFill>
              </a:rPr>
              <a:pPr/>
              <a:t>32</a:t>
            </a:fld>
            <a:endParaRPr lang="en-GB" altLang="en-US">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3F0355-78B3-48CD-9513-98BEADFC63AA}" type="slidenum">
              <a:rPr lang="en-NZ" smtClean="0"/>
              <a:t>34</a:t>
            </a:fld>
            <a:endParaRPr lang="en-NZ" dirty="0"/>
          </a:p>
        </p:txBody>
      </p:sp>
    </p:spTree>
    <p:extLst>
      <p:ext uri="{BB962C8B-B14F-4D97-AF65-F5344CB8AC3E}">
        <p14:creationId xmlns:p14="http://schemas.microsoft.com/office/powerpoint/2010/main" val="35321097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3F0355-78B3-48CD-9513-98BEADFC63AA}" type="slidenum">
              <a:rPr lang="en-NZ" smtClean="0"/>
              <a:t>36</a:t>
            </a:fld>
            <a:endParaRPr lang="en-NZ" dirty="0"/>
          </a:p>
        </p:txBody>
      </p:sp>
    </p:spTree>
    <p:extLst>
      <p:ext uri="{BB962C8B-B14F-4D97-AF65-F5344CB8AC3E}">
        <p14:creationId xmlns:p14="http://schemas.microsoft.com/office/powerpoint/2010/main" val="25370485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3F0355-78B3-48CD-9513-98BEADFC63AA}" type="slidenum">
              <a:rPr lang="en-NZ" smtClean="0"/>
              <a:t>37</a:t>
            </a:fld>
            <a:endParaRPr lang="en-NZ" dirty="0"/>
          </a:p>
        </p:txBody>
      </p:sp>
    </p:spTree>
    <p:extLst>
      <p:ext uri="{BB962C8B-B14F-4D97-AF65-F5344CB8AC3E}">
        <p14:creationId xmlns:p14="http://schemas.microsoft.com/office/powerpoint/2010/main" val="11707544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3F0355-78B3-48CD-9513-98BEADFC63AA}" type="slidenum">
              <a:rPr lang="en-NZ" smtClean="0"/>
              <a:t>38</a:t>
            </a:fld>
            <a:endParaRPr lang="en-NZ" dirty="0"/>
          </a:p>
        </p:txBody>
      </p:sp>
    </p:spTree>
    <p:extLst>
      <p:ext uri="{BB962C8B-B14F-4D97-AF65-F5344CB8AC3E}">
        <p14:creationId xmlns:p14="http://schemas.microsoft.com/office/powerpoint/2010/main" val="40951736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6020" rtl="0" eaLnBrk="1" fontAlgn="auto" latinLnBrk="0" hangingPunct="1">
              <a:lnSpc>
                <a:spcPct val="100000"/>
              </a:lnSpc>
              <a:spcBef>
                <a:spcPts val="0"/>
              </a:spcBef>
              <a:spcAft>
                <a:spcPts val="0"/>
              </a:spcAft>
              <a:buClrTx/>
              <a:buSzTx/>
              <a:buFontTx/>
              <a:buNone/>
              <a:tabLst/>
              <a:defRPr/>
            </a:pPr>
            <a:fld id="{DB3F0355-78B3-48CD-9513-98BEADFC63AA}"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6020" rtl="0" eaLnBrk="1" fontAlgn="auto" latinLnBrk="0" hangingPunct="1">
                <a:lnSpc>
                  <a:spcPct val="100000"/>
                </a:lnSpc>
                <a:spcBef>
                  <a:spcPts val="0"/>
                </a:spcBef>
                <a:spcAft>
                  <a:spcPts val="0"/>
                </a:spcAft>
                <a:buClrTx/>
                <a:buSzTx/>
                <a:buFontTx/>
                <a:buNone/>
                <a:tabLst/>
                <a:defRPr/>
              </a:pPr>
              <a:t>39</a:t>
            </a:fld>
            <a:endParaRPr kumimoji="0" lang="en-NZ"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09473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e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4.jpe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4.jpeg"/></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4.jpe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4.jpe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3.xml"/><Relationship Id="rId4" Type="http://schemas.openxmlformats.org/officeDocument/2006/relationships/image" Target="../media/image4.jpe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3.xml"/><Relationship Id="rId4" Type="http://schemas.openxmlformats.org/officeDocument/2006/relationships/image" Target="../media/image4.jpe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g"/><Relationship Id="rId1" Type="http://schemas.openxmlformats.org/officeDocument/2006/relationships/slideMaster" Target="../slideMasters/slideMaster3.xml"/><Relationship Id="rId4" Type="http://schemas.openxmlformats.org/officeDocument/2006/relationships/image" Target="../media/image4.jpe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3.xml"/><Relationship Id="rId4" Type="http://schemas.openxmlformats.org/officeDocument/2006/relationships/image" Target="../media/image4.jpeg"/></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3.xml"/><Relationship Id="rId4" Type="http://schemas.openxmlformats.org/officeDocument/2006/relationships/image" Target="../media/image4.jpe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3.xml"/><Relationship Id="rId4" Type="http://schemas.openxmlformats.org/officeDocument/2006/relationships/image" Target="../media/image4.jpe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e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e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g"/><Relationship Id="rId1" Type="http://schemas.openxmlformats.org/officeDocument/2006/relationships/slideMaster" Target="../slideMasters/slideMaster4.xml"/><Relationship Id="rId4" Type="http://schemas.openxmlformats.org/officeDocument/2006/relationships/image" Target="../media/image4.jpe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4.xml"/><Relationship Id="rId4" Type="http://schemas.openxmlformats.org/officeDocument/2006/relationships/image" Target="../media/image4.jpeg"/></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4.xml"/><Relationship Id="rId4" Type="http://schemas.openxmlformats.org/officeDocument/2006/relationships/image" Target="../media/image4.jpe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4.xml"/><Relationship Id="rId4" Type="http://schemas.openxmlformats.org/officeDocument/2006/relationships/image" Target="../media/image4.jpe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5.xml"/><Relationship Id="rId4" Type="http://schemas.openxmlformats.org/officeDocument/2006/relationships/image" Target="../media/image4.jpeg"/></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5.xml"/><Relationship Id="rId4" Type="http://schemas.openxmlformats.org/officeDocument/2006/relationships/image" Target="../media/image4.jpe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g"/><Relationship Id="rId1" Type="http://schemas.openxmlformats.org/officeDocument/2006/relationships/slideMaster" Target="../slideMasters/slideMaster5.xml"/><Relationship Id="rId4" Type="http://schemas.openxmlformats.org/officeDocument/2006/relationships/image" Target="../media/image4.jpe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5.xml"/><Relationship Id="rId4" Type="http://schemas.openxmlformats.org/officeDocument/2006/relationships/image" Target="../media/image4.jpeg"/></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5.xml"/><Relationship Id="rId4" Type="http://schemas.openxmlformats.org/officeDocument/2006/relationships/image" Target="../media/image4.jpe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5.xml"/><Relationship Id="rId4" Type="http://schemas.openxmlformats.org/officeDocument/2006/relationships/image" Target="../media/image4.jpeg"/></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6.xml"/><Relationship Id="rId4" Type="http://schemas.openxmlformats.org/officeDocument/2006/relationships/image" Target="../media/image4.jpe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6.xml"/><Relationship Id="rId4" Type="http://schemas.openxmlformats.org/officeDocument/2006/relationships/image" Target="../media/image4.jpeg"/></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g"/><Relationship Id="rId1" Type="http://schemas.openxmlformats.org/officeDocument/2006/relationships/slideMaster" Target="../slideMasters/slideMaster6.xml"/><Relationship Id="rId4" Type="http://schemas.openxmlformats.org/officeDocument/2006/relationships/image" Target="../media/image4.jpeg"/></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6.xml"/><Relationship Id="rId4" Type="http://schemas.openxmlformats.org/officeDocument/2006/relationships/image" Target="../media/image4.jpeg"/></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6.xml"/><Relationship Id="rId4" Type="http://schemas.openxmlformats.org/officeDocument/2006/relationships/image" Target="../media/image4.jpeg"/></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6.xml"/><Relationship Id="rId4" Type="http://schemas.openxmlformats.org/officeDocument/2006/relationships/image" Target="../media/image4.jpeg"/></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7.xml"/><Relationship Id="rId4" Type="http://schemas.openxmlformats.org/officeDocument/2006/relationships/image" Target="../media/image4.jpeg"/></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7.xml"/><Relationship Id="rId4" Type="http://schemas.openxmlformats.org/officeDocument/2006/relationships/image" Target="../media/image4.jpeg"/></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g"/><Relationship Id="rId1" Type="http://schemas.openxmlformats.org/officeDocument/2006/relationships/slideMaster" Target="../slideMasters/slideMaster7.xml"/><Relationship Id="rId4" Type="http://schemas.openxmlformats.org/officeDocument/2006/relationships/image" Target="../media/image4.jpeg"/></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7.xml"/><Relationship Id="rId4" Type="http://schemas.openxmlformats.org/officeDocument/2006/relationships/image" Target="../media/image4.jpeg"/></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7.xml"/><Relationship Id="rId4" Type="http://schemas.openxmlformats.org/officeDocument/2006/relationships/image" Target="../media/image4.jpeg"/></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7.xml"/><Relationship Id="rId4" Type="http://schemas.openxmlformats.org/officeDocument/2006/relationships/image" Target="../media/image4.jpeg"/></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7.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8.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8.xml"/><Relationship Id="rId4" Type="http://schemas.openxmlformats.org/officeDocument/2006/relationships/image" Target="../media/image4.jpeg"/></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8.xml"/><Relationship Id="rId4" Type="http://schemas.openxmlformats.org/officeDocument/2006/relationships/image" Target="../media/image4.jpeg"/></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g"/><Relationship Id="rId1" Type="http://schemas.openxmlformats.org/officeDocument/2006/relationships/slideMaster" Target="../slideMasters/slideMaster8.xml"/><Relationship Id="rId4" Type="http://schemas.openxmlformats.org/officeDocument/2006/relationships/image" Target="../media/image4.jpeg"/></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8.xml"/><Relationship Id="rId4" Type="http://schemas.openxmlformats.org/officeDocument/2006/relationships/image" Target="../media/image4.jpeg"/></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8.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8.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8.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8.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8.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8.xml"/></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8.xml"/><Relationship Id="rId4" Type="http://schemas.openxmlformats.org/officeDocument/2006/relationships/image" Target="../media/image4.jpeg"/></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8.xml"/><Relationship Id="rId4" Type="http://schemas.openxmlformats.org/officeDocument/2006/relationships/image" Target="../media/image4.jpeg"/></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Master" Target="../slideMasters/slideMaster8.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8.xml"/></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g"/><Relationship Id="rId1" Type="http://schemas.openxmlformats.org/officeDocument/2006/relationships/slideMaster" Target="../slideMasters/slideMaster8.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8.xml"/></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Master" Target="../slideMasters/slideMaster8.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8.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Master" Target="../slideMasters/slideMaster8.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g"/><Relationship Id="rId1" Type="http://schemas.openxmlformats.org/officeDocument/2006/relationships/slideMaster" Target="../slideMasters/slideMaster8.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8.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8.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9.xml"/></Relationships>
</file>

<file path=ppt/slideLayouts/_rels/slideLayout22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9.xml"/><Relationship Id="rId4" Type="http://schemas.openxmlformats.org/officeDocument/2006/relationships/image" Target="../media/image4.jpeg"/></Relationships>
</file>

<file path=ppt/slideLayouts/_rels/slideLayout23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9.xml"/><Relationship Id="rId4" Type="http://schemas.openxmlformats.org/officeDocument/2006/relationships/image" Target="../media/image4.jpeg"/></Relationships>
</file>

<file path=ppt/slideLayouts/_rels/slideLayout2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g"/><Relationship Id="rId1" Type="http://schemas.openxmlformats.org/officeDocument/2006/relationships/slideMaster" Target="../slideMasters/slideMaster9.xml"/><Relationship Id="rId4" Type="http://schemas.openxmlformats.org/officeDocument/2006/relationships/image" Target="../media/image4.jpeg"/></Relationships>
</file>

<file path=ppt/slideLayouts/_rels/slideLayout23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9.xml"/><Relationship Id="rId4" Type="http://schemas.openxmlformats.org/officeDocument/2006/relationships/image" Target="../media/image4.jpeg"/></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9.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9.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9.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9.xml"/></Relationships>
</file>

<file path=ppt/slideLayouts/_rels/slideLayout23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9.xml"/></Relationships>
</file>

<file path=ppt/slideLayouts/_rels/slideLayout23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9.xml"/></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9.xml"/><Relationship Id="rId4" Type="http://schemas.openxmlformats.org/officeDocument/2006/relationships/image" Target="../media/image4.jpeg"/></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9.xml"/><Relationship Id="rId4" Type="http://schemas.openxmlformats.org/officeDocument/2006/relationships/image" Target="../media/image4.jpeg"/></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Master" Target="../slideMasters/slideMaster9.xml"/></Relationships>
</file>

<file path=ppt/slideLayouts/_rels/slideLayout24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9.xml"/></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g"/><Relationship Id="rId1" Type="http://schemas.openxmlformats.org/officeDocument/2006/relationships/slideMaster" Target="../slideMasters/slideMaster9.xml"/></Relationships>
</file>

<file path=ppt/slideLayouts/_rels/slideLayout24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9.xml"/></Relationships>
</file>

<file path=ppt/slideLayouts/_rels/slideLayout24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Master" Target="../slideMasters/slideMaster9.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Master" Target="../slideMasters/slideMaster9.xml"/></Relationships>
</file>

<file path=ppt/slideLayouts/_rels/slideLayout25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g"/><Relationship Id="rId1" Type="http://schemas.openxmlformats.org/officeDocument/2006/relationships/slideMaster" Target="../slideMasters/slideMaster9.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25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9.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0.xml"/></Relationships>
</file>

<file path=ppt/slideLayouts/_rels/slideLayout2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0.xml"/><Relationship Id="rId4" Type="http://schemas.openxmlformats.org/officeDocument/2006/relationships/image" Target="../media/image4.jpeg"/></Relationships>
</file>

<file path=ppt/slideLayouts/_rels/slideLayout25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0.xml"/><Relationship Id="rId4" Type="http://schemas.openxmlformats.org/officeDocument/2006/relationships/image" Target="../media/image4.jpeg"/></Relationships>
</file>

<file path=ppt/slideLayouts/_rels/slideLayout25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g"/><Relationship Id="rId1" Type="http://schemas.openxmlformats.org/officeDocument/2006/relationships/slideMaster" Target="../slideMasters/slideMaster10.xml"/><Relationship Id="rId4" Type="http://schemas.openxmlformats.org/officeDocument/2006/relationships/image" Target="../media/image4.jpeg"/></Relationships>
</file>

<file path=ppt/slideLayouts/_rels/slideLayout25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10.xml"/><Relationship Id="rId4" Type="http://schemas.openxmlformats.org/officeDocument/2006/relationships/image" Target="../media/image4.jpeg"/></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0.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0.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0.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0.xml"/></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0.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0.xml"/></Relationships>
</file>

<file path=ppt/slideLayouts/_rels/slideLayout26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10.xml"/><Relationship Id="rId4" Type="http://schemas.openxmlformats.org/officeDocument/2006/relationships/image" Target="../media/image4.jpeg"/></Relationships>
</file>

<file path=ppt/slideLayouts/_rels/slideLayout26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10.xml"/><Relationship Id="rId4" Type="http://schemas.openxmlformats.org/officeDocument/2006/relationships/image" Target="../media/image4.jpeg"/></Relationships>
</file>

<file path=ppt/slideLayouts/_rels/slideLayout26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Master" Target="../slideMasters/slideMaster10.xml"/></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0.xml"/></Relationships>
</file>

<file path=ppt/slideLayouts/_rels/slideLayout26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g"/><Relationship Id="rId1" Type="http://schemas.openxmlformats.org/officeDocument/2006/relationships/slideMaster" Target="../slideMasters/slideMaster10.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0.xml"/></Relationships>
</file>

<file path=ppt/slideLayouts/_rels/slideLayout27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Master" Target="../slideMasters/slideMaster10.xml"/></Relationships>
</file>

<file path=ppt/slideLayouts/_rels/slideLayout27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0.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Master" Target="../slideMasters/slideMaster10.xml"/></Relationships>
</file>

<file path=ppt/slideLayouts/_rels/slideLayout27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g"/><Relationship Id="rId1" Type="http://schemas.openxmlformats.org/officeDocument/2006/relationships/slideMaster" Target="../slideMasters/slideMaster10.xml"/></Relationships>
</file>

<file path=ppt/slideLayouts/_rels/slideLayout27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0.xml"/></Relationships>
</file>

<file path=ppt/slideLayouts/_rels/slideLayout27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0.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28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1.xml"/></Relationships>
</file>

<file path=ppt/slideLayouts/_rels/slideLayout28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1.xml"/><Relationship Id="rId4" Type="http://schemas.openxmlformats.org/officeDocument/2006/relationships/image" Target="../media/image4.jpeg"/></Relationships>
</file>

<file path=ppt/slideLayouts/_rels/slideLayout28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1.xml"/><Relationship Id="rId4" Type="http://schemas.openxmlformats.org/officeDocument/2006/relationships/image" Target="../media/image4.jpeg"/></Relationships>
</file>

<file path=ppt/slideLayouts/_rels/slideLayout28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g"/><Relationship Id="rId1" Type="http://schemas.openxmlformats.org/officeDocument/2006/relationships/slideMaster" Target="../slideMasters/slideMaster11.xml"/><Relationship Id="rId4" Type="http://schemas.openxmlformats.org/officeDocument/2006/relationships/image" Target="../media/image4.jpeg"/></Relationships>
</file>

<file path=ppt/slideLayouts/_rels/slideLayout28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11.xml"/><Relationship Id="rId4" Type="http://schemas.openxmlformats.org/officeDocument/2006/relationships/image" Target="../media/image4.jpeg"/></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1.xml"/></Relationships>
</file>

<file path=ppt/slideLayouts/_rels/slideLayout28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1.xml"/></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1.xml"/></Relationships>
</file>

<file path=ppt/slideLayouts/_rels/slideLayout28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1.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1.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1.xml"/></Relationships>
</file>

<file path=ppt/slideLayouts/_rels/slideLayout29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11.xml"/><Relationship Id="rId4" Type="http://schemas.openxmlformats.org/officeDocument/2006/relationships/image" Target="../media/image4.jpeg"/></Relationships>
</file>

<file path=ppt/slideLayouts/_rels/slideLayout29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11.xml"/><Relationship Id="rId4" Type="http://schemas.openxmlformats.org/officeDocument/2006/relationships/image" Target="../media/image4.jpeg"/></Relationships>
</file>

<file path=ppt/slideLayouts/_rels/slideLayout29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Master" Target="../slideMasters/slideMaster11.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1.xml"/></Relationships>
</file>

<file path=ppt/slideLayouts/_rels/slideLayout29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g"/><Relationship Id="rId1" Type="http://schemas.openxmlformats.org/officeDocument/2006/relationships/slideMaster" Target="../slideMasters/slideMaster11.xml"/></Relationships>
</file>

<file path=ppt/slideLayouts/_rels/slideLayout29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1.xml"/></Relationships>
</file>

<file path=ppt/slideLayouts/_rels/slideLayout29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Master" Target="../slideMasters/slideMaster11.xml"/></Relationships>
</file>

<file path=ppt/slideLayouts/_rels/slideLayout29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Master" Target="../slideMasters/slideMaster11.xml"/></Relationships>
</file>

<file path=ppt/slideLayouts/_rels/slideLayout30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g"/><Relationship Id="rId1" Type="http://schemas.openxmlformats.org/officeDocument/2006/relationships/slideMaster" Target="../slideMasters/slideMaster11.xml"/></Relationships>
</file>

<file path=ppt/slideLayouts/_rels/slideLayout30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30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1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1.xml"/></Relationships>
</file>

<file path=ppt/slideLayouts/_rels/slideLayout30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1.xml"/></Relationships>
</file>

<file path=ppt/slideLayouts/_rels/slideLayout30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1.xml"/></Relationships>
</file>

<file path=ppt/slideLayouts/_rels/slideLayout3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1.xml"/></Relationships>
</file>

<file path=ppt/slideLayouts/_rels/slideLayout3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1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4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3.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35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5.xml"/></Relationships>
</file>

<file path=ppt/slideLayouts/_rels/slideLayout35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5.xml"/><Relationship Id="rId4" Type="http://schemas.openxmlformats.org/officeDocument/2006/relationships/image" Target="../media/image4.jpeg"/></Relationships>
</file>

<file path=ppt/slideLayouts/_rels/slideLayout35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5.xml"/><Relationship Id="rId4" Type="http://schemas.openxmlformats.org/officeDocument/2006/relationships/image" Target="../media/image4.jpeg"/></Relationships>
</file>

<file path=ppt/slideLayouts/_rels/slideLayout35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g"/><Relationship Id="rId1" Type="http://schemas.openxmlformats.org/officeDocument/2006/relationships/slideMaster" Target="../slideMasters/slideMaster15.xml"/><Relationship Id="rId4" Type="http://schemas.openxmlformats.org/officeDocument/2006/relationships/image" Target="../media/image4.jpeg"/></Relationships>
</file>

<file path=ppt/slideLayouts/_rels/slideLayout36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15.xml"/><Relationship Id="rId4" Type="http://schemas.openxmlformats.org/officeDocument/2006/relationships/image" Target="../media/image4.jpeg"/></Relationships>
</file>

<file path=ppt/slideLayouts/_rels/slideLayout36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5.xml"/></Relationships>
</file>

<file path=ppt/slideLayouts/_rels/slideLayout36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5.xml"/></Relationships>
</file>

<file path=ppt/slideLayouts/_rels/slideLayout36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5.xml"/></Relationships>
</file>

<file path=ppt/slideLayouts/_rels/slideLayout36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5.xml"/></Relationships>
</file>

<file path=ppt/slideLayouts/_rels/slideLayout36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5.xml"/></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5.xml"/></Relationships>
</file>

<file path=ppt/slideLayouts/_rels/slideLayout36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15.xml"/><Relationship Id="rId4" Type="http://schemas.openxmlformats.org/officeDocument/2006/relationships/image" Target="../media/image4.jpeg"/></Relationships>
</file>

<file path=ppt/slideLayouts/_rels/slideLayout36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Master" Target="../slideMasters/slideMaster15.xml"/><Relationship Id="rId4" Type="http://schemas.openxmlformats.org/officeDocument/2006/relationships/image" Target="../media/image4.jpeg"/></Relationships>
</file>

<file path=ppt/slideLayouts/_rels/slideLayout36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Master" Target="../slideMasters/slideMaster15.xml"/></Relationships>
</file>

<file path=ppt/slideLayouts/_rels/slideLayout37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5.xml"/></Relationships>
</file>

<file path=ppt/slideLayouts/_rels/slideLayout37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g"/><Relationship Id="rId1" Type="http://schemas.openxmlformats.org/officeDocument/2006/relationships/slideMaster" Target="../slideMasters/slideMaster15.xml"/></Relationships>
</file>

<file path=ppt/slideLayouts/_rels/slideLayout37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5.xml"/></Relationships>
</file>

<file path=ppt/slideLayouts/_rels/slideLayout37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Master" Target="../slideMasters/slideMaster15.xml"/></Relationships>
</file>

<file path=ppt/slideLayouts/_rels/slideLayout37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5.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7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Master" Target="../slideMasters/slideMaster15.xml"/></Relationships>
</file>

<file path=ppt/slideLayouts/_rels/slideLayout37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g"/><Relationship Id="rId1" Type="http://schemas.openxmlformats.org/officeDocument/2006/relationships/slideMaster" Target="../slideMasters/slideMaster15.xml"/></Relationships>
</file>

<file path=ppt/slideLayouts/_rels/slideLayout37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5.xml"/></Relationships>
</file>

<file path=ppt/slideLayouts/_rels/slideLayout38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page">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89653" y="130941"/>
            <a:ext cx="11818768" cy="6576572"/>
          </a:xfrm>
          <a:prstGeom prst="rect">
            <a:avLst/>
          </a:prstGeom>
        </p:spPr>
      </p:pic>
      <p:sp>
        <p:nvSpPr>
          <p:cNvPr id="2" name="Title 1"/>
          <p:cNvSpPr>
            <a:spLocks noGrp="1"/>
          </p:cNvSpPr>
          <p:nvPr>
            <p:ph type="title"/>
          </p:nvPr>
        </p:nvSpPr>
        <p:spPr>
          <a:xfrm>
            <a:off x="963085" y="4406909"/>
            <a:ext cx="10363200" cy="1362076"/>
          </a:xfrm>
          <a:prstGeom prst="rect">
            <a:avLst/>
          </a:prstGeom>
        </p:spPr>
        <p:txBody>
          <a:bodyPr lIns="116930" tIns="58458" rIns="116930" bIns="58458" anchor="t"/>
          <a:lstStyle>
            <a:lvl1pPr algn="l">
              <a:defRPr sz="6200" b="1" cap="all"/>
            </a:lvl1pPr>
          </a:lstStyle>
          <a:p>
            <a:r>
              <a:rPr lang="en-US"/>
              <a:t>Click to edit Master title style</a:t>
            </a:r>
            <a:endParaRPr lang="en-US" dirty="0"/>
          </a:p>
        </p:txBody>
      </p:sp>
      <p:sp>
        <p:nvSpPr>
          <p:cNvPr id="3" name="Text Placeholder 2"/>
          <p:cNvSpPr>
            <a:spLocks noGrp="1"/>
          </p:cNvSpPr>
          <p:nvPr>
            <p:ph type="body" idx="1"/>
          </p:nvPr>
        </p:nvSpPr>
        <p:spPr>
          <a:xfrm>
            <a:off x="963085" y="2906713"/>
            <a:ext cx="10363200" cy="1500187"/>
          </a:xfrm>
          <a:prstGeom prst="rect">
            <a:avLst/>
          </a:prstGeom>
        </p:spPr>
        <p:txBody>
          <a:bodyPr lIns="116930" tIns="58458" rIns="116930" bIns="58458" anchor="b"/>
          <a:lstStyle>
            <a:lvl1pPr marL="0" indent="0">
              <a:buNone/>
              <a:defRPr sz="3100">
                <a:solidFill>
                  <a:schemeClr val="bg1"/>
                </a:solidFill>
              </a:defRPr>
            </a:lvl1pPr>
            <a:lvl2pPr marL="701469" indent="0">
              <a:buNone/>
              <a:defRPr sz="2800">
                <a:solidFill>
                  <a:schemeClr val="tx1">
                    <a:tint val="75000"/>
                  </a:schemeClr>
                </a:solidFill>
              </a:defRPr>
            </a:lvl2pPr>
            <a:lvl3pPr marL="1402946" indent="0">
              <a:buNone/>
              <a:defRPr sz="2600">
                <a:solidFill>
                  <a:schemeClr val="tx1">
                    <a:tint val="75000"/>
                  </a:schemeClr>
                </a:solidFill>
              </a:defRPr>
            </a:lvl3pPr>
            <a:lvl4pPr marL="2104422" indent="0">
              <a:buNone/>
              <a:defRPr sz="2200">
                <a:solidFill>
                  <a:schemeClr val="tx1">
                    <a:tint val="75000"/>
                  </a:schemeClr>
                </a:solidFill>
              </a:defRPr>
            </a:lvl4pPr>
            <a:lvl5pPr marL="2805890" indent="0">
              <a:buNone/>
              <a:defRPr sz="2200">
                <a:solidFill>
                  <a:schemeClr val="tx1">
                    <a:tint val="75000"/>
                  </a:schemeClr>
                </a:solidFill>
              </a:defRPr>
            </a:lvl5pPr>
            <a:lvl6pPr marL="3507344" indent="0">
              <a:buNone/>
              <a:defRPr sz="2200">
                <a:solidFill>
                  <a:schemeClr val="tx1">
                    <a:tint val="75000"/>
                  </a:schemeClr>
                </a:solidFill>
              </a:defRPr>
            </a:lvl6pPr>
            <a:lvl7pPr marL="4208870" indent="0">
              <a:buNone/>
              <a:defRPr sz="2200">
                <a:solidFill>
                  <a:schemeClr val="tx1">
                    <a:tint val="75000"/>
                  </a:schemeClr>
                </a:solidFill>
              </a:defRPr>
            </a:lvl7pPr>
            <a:lvl8pPr marL="4910323" indent="0">
              <a:buNone/>
              <a:defRPr sz="2200">
                <a:solidFill>
                  <a:schemeClr val="tx1">
                    <a:tint val="75000"/>
                  </a:schemeClr>
                </a:solidFill>
              </a:defRPr>
            </a:lvl8pPr>
            <a:lvl9pPr marL="5611787" indent="0">
              <a:buNone/>
              <a:defRPr sz="2200">
                <a:solidFill>
                  <a:schemeClr val="tx1">
                    <a:tint val="75000"/>
                  </a:schemeClr>
                </a:solidFill>
              </a:defRPr>
            </a:lvl9pPr>
          </a:lstStyle>
          <a:p>
            <a:pPr lvl="0"/>
            <a:r>
              <a:rPr lang="en-US"/>
              <a:t>Click to edit Master text styles</a:t>
            </a:r>
          </a:p>
        </p:txBody>
      </p:sp>
      <p:sp>
        <p:nvSpPr>
          <p:cNvPr id="9" name="Footer Placeholder 4"/>
          <p:cNvSpPr>
            <a:spLocks noGrp="1"/>
          </p:cNvSpPr>
          <p:nvPr>
            <p:ph type="ftr" sz="quarter" idx="3"/>
          </p:nvPr>
        </p:nvSpPr>
        <p:spPr>
          <a:xfrm>
            <a:off x="6055360" y="6342474"/>
            <a:ext cx="5879253" cy="365125"/>
          </a:xfrm>
          <a:prstGeom prst="rect">
            <a:avLst/>
          </a:prstGeom>
        </p:spPr>
        <p:txBody>
          <a:bodyPr vert="horz" lIns="116930" tIns="58458" rIns="116930" bIns="58458" rtlCol="0" anchor="ctr"/>
          <a:lstStyle>
            <a:lvl1pPr algn="r">
              <a:defRPr sz="1800">
                <a:solidFill>
                  <a:schemeClr val="tx2"/>
                </a:solidFill>
              </a:defRPr>
            </a:lvl1pPr>
          </a:lstStyle>
          <a:p>
            <a:pPr defTabSz="911998"/>
            <a:endParaRPr lang="en-NZ">
              <a:solidFill>
                <a:srgbClr val="666366"/>
              </a:solidFill>
            </a:endParaRPr>
          </a:p>
        </p:txBody>
      </p:sp>
    </p:spTree>
    <p:extLst>
      <p:ext uri="{BB962C8B-B14F-4D97-AF65-F5344CB8AC3E}">
        <p14:creationId xmlns:p14="http://schemas.microsoft.com/office/powerpoint/2010/main" val="393689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pic>
        <p:nvPicPr>
          <p:cNvPr id="6" name="Picture 5"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74"/>
            <a:ext cx="2844800" cy="365125"/>
          </a:xfrm>
          <a:prstGeom prst="rect">
            <a:avLst/>
          </a:prstGeom>
        </p:spPr>
        <p:txBody>
          <a:bodyPr lIns="116930" tIns="58458" rIns="116930" bIns="58458" anchor="ctr"/>
          <a:lstStyle>
            <a:lvl1pPr algn="r">
              <a:defRPr sz="1800">
                <a:solidFill>
                  <a:schemeClr val="tx1"/>
                </a:solidFill>
              </a:defRPr>
            </a:lvl1pPr>
          </a:lstStyle>
          <a:p>
            <a:pPr defTabSz="911998"/>
            <a:fld id="{5D762165-7DD1-43A8-AF3E-02B3DB1B40E1}" type="slidenum">
              <a:rPr lang="en-NZ" smtClean="0">
                <a:solidFill>
                  <a:srgbClr val="1A472B"/>
                </a:solidFill>
              </a:rPr>
              <a:pPr defTabSz="911998"/>
              <a:t>‹#›</a:t>
            </a:fld>
            <a:endParaRPr lang="en-NZ">
              <a:solidFill>
                <a:srgbClr val="1A472B"/>
              </a:solidFill>
            </a:endParaRPr>
          </a:p>
        </p:txBody>
      </p:sp>
      <p:sp>
        <p:nvSpPr>
          <p:cNvPr id="12"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spTree>
    <p:extLst>
      <p:ext uri="{BB962C8B-B14F-4D97-AF65-F5344CB8AC3E}">
        <p14:creationId xmlns:p14="http://schemas.microsoft.com/office/powerpoint/2010/main" val="3194222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rimary text only">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74"/>
            <a:ext cx="2844800" cy="365125"/>
          </a:xfrm>
          <a:prstGeom prst="rect">
            <a:avLst/>
          </a:prstGeom>
        </p:spPr>
        <p:txBody>
          <a:bodyPr lIns="116930" tIns="58458" rIns="116930" bIns="58458" anchor="ctr"/>
          <a:lstStyle>
            <a:lvl1pPr algn="r">
              <a:defRPr sz="1800">
                <a:solidFill>
                  <a:schemeClr val="bg1"/>
                </a:solidFill>
              </a:defRPr>
            </a:lvl1pPr>
          </a:lstStyle>
          <a:p>
            <a:pPr defTabSz="911998"/>
            <a:fld id="{5D762165-7DD1-43A8-AF3E-02B3DB1B40E1}" type="slidenum">
              <a:rPr lang="en-NZ" smtClean="0">
                <a:solidFill>
                  <a:prstClr val="white"/>
                </a:solidFill>
              </a:rPr>
              <a:pPr defTabSz="911998"/>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6930" tIns="58458" rIns="116930" bIns="58458"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sp>
        <p:nvSpPr>
          <p:cNvPr id="2" name="TextBox 1"/>
          <p:cNvSpPr txBox="1"/>
          <p:nvPr/>
        </p:nvSpPr>
        <p:spPr>
          <a:xfrm>
            <a:off x="209813" y="1398341"/>
            <a:ext cx="11704320" cy="4644516"/>
          </a:xfrm>
          <a:prstGeom prst="rect">
            <a:avLst/>
          </a:prstGeom>
          <a:noFill/>
        </p:spPr>
        <p:txBody>
          <a:bodyPr wrap="square" lIns="116930" tIns="58458" rIns="116930" bIns="58458" rtlCol="0">
            <a:normAutofit/>
          </a:bodyPr>
          <a:lstStyle/>
          <a:p>
            <a:pPr defTabSz="911998">
              <a:lnSpc>
                <a:spcPct val="130000"/>
              </a:lnSpc>
            </a:pPr>
            <a:r>
              <a:rPr lang="en-US" sz="3700" b="1" dirty="0">
                <a:solidFill>
                  <a:prstClr val="white"/>
                </a:solidFill>
              </a:rPr>
              <a:t>Click to add subhead 01 – Calibri Bold 24pt</a:t>
            </a:r>
          </a:p>
          <a:p>
            <a:pPr defTabSz="911998">
              <a:lnSpc>
                <a:spcPct val="130000"/>
              </a:lnSpc>
            </a:pPr>
            <a:r>
              <a:rPr lang="en-US" sz="3500" dirty="0">
                <a:solidFill>
                  <a:prstClr val="white"/>
                </a:solidFill>
              </a:rPr>
              <a:t>Click to add body text 01 – Calibri 22pt</a:t>
            </a:r>
          </a:p>
          <a:p>
            <a:pPr defTabSz="701469">
              <a:lnSpc>
                <a:spcPct val="130000"/>
              </a:lnSpc>
              <a:defRPr/>
            </a:pPr>
            <a:r>
              <a:rPr lang="en-US" sz="2800" dirty="0">
                <a:solidFill>
                  <a:prstClr val="white"/>
                </a:solidFill>
              </a:rPr>
              <a:t>Click to add body text 02 – Calibri 18pt</a:t>
            </a:r>
          </a:p>
          <a:p>
            <a:pPr defTabSz="911998">
              <a:lnSpc>
                <a:spcPct val="130000"/>
              </a:lnSpc>
            </a:pPr>
            <a:endParaRPr lang="en-US" sz="3500" dirty="0">
              <a:solidFill>
                <a:prstClr val="white"/>
              </a:solidFill>
            </a:endParaRPr>
          </a:p>
        </p:txBody>
      </p:sp>
      <p:pic>
        <p:nvPicPr>
          <p:cNvPr id="9" name="Picture 8"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4234773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rimary bulleted text">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74"/>
            <a:ext cx="2844800" cy="365125"/>
          </a:xfrm>
          <a:prstGeom prst="rect">
            <a:avLst/>
          </a:prstGeom>
        </p:spPr>
        <p:txBody>
          <a:bodyPr lIns="116930" tIns="58458" rIns="116930" bIns="58458" anchor="ctr"/>
          <a:lstStyle>
            <a:lvl1pPr algn="r">
              <a:defRPr sz="1800">
                <a:solidFill>
                  <a:schemeClr val="bg1"/>
                </a:solidFill>
              </a:defRPr>
            </a:lvl1pPr>
          </a:lstStyle>
          <a:p>
            <a:pPr defTabSz="911998"/>
            <a:fld id="{5D762165-7DD1-43A8-AF3E-02B3DB1B40E1}" type="slidenum">
              <a:rPr lang="en-NZ" smtClean="0">
                <a:solidFill>
                  <a:prstClr val="white"/>
                </a:solidFill>
              </a:rPr>
              <a:pPr defTabSz="911998"/>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6930" tIns="58458" rIns="116930" bIns="58458"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6930" tIns="58458" rIns="116930" bIns="58458" rtlCol="0">
            <a:normAutofit/>
          </a:bodyPr>
          <a:lstStyle>
            <a:lvl1pPr marL="0" indent="0">
              <a:lnSpc>
                <a:spcPct val="120000"/>
              </a:lnSpc>
              <a:buFont typeface="Arial"/>
              <a:buNone/>
              <a:defRPr sz="3700" b="1">
                <a:solidFill>
                  <a:schemeClr val="bg1"/>
                </a:solidFill>
                <a:latin typeface="+mn-lt"/>
              </a:defRPr>
            </a:lvl1pPr>
            <a:lvl2pPr marL="828118" indent="-438400">
              <a:lnSpc>
                <a:spcPct val="120000"/>
              </a:lnSpc>
              <a:buFont typeface="Arial"/>
              <a:buChar char="•"/>
              <a:defRPr sz="3500">
                <a:solidFill>
                  <a:schemeClr val="bg1"/>
                </a:solidFill>
                <a:latin typeface="+mn-lt"/>
              </a:defRPr>
            </a:lvl2pPr>
            <a:lvl3pPr marL="1787777" indent="-526119">
              <a:lnSpc>
                <a:spcPct val="120000"/>
              </a:lnSpc>
              <a:buFont typeface="Arial"/>
              <a:buChar char="•"/>
              <a:defRPr sz="2800">
                <a:solidFill>
                  <a:schemeClr val="bg1"/>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923550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ondary full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8" name="Picture 7" descr="Footer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74"/>
            <a:ext cx="2844800" cy="365125"/>
          </a:xfrm>
          <a:prstGeom prst="rect">
            <a:avLst/>
          </a:prstGeom>
        </p:spPr>
        <p:txBody>
          <a:bodyPr lIns="116930" tIns="58458" rIns="116930" bIns="58458" anchor="ctr"/>
          <a:lstStyle>
            <a:lvl1pPr algn="r">
              <a:defRPr sz="1800">
                <a:solidFill>
                  <a:schemeClr val="bg1"/>
                </a:solidFill>
              </a:defRPr>
            </a:lvl1pPr>
          </a:lstStyle>
          <a:p>
            <a:pPr defTabSz="911998"/>
            <a:fld id="{5D762165-7DD1-43A8-AF3E-02B3DB1B40E1}" type="slidenum">
              <a:rPr lang="en-NZ" smtClean="0">
                <a:solidFill>
                  <a:prstClr val="white"/>
                </a:solidFill>
              </a:rPr>
              <a:pPr defTabSz="911998"/>
              <a:t>‹#›</a:t>
            </a:fld>
            <a:endParaRPr lang="en-NZ">
              <a:solidFill>
                <a:prstClr val="white"/>
              </a:solidFill>
            </a:endParaRPr>
          </a:p>
        </p:txBody>
      </p:sp>
      <p:sp>
        <p:nvSpPr>
          <p:cNvPr id="6" name="Title Placeholder 1"/>
          <p:cNvSpPr>
            <a:spLocks noGrp="1"/>
          </p:cNvSpPr>
          <p:nvPr>
            <p:ph type="title"/>
          </p:nvPr>
        </p:nvSpPr>
        <p:spPr>
          <a:xfrm>
            <a:off x="230293" y="173039"/>
            <a:ext cx="8880000" cy="1143000"/>
          </a:xfrm>
          <a:prstGeom prst="rect">
            <a:avLst/>
          </a:prstGeom>
        </p:spPr>
        <p:txBody>
          <a:bodyPr vert="horz" lIns="116930" tIns="58458" rIns="116930" bIns="58458" rtlCol="0" anchor="ctr">
            <a:normAutofit/>
          </a:bodyPr>
          <a:lstStyle/>
          <a:p>
            <a:r>
              <a:rPr lang="en-US"/>
              <a:t>Click to edit Master title style</a:t>
            </a:r>
            <a:endParaRPr lang="en-US" dirty="0"/>
          </a:p>
        </p:txBody>
      </p:sp>
      <p:sp>
        <p:nvSpPr>
          <p:cNvPr id="7"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6930" tIns="58458" rIns="116930" bIns="58458" rtlCol="0">
            <a:normAutofit/>
          </a:bodyPr>
          <a:lstStyle>
            <a:lvl1pPr marL="0" indent="0">
              <a:lnSpc>
                <a:spcPct val="120000"/>
              </a:lnSpc>
              <a:buFont typeface="Arial"/>
              <a:buNone/>
              <a:defRPr sz="3700" b="1">
                <a:solidFill>
                  <a:schemeClr val="tx2"/>
                </a:solidFill>
                <a:latin typeface="+mn-lt"/>
              </a:defRPr>
            </a:lvl1pPr>
            <a:lvl2pPr marL="828118" indent="-438400">
              <a:lnSpc>
                <a:spcPct val="120000"/>
              </a:lnSpc>
              <a:buFont typeface="Arial"/>
              <a:buChar char="•"/>
              <a:defRPr sz="3500">
                <a:solidFill>
                  <a:schemeClr val="tx2"/>
                </a:solidFill>
                <a:latin typeface="+mn-lt"/>
              </a:defRPr>
            </a:lvl2pPr>
            <a:lvl3pPr marL="1787777" indent="-526119">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878596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ondary half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6930" tIns="58458" rIns="116930" bIns="58458"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6930" tIns="58458" rIns="116930" bIns="58458" rtlCol="0">
            <a:normAutofit/>
          </a:bodyPr>
          <a:lstStyle>
            <a:lvl1pPr marL="0" indent="0">
              <a:lnSpc>
                <a:spcPct val="120000"/>
              </a:lnSpc>
              <a:buFont typeface="Arial"/>
              <a:buNone/>
              <a:defRPr sz="3700" b="1">
                <a:solidFill>
                  <a:schemeClr val="tx2"/>
                </a:solidFill>
                <a:latin typeface="+mn-lt"/>
              </a:defRPr>
            </a:lvl1pPr>
            <a:lvl2pPr marL="828118" indent="-438400">
              <a:lnSpc>
                <a:spcPct val="120000"/>
              </a:lnSpc>
              <a:buFont typeface="Arial"/>
              <a:buChar char="•"/>
              <a:defRPr sz="3500">
                <a:solidFill>
                  <a:schemeClr val="tx2"/>
                </a:solidFill>
                <a:latin typeface="+mn-lt"/>
              </a:defRPr>
            </a:lvl2pPr>
            <a:lvl3pPr marL="1787777" indent="-526119">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sp>
        <p:nvSpPr>
          <p:cNvPr id="11" name="Slide Number Placeholder 3"/>
          <p:cNvSpPr>
            <a:spLocks noGrp="1"/>
          </p:cNvSpPr>
          <p:nvPr>
            <p:ph type="sldNum" sz="quarter" idx="12"/>
          </p:nvPr>
        </p:nvSpPr>
        <p:spPr>
          <a:xfrm>
            <a:off x="9123845" y="6342474"/>
            <a:ext cx="2844800" cy="365125"/>
          </a:xfrm>
          <a:prstGeom prst="rect">
            <a:avLst/>
          </a:prstGeom>
        </p:spPr>
        <p:txBody>
          <a:bodyPr lIns="116930" tIns="58458" rIns="116930" bIns="58458" anchor="ctr"/>
          <a:lstStyle>
            <a:lvl1pPr algn="r">
              <a:defRPr sz="1800">
                <a:solidFill>
                  <a:schemeClr val="tx1"/>
                </a:solidFill>
              </a:defRPr>
            </a:lvl1pPr>
          </a:lstStyle>
          <a:p>
            <a:pPr defTabSz="911998"/>
            <a:fld id="{5D762165-7DD1-43A8-AF3E-02B3DB1B40E1}" type="slidenum">
              <a:rPr lang="en-NZ" smtClean="0">
                <a:solidFill>
                  <a:srgbClr val="1A472B"/>
                </a:solidFill>
              </a:rPr>
              <a:pPr defTabSz="911998"/>
              <a:t>‹#›</a:t>
            </a:fld>
            <a:endParaRPr lang="en-NZ">
              <a:solidFill>
                <a:srgbClr val="1A472B"/>
              </a:solidFill>
            </a:endParaRPr>
          </a:p>
        </p:txBody>
      </p:sp>
      <p:sp>
        <p:nvSpPr>
          <p:cNvPr id="12"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369664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74"/>
            <a:ext cx="2844800" cy="365125"/>
          </a:xfrm>
          <a:prstGeom prst="rect">
            <a:avLst/>
          </a:prstGeom>
        </p:spPr>
        <p:txBody>
          <a:bodyPr lIns="116930" tIns="58458" rIns="116930" bIns="58458" anchor="ctr"/>
          <a:lstStyle>
            <a:lvl1pPr algn="r">
              <a:defRPr sz="1800">
                <a:solidFill>
                  <a:schemeClr val="tx1"/>
                </a:solidFill>
              </a:defRPr>
            </a:lvl1pPr>
          </a:lstStyle>
          <a:p>
            <a:pPr defTabSz="911998"/>
            <a:fld id="{5D762165-7DD1-43A8-AF3E-02B3DB1B40E1}" type="slidenum">
              <a:rPr lang="en-NZ" smtClean="0">
                <a:solidFill>
                  <a:srgbClr val="1A472B"/>
                </a:solidFill>
              </a:rPr>
              <a:pPr defTabSz="911998"/>
              <a:t>‹#›</a:t>
            </a:fld>
            <a:endParaRPr lang="en-NZ">
              <a:solidFill>
                <a:srgbClr val="1A472B"/>
              </a:solidFill>
            </a:endParaRPr>
          </a:p>
        </p:txBody>
      </p:sp>
      <p:sp>
        <p:nvSpPr>
          <p:cNvPr id="12"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spTree>
    <p:extLst>
      <p:ext uri="{BB962C8B-B14F-4D97-AF65-F5344CB8AC3E}">
        <p14:creationId xmlns:p14="http://schemas.microsoft.com/office/powerpoint/2010/main" val="4179484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rtiary values 1">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74"/>
            <a:ext cx="2844800" cy="365125"/>
          </a:xfrm>
          <a:prstGeom prst="rect">
            <a:avLst/>
          </a:prstGeom>
        </p:spPr>
        <p:txBody>
          <a:bodyPr lIns="116930" tIns="58458" rIns="116930" bIns="58458" anchor="ctr"/>
          <a:lstStyle>
            <a:lvl1pPr algn="r">
              <a:defRPr sz="1800">
                <a:solidFill>
                  <a:schemeClr val="tx1"/>
                </a:solidFill>
              </a:defRPr>
            </a:lvl1pPr>
          </a:lstStyle>
          <a:p>
            <a:pPr defTabSz="911998"/>
            <a:fld id="{5D762165-7DD1-43A8-AF3E-02B3DB1B40E1}" type="slidenum">
              <a:rPr lang="en-NZ" smtClean="0">
                <a:solidFill>
                  <a:srgbClr val="1A472B"/>
                </a:solidFill>
              </a:rPr>
              <a:pPr defTabSz="911998"/>
              <a:t>‹#›</a:t>
            </a:fld>
            <a:endParaRPr lang="en-NZ">
              <a:solidFill>
                <a:srgbClr val="1A472B"/>
              </a:solidFill>
            </a:endParaRPr>
          </a:p>
        </p:txBody>
      </p:sp>
      <p:sp>
        <p:nvSpPr>
          <p:cNvPr id="12"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spTree>
    <p:extLst>
      <p:ext uri="{BB962C8B-B14F-4D97-AF65-F5344CB8AC3E}">
        <p14:creationId xmlns:p14="http://schemas.microsoft.com/office/powerpoint/2010/main" val="4245583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rtiary values 2">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74"/>
            <a:ext cx="2844800" cy="365125"/>
          </a:xfrm>
          <a:prstGeom prst="rect">
            <a:avLst/>
          </a:prstGeom>
        </p:spPr>
        <p:txBody>
          <a:bodyPr lIns="116930" tIns="58458" rIns="116930" bIns="58458" anchor="ctr"/>
          <a:lstStyle>
            <a:lvl1pPr algn="r">
              <a:defRPr sz="1800">
                <a:solidFill>
                  <a:schemeClr val="tx1"/>
                </a:solidFill>
              </a:defRPr>
            </a:lvl1pPr>
          </a:lstStyle>
          <a:p>
            <a:pPr defTabSz="911998"/>
            <a:fld id="{5D762165-7DD1-43A8-AF3E-02B3DB1B40E1}" type="slidenum">
              <a:rPr lang="en-NZ" smtClean="0">
                <a:solidFill>
                  <a:srgbClr val="1A472B"/>
                </a:solidFill>
              </a:rPr>
              <a:pPr defTabSz="911998"/>
              <a:t>‹#›</a:t>
            </a:fld>
            <a:endParaRPr lang="en-NZ">
              <a:solidFill>
                <a:srgbClr val="1A472B"/>
              </a:solidFill>
            </a:endParaRPr>
          </a:p>
        </p:txBody>
      </p:sp>
      <p:sp>
        <p:nvSpPr>
          <p:cNvPr id="12"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spTree>
    <p:extLst>
      <p:ext uri="{BB962C8B-B14F-4D97-AF65-F5344CB8AC3E}">
        <p14:creationId xmlns:p14="http://schemas.microsoft.com/office/powerpoint/2010/main" val="2527186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rtiary values 3">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74"/>
            <a:ext cx="2844800" cy="365125"/>
          </a:xfrm>
          <a:prstGeom prst="rect">
            <a:avLst/>
          </a:prstGeom>
        </p:spPr>
        <p:txBody>
          <a:bodyPr lIns="116930" tIns="58458" rIns="116930" bIns="58458" anchor="ctr"/>
          <a:lstStyle>
            <a:lvl1pPr algn="r">
              <a:defRPr sz="1800">
                <a:solidFill>
                  <a:schemeClr val="tx1"/>
                </a:solidFill>
              </a:defRPr>
            </a:lvl1pPr>
          </a:lstStyle>
          <a:p>
            <a:pPr defTabSz="911998"/>
            <a:fld id="{5D762165-7DD1-43A8-AF3E-02B3DB1B40E1}" type="slidenum">
              <a:rPr lang="en-NZ" smtClean="0">
                <a:solidFill>
                  <a:srgbClr val="1A472B"/>
                </a:solidFill>
              </a:rPr>
              <a:pPr defTabSz="911998"/>
              <a:t>‹#›</a:t>
            </a:fld>
            <a:endParaRPr lang="en-NZ">
              <a:solidFill>
                <a:srgbClr val="1A472B"/>
              </a:solidFill>
            </a:endParaRPr>
          </a:p>
        </p:txBody>
      </p:sp>
      <p:sp>
        <p:nvSpPr>
          <p:cNvPr id="12"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spTree>
    <p:extLst>
      <p:ext uri="{BB962C8B-B14F-4D97-AF65-F5344CB8AC3E}">
        <p14:creationId xmlns:p14="http://schemas.microsoft.com/office/powerpoint/2010/main" val="13738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ertiary values 4">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74"/>
            <a:ext cx="2844800" cy="365125"/>
          </a:xfrm>
          <a:prstGeom prst="rect">
            <a:avLst/>
          </a:prstGeom>
        </p:spPr>
        <p:txBody>
          <a:bodyPr lIns="116930" tIns="58458" rIns="116930" bIns="58458" anchor="ctr"/>
          <a:lstStyle>
            <a:lvl1pPr algn="r">
              <a:defRPr sz="1800">
                <a:solidFill>
                  <a:schemeClr val="tx1"/>
                </a:solidFill>
              </a:defRPr>
            </a:lvl1pPr>
          </a:lstStyle>
          <a:p>
            <a:pPr defTabSz="911998"/>
            <a:fld id="{5D762165-7DD1-43A8-AF3E-02B3DB1B40E1}" type="slidenum">
              <a:rPr lang="en-NZ" smtClean="0">
                <a:solidFill>
                  <a:srgbClr val="1A472B"/>
                </a:solidFill>
              </a:rPr>
              <a:pPr defTabSz="911998"/>
              <a:t>‹#›</a:t>
            </a:fld>
            <a:endParaRPr lang="en-NZ">
              <a:solidFill>
                <a:srgbClr val="1A472B"/>
              </a:solidFill>
            </a:endParaRPr>
          </a:p>
        </p:txBody>
      </p:sp>
      <p:sp>
        <p:nvSpPr>
          <p:cNvPr id="12"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spTree>
    <p:extLst>
      <p:ext uri="{BB962C8B-B14F-4D97-AF65-F5344CB8AC3E}">
        <p14:creationId xmlns:p14="http://schemas.microsoft.com/office/powerpoint/2010/main" val="2540178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rtiary values 5">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74"/>
            <a:ext cx="2844800" cy="365125"/>
          </a:xfrm>
          <a:prstGeom prst="rect">
            <a:avLst/>
          </a:prstGeom>
        </p:spPr>
        <p:txBody>
          <a:bodyPr lIns="116930" tIns="58458" rIns="116930" bIns="58458" anchor="ctr"/>
          <a:lstStyle>
            <a:lvl1pPr algn="r">
              <a:defRPr sz="1800">
                <a:solidFill>
                  <a:schemeClr val="tx1"/>
                </a:solidFill>
              </a:defRPr>
            </a:lvl1pPr>
          </a:lstStyle>
          <a:p>
            <a:pPr defTabSz="911998"/>
            <a:fld id="{5D762165-7DD1-43A8-AF3E-02B3DB1B40E1}" type="slidenum">
              <a:rPr lang="en-NZ" smtClean="0">
                <a:solidFill>
                  <a:srgbClr val="1A472B"/>
                </a:solidFill>
              </a:rPr>
              <a:pPr defTabSz="911998"/>
              <a:t>‹#›</a:t>
            </a:fld>
            <a:endParaRPr lang="en-NZ">
              <a:solidFill>
                <a:srgbClr val="1A472B"/>
              </a:solidFill>
            </a:endParaRPr>
          </a:p>
        </p:txBody>
      </p:sp>
      <p:sp>
        <p:nvSpPr>
          <p:cNvPr id="12"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spTree>
    <p:extLst>
      <p:ext uri="{BB962C8B-B14F-4D97-AF65-F5344CB8AC3E}">
        <p14:creationId xmlns:p14="http://schemas.microsoft.com/office/powerpoint/2010/main" val="265037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rtiary with photos">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6930" tIns="58458" rIns="116930" bIns="58458"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6" y="1388265"/>
            <a:ext cx="5879253" cy="4654594"/>
          </a:xfrm>
          <a:prstGeom prst="rect">
            <a:avLst/>
          </a:prstGeom>
        </p:spPr>
        <p:txBody>
          <a:bodyPr vert="horz" lIns="116930" tIns="58458" rIns="116930" bIns="58458" rtlCol="0">
            <a:normAutofit/>
          </a:bodyPr>
          <a:lstStyle>
            <a:lvl1pPr marL="0" marR="0" indent="0" algn="l" defTabSz="701469" rtl="0" eaLnBrk="1" fontAlgn="auto" latinLnBrk="0" hangingPunct="1">
              <a:lnSpc>
                <a:spcPct val="130000"/>
              </a:lnSpc>
              <a:spcBef>
                <a:spcPct val="0"/>
              </a:spcBef>
              <a:spcAft>
                <a:spcPts val="0"/>
              </a:spcAft>
              <a:buClrTx/>
              <a:buSzTx/>
              <a:buFont typeface="Arial"/>
              <a:buNone/>
              <a:tabLst/>
              <a:defRPr lang="en-AU" sz="3700" smtClean="0">
                <a:effectLst/>
              </a:defRPr>
            </a:lvl1pPr>
            <a:lvl2pPr marL="0" indent="0">
              <a:lnSpc>
                <a:spcPct val="120000"/>
              </a:lnSpc>
              <a:buFont typeface="Arial"/>
              <a:buNone/>
              <a:tabLst/>
              <a:defRPr sz="3500">
                <a:solidFill>
                  <a:schemeClr val="tx2"/>
                </a:solidFill>
                <a:latin typeface="+mn-lt"/>
              </a:defRPr>
            </a:lvl2pPr>
            <a:lvl3pPr marL="438400" indent="-438400">
              <a:lnSpc>
                <a:spcPct val="130000"/>
              </a:lnSpc>
              <a:buFont typeface="Arial"/>
              <a:buChar char="•"/>
              <a:tabLst/>
              <a:defRPr sz="3500" baseline="0">
                <a:solidFill>
                  <a:schemeClr val="tx2"/>
                </a:solidFill>
                <a:latin typeface="+mn-lt"/>
              </a:defRPr>
            </a:lvl3pPr>
            <a:lvl4pPr marL="0" indent="0">
              <a:buFont typeface="Arial"/>
              <a:buNone/>
              <a:defRPr sz="3700">
                <a:solidFill>
                  <a:schemeClr val="bg1"/>
                </a:solidFill>
              </a:defRPr>
            </a:lvl4pPr>
          </a:lstStyle>
          <a:p>
            <a:pPr lvl="0"/>
            <a:r>
              <a:rPr lang="en-AU" dirty="0"/>
              <a:t>Inserting a new slide</a:t>
            </a:r>
          </a:p>
          <a:p>
            <a:pPr lvl="2"/>
            <a:r>
              <a:rPr lang="en-AU" dirty="0"/>
              <a:t>Click the New Slide dropdown on the Home tab</a:t>
            </a:r>
          </a:p>
          <a:p>
            <a:pPr lvl="2"/>
            <a:r>
              <a:rPr lang="en-AU" dirty="0"/>
              <a:t>Select the desired layout</a:t>
            </a:r>
          </a:p>
          <a:p>
            <a:pPr marL="0" marR="0" lvl="0" indent="0" algn="l" defTabSz="701469" rtl="0" eaLnBrk="1" fontAlgn="auto" latinLnBrk="0" hangingPunct="1">
              <a:lnSpc>
                <a:spcPct val="130000"/>
              </a:lnSpc>
              <a:spcBef>
                <a:spcPct val="0"/>
              </a:spcBef>
              <a:spcAft>
                <a:spcPts val="0"/>
              </a:spcAft>
              <a:buClrTx/>
              <a:buSzTx/>
              <a:buFont typeface="Arial"/>
              <a:buNone/>
              <a:tabLst/>
              <a:defRPr/>
            </a:pPr>
            <a:endParaRPr lang="en-AU" sz="1200" dirty="0">
              <a:effectLst/>
              <a:latin typeface="+mn-lt"/>
              <a:ea typeface="ＭＳ 明朝"/>
              <a:cs typeface="Times New Roman"/>
            </a:endParaRPr>
          </a:p>
          <a:p>
            <a:pPr lvl="0"/>
            <a:endParaRPr lang="en-AU" dirty="0"/>
          </a:p>
        </p:txBody>
      </p:sp>
      <p:sp>
        <p:nvSpPr>
          <p:cNvPr id="11" name="Slide Number Placeholder 3"/>
          <p:cNvSpPr>
            <a:spLocks noGrp="1"/>
          </p:cNvSpPr>
          <p:nvPr>
            <p:ph type="sldNum" sz="quarter" idx="12"/>
          </p:nvPr>
        </p:nvSpPr>
        <p:spPr>
          <a:xfrm>
            <a:off x="9123845" y="6342474"/>
            <a:ext cx="2844800" cy="365125"/>
          </a:xfrm>
          <a:prstGeom prst="rect">
            <a:avLst/>
          </a:prstGeom>
        </p:spPr>
        <p:txBody>
          <a:bodyPr lIns="116930" tIns="58458" rIns="116930" bIns="58458" anchor="ctr"/>
          <a:lstStyle>
            <a:lvl1pPr algn="r">
              <a:defRPr sz="1800">
                <a:solidFill>
                  <a:schemeClr val="tx1"/>
                </a:solidFill>
              </a:defRPr>
            </a:lvl1pPr>
          </a:lstStyle>
          <a:p>
            <a:pPr defTabSz="911998"/>
            <a:fld id="{5D762165-7DD1-43A8-AF3E-02B3DB1B40E1}" type="slidenum">
              <a:rPr lang="en-NZ" smtClean="0">
                <a:solidFill>
                  <a:srgbClr val="1A472B"/>
                </a:solidFill>
              </a:rPr>
              <a:pPr defTabSz="911998"/>
              <a:t>‹#›</a:t>
            </a:fld>
            <a:endParaRPr lang="en-NZ">
              <a:solidFill>
                <a:srgbClr val="1A472B"/>
              </a:solidFill>
            </a:endParaRPr>
          </a:p>
        </p:txBody>
      </p:sp>
      <p:sp>
        <p:nvSpPr>
          <p:cNvPr id="12"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sp>
        <p:nvSpPr>
          <p:cNvPr id="4" name="Picture Placeholder 3"/>
          <p:cNvSpPr>
            <a:spLocks noGrp="1"/>
          </p:cNvSpPr>
          <p:nvPr>
            <p:ph type="pic" sz="quarter" idx="13"/>
          </p:nvPr>
        </p:nvSpPr>
        <p:spPr>
          <a:xfrm>
            <a:off x="6394192" y="1585596"/>
            <a:ext cx="2683104" cy="1990726"/>
          </a:xfrm>
          <a:prstGeom prst="rect">
            <a:avLst/>
          </a:prstGeom>
        </p:spPr>
        <p:txBody>
          <a:bodyPr vert="horz" lIns="116930" tIns="58458" rIns="116930" bIns="58458"/>
          <a:lstStyle/>
          <a:p>
            <a:r>
              <a:rPr lang="en-US"/>
              <a:t>Click icon to add picture</a:t>
            </a:r>
          </a:p>
        </p:txBody>
      </p:sp>
      <p:sp>
        <p:nvSpPr>
          <p:cNvPr id="13" name="Picture Placeholder 3"/>
          <p:cNvSpPr>
            <a:spLocks noGrp="1"/>
          </p:cNvSpPr>
          <p:nvPr>
            <p:ph type="pic" sz="quarter" idx="14"/>
          </p:nvPr>
        </p:nvSpPr>
        <p:spPr>
          <a:xfrm>
            <a:off x="9320320" y="1585596"/>
            <a:ext cx="2648325" cy="1990726"/>
          </a:xfrm>
          <a:prstGeom prst="rect">
            <a:avLst/>
          </a:prstGeom>
        </p:spPr>
        <p:txBody>
          <a:bodyPr vert="horz" lIns="116930" tIns="58458" rIns="116930" bIns="58458"/>
          <a:lstStyle/>
          <a:p>
            <a:r>
              <a:rPr lang="en-US"/>
              <a:t>Click icon to add picture</a:t>
            </a:r>
          </a:p>
        </p:txBody>
      </p:sp>
      <p:pic>
        <p:nvPicPr>
          <p:cNvPr id="15" name="Picture 14"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2710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Tertiary 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0293" y="173039"/>
            <a:ext cx="8880000" cy="1143000"/>
          </a:xfrm>
          <a:prstGeom prst="rect">
            <a:avLst/>
          </a:prstGeom>
        </p:spPr>
        <p:txBody>
          <a:bodyPr lIns="116930" tIns="58458" rIns="116930" bIns="58458" anchor="ctr"/>
          <a:lstStyle>
            <a:lvl1pPr>
              <a:defRPr/>
            </a:lvl1pPr>
          </a:lstStyle>
          <a:p>
            <a:r>
              <a:rPr lang="en-US"/>
              <a:t>Click to edit Master title style</a:t>
            </a:r>
            <a:endParaRPr lang="en-US" dirty="0"/>
          </a:p>
        </p:txBody>
      </p:sp>
      <p:pic>
        <p:nvPicPr>
          <p:cNvPr id="10" name="Picture 9"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sp>
        <p:nvSpPr>
          <p:cNvPr id="3" name="Text Placeholder 2"/>
          <p:cNvSpPr>
            <a:spLocks noGrp="1"/>
          </p:cNvSpPr>
          <p:nvPr>
            <p:ph type="body" idx="1"/>
          </p:nvPr>
        </p:nvSpPr>
        <p:spPr>
          <a:xfrm>
            <a:off x="379309" y="1535117"/>
            <a:ext cx="5617211" cy="639763"/>
          </a:xfrm>
          <a:prstGeom prst="rect">
            <a:avLst/>
          </a:prstGeom>
        </p:spPr>
        <p:txBody>
          <a:bodyPr lIns="116930" tIns="58458" rIns="116930" bIns="58458" anchor="b"/>
          <a:lstStyle>
            <a:lvl1pPr marL="0" indent="0">
              <a:buNone/>
              <a:defRPr sz="3700" b="1">
                <a:solidFill>
                  <a:schemeClr val="accent1"/>
                </a:solidFill>
              </a:defRPr>
            </a:lvl1pPr>
            <a:lvl2pPr marL="701469" indent="0">
              <a:buNone/>
              <a:defRPr sz="3100" b="1"/>
            </a:lvl2pPr>
            <a:lvl3pPr marL="1402946" indent="0">
              <a:buNone/>
              <a:defRPr sz="2800" b="1"/>
            </a:lvl3pPr>
            <a:lvl4pPr marL="2104422" indent="0">
              <a:buNone/>
              <a:defRPr sz="2600" b="1"/>
            </a:lvl4pPr>
            <a:lvl5pPr marL="2805890" indent="0">
              <a:buNone/>
              <a:defRPr sz="2600" b="1"/>
            </a:lvl5pPr>
            <a:lvl6pPr marL="3507344" indent="0">
              <a:buNone/>
              <a:defRPr sz="2600" b="1"/>
            </a:lvl6pPr>
            <a:lvl7pPr marL="4208870" indent="0">
              <a:buNone/>
              <a:defRPr sz="2600" b="1"/>
            </a:lvl7pPr>
            <a:lvl8pPr marL="4910323" indent="0">
              <a:buNone/>
              <a:defRPr sz="2600" b="1"/>
            </a:lvl8pPr>
            <a:lvl9pPr marL="5611787" indent="0">
              <a:buNone/>
              <a:defRPr sz="2600" b="1"/>
            </a:lvl9pPr>
          </a:lstStyle>
          <a:p>
            <a:pPr lvl="0"/>
            <a:r>
              <a:rPr lang="en-US"/>
              <a:t>Click to edit Master text styles</a:t>
            </a:r>
          </a:p>
        </p:txBody>
      </p:sp>
      <p:sp>
        <p:nvSpPr>
          <p:cNvPr id="4" name="Content Placeholder 3"/>
          <p:cNvSpPr>
            <a:spLocks noGrp="1"/>
          </p:cNvSpPr>
          <p:nvPr>
            <p:ph sz="half" idx="2"/>
          </p:nvPr>
        </p:nvSpPr>
        <p:spPr>
          <a:xfrm>
            <a:off x="379309" y="2174891"/>
            <a:ext cx="5617211" cy="3717925"/>
          </a:xfrm>
          <a:prstGeom prst="rect">
            <a:avLst/>
          </a:prstGeom>
        </p:spPr>
        <p:txBody>
          <a:bodyPr lIns="116930" tIns="58458" rIns="116930" bIns="58458"/>
          <a:lstStyle>
            <a:lvl1pPr>
              <a:defRPr sz="3500" b="0">
                <a:solidFill>
                  <a:srgbClr val="666366"/>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sp>
        <p:nvSpPr>
          <p:cNvPr id="5" name="Text Placeholder 4"/>
          <p:cNvSpPr>
            <a:spLocks noGrp="1"/>
          </p:cNvSpPr>
          <p:nvPr>
            <p:ph type="body" sz="quarter" idx="3"/>
          </p:nvPr>
        </p:nvSpPr>
        <p:spPr>
          <a:xfrm>
            <a:off x="6193474" y="1535117"/>
            <a:ext cx="5619327" cy="639763"/>
          </a:xfrm>
          <a:prstGeom prst="rect">
            <a:avLst/>
          </a:prstGeom>
        </p:spPr>
        <p:txBody>
          <a:bodyPr lIns="116930" tIns="58458" rIns="116930" bIns="58458" anchor="b"/>
          <a:lstStyle>
            <a:lvl1pPr marL="0" indent="0">
              <a:buNone/>
              <a:defRPr sz="3700" b="1">
                <a:solidFill>
                  <a:srgbClr val="009645"/>
                </a:solidFill>
              </a:defRPr>
            </a:lvl1pPr>
            <a:lvl2pPr marL="701469" indent="0">
              <a:buNone/>
              <a:defRPr sz="3100" b="1"/>
            </a:lvl2pPr>
            <a:lvl3pPr marL="1402946" indent="0">
              <a:buNone/>
              <a:defRPr sz="2800" b="1"/>
            </a:lvl3pPr>
            <a:lvl4pPr marL="2104422" indent="0">
              <a:buNone/>
              <a:defRPr sz="2600" b="1"/>
            </a:lvl4pPr>
            <a:lvl5pPr marL="2805890" indent="0">
              <a:buNone/>
              <a:defRPr sz="2600" b="1"/>
            </a:lvl5pPr>
            <a:lvl6pPr marL="3507344" indent="0">
              <a:buNone/>
              <a:defRPr sz="2600" b="1"/>
            </a:lvl6pPr>
            <a:lvl7pPr marL="4208870" indent="0">
              <a:buNone/>
              <a:defRPr sz="2600" b="1"/>
            </a:lvl7pPr>
            <a:lvl8pPr marL="4910323" indent="0">
              <a:buNone/>
              <a:defRPr sz="2600" b="1"/>
            </a:lvl8pPr>
            <a:lvl9pPr marL="5611787" indent="0">
              <a:buNone/>
              <a:defRPr sz="2600" b="1"/>
            </a:lvl9pPr>
          </a:lstStyle>
          <a:p>
            <a:pPr lvl="0"/>
            <a:r>
              <a:rPr lang="en-US"/>
              <a:t>Click to edit Master text styles</a:t>
            </a:r>
          </a:p>
        </p:txBody>
      </p:sp>
      <p:sp>
        <p:nvSpPr>
          <p:cNvPr id="6" name="Content Placeholder 5"/>
          <p:cNvSpPr>
            <a:spLocks noGrp="1"/>
          </p:cNvSpPr>
          <p:nvPr>
            <p:ph sz="quarter" idx="4"/>
          </p:nvPr>
        </p:nvSpPr>
        <p:spPr>
          <a:xfrm>
            <a:off x="6193474" y="2174891"/>
            <a:ext cx="5619327" cy="3717925"/>
          </a:xfrm>
          <a:prstGeom prst="rect">
            <a:avLst/>
          </a:prstGeom>
        </p:spPr>
        <p:txBody>
          <a:bodyPr lIns="116930" tIns="58458" rIns="116930" bIns="58458"/>
          <a:lstStyle>
            <a:lvl1pPr>
              <a:defRPr sz="3500" b="0">
                <a:solidFill>
                  <a:schemeClr val="tx2"/>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pic>
        <p:nvPicPr>
          <p:cNvPr id="12" name="Picture 11"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3" name="Slide Number Placeholder 3"/>
          <p:cNvSpPr>
            <a:spLocks noGrp="1"/>
          </p:cNvSpPr>
          <p:nvPr>
            <p:ph type="sldNum" sz="quarter" idx="12"/>
          </p:nvPr>
        </p:nvSpPr>
        <p:spPr>
          <a:xfrm>
            <a:off x="9123845" y="6342474"/>
            <a:ext cx="2844800" cy="365125"/>
          </a:xfrm>
          <a:prstGeom prst="rect">
            <a:avLst/>
          </a:prstGeom>
        </p:spPr>
        <p:txBody>
          <a:bodyPr lIns="116930" tIns="58458" rIns="116930" bIns="58458" anchor="ctr"/>
          <a:lstStyle>
            <a:lvl1pPr algn="r">
              <a:defRPr sz="1800">
                <a:solidFill>
                  <a:schemeClr val="tx1"/>
                </a:solidFill>
              </a:defRPr>
            </a:lvl1pPr>
          </a:lstStyle>
          <a:p>
            <a:pPr defTabSz="911998"/>
            <a:fld id="{5D762165-7DD1-43A8-AF3E-02B3DB1B40E1}" type="slidenum">
              <a:rPr lang="en-NZ" smtClean="0">
                <a:solidFill>
                  <a:srgbClr val="1A472B"/>
                </a:solidFill>
              </a:rPr>
              <a:pPr defTabSz="911998"/>
              <a:t>‹#›</a:t>
            </a:fld>
            <a:endParaRPr lang="en-NZ">
              <a:solidFill>
                <a:srgbClr val="1A472B"/>
              </a:solidFill>
            </a:endParaRPr>
          </a:p>
        </p:txBody>
      </p:sp>
      <p:sp>
        <p:nvSpPr>
          <p:cNvPr id="14" name="Footer Placeholder 4"/>
          <p:cNvSpPr>
            <a:spLocks noGrp="1"/>
          </p:cNvSpPr>
          <p:nvPr>
            <p:ph type="ftr" sz="quarter" idx="1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pic>
        <p:nvPicPr>
          <p:cNvPr id="16" name="Picture 15"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336174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rtiary chart">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3" name="Picture 2" descr="Grey_Panel992x662.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30335" y="162561"/>
            <a:ext cx="11748751" cy="5880298"/>
          </a:xfrm>
          <a:prstGeom prst="rect">
            <a:avLst/>
          </a:prstGeom>
        </p:spPr>
      </p:pic>
      <p:sp>
        <p:nvSpPr>
          <p:cNvPr id="11" name="Slide Number Placeholder 3"/>
          <p:cNvSpPr>
            <a:spLocks noGrp="1"/>
          </p:cNvSpPr>
          <p:nvPr>
            <p:ph type="sldNum" sz="quarter" idx="12"/>
          </p:nvPr>
        </p:nvSpPr>
        <p:spPr>
          <a:xfrm>
            <a:off x="9123845" y="6342474"/>
            <a:ext cx="2844800" cy="365125"/>
          </a:xfrm>
          <a:prstGeom prst="rect">
            <a:avLst/>
          </a:prstGeom>
        </p:spPr>
        <p:txBody>
          <a:bodyPr lIns="116930" tIns="58458" rIns="116930" bIns="58458" anchor="ctr"/>
          <a:lstStyle>
            <a:lvl1pPr algn="r">
              <a:defRPr sz="1800">
                <a:solidFill>
                  <a:schemeClr val="tx1"/>
                </a:solidFill>
              </a:defRPr>
            </a:lvl1pPr>
          </a:lstStyle>
          <a:p>
            <a:pPr defTabSz="911998"/>
            <a:fld id="{5D762165-7DD1-43A8-AF3E-02B3DB1B40E1}" type="slidenum">
              <a:rPr lang="en-NZ" smtClean="0">
                <a:solidFill>
                  <a:srgbClr val="1A472B"/>
                </a:solidFill>
              </a:rPr>
              <a:pPr defTabSz="911998"/>
              <a:t>‹#›</a:t>
            </a:fld>
            <a:endParaRPr lang="en-NZ">
              <a:solidFill>
                <a:srgbClr val="1A472B"/>
              </a:solidFill>
            </a:endParaRPr>
          </a:p>
        </p:txBody>
      </p:sp>
      <p:sp>
        <p:nvSpPr>
          <p:cNvPr id="12"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sp>
        <p:nvSpPr>
          <p:cNvPr id="7" name="Chart Placeholder 6"/>
          <p:cNvSpPr>
            <a:spLocks noGrp="1"/>
          </p:cNvSpPr>
          <p:nvPr>
            <p:ph type="chart" sz="quarter" idx="13"/>
          </p:nvPr>
        </p:nvSpPr>
        <p:spPr>
          <a:xfrm>
            <a:off x="230724" y="161931"/>
            <a:ext cx="11747501" cy="5881688"/>
          </a:xfrm>
          <a:prstGeom prst="rect">
            <a:avLst/>
          </a:prstGeom>
        </p:spPr>
        <p:txBody>
          <a:bodyPr vert="horz" lIns="116930" tIns="58458" rIns="116930" bIns="58458"/>
          <a:lstStyle/>
          <a:p>
            <a:r>
              <a:rPr lang="en-US"/>
              <a:t>Click icon to add chart</a:t>
            </a:r>
            <a:endParaRPr lang="en-US" dirty="0"/>
          </a:p>
        </p:txBody>
      </p:sp>
    </p:spTree>
    <p:extLst>
      <p:ext uri="{BB962C8B-B14F-4D97-AF65-F5344CB8AC3E}">
        <p14:creationId xmlns:p14="http://schemas.microsoft.com/office/powerpoint/2010/main" val="61009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Tree>
    <p:extLst>
      <p:ext uri="{BB962C8B-B14F-4D97-AF65-F5344CB8AC3E}">
        <p14:creationId xmlns:p14="http://schemas.microsoft.com/office/powerpoint/2010/main" val="4043791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6" name="Picture 5"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463400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74"/>
            <a:ext cx="2844800" cy="365125"/>
          </a:xfrm>
          <a:prstGeom prst="rect">
            <a:avLst/>
          </a:prstGeom>
        </p:spPr>
        <p:txBody>
          <a:bodyPr lIns="116930" tIns="58458" rIns="116930" bIns="58458" anchor="ctr"/>
          <a:lstStyle>
            <a:lvl1pPr algn="r">
              <a:defRPr sz="1800">
                <a:solidFill>
                  <a:schemeClr val="bg1"/>
                </a:solidFill>
              </a:defRPr>
            </a:lvl1pPr>
          </a:lstStyle>
          <a:p>
            <a:pPr defTabSz="911998"/>
            <a:fld id="{5D762165-7DD1-43A8-AF3E-02B3DB1B40E1}" type="slidenum">
              <a:rPr lang="en-NZ" smtClean="0">
                <a:solidFill>
                  <a:prstClr val="white"/>
                </a:solidFill>
              </a:rPr>
              <a:pPr defTabSz="911998"/>
              <a:t>‹#›</a:t>
            </a:fld>
            <a:endParaRPr lang="en-NZ">
              <a:solidFill>
                <a:prstClr val="white"/>
              </a:solidFill>
            </a:endParaRPr>
          </a:p>
        </p:txBody>
      </p:sp>
      <p:sp>
        <p:nvSpPr>
          <p:cNvPr id="7"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spTree>
    <p:extLst>
      <p:ext uri="{BB962C8B-B14F-4D97-AF65-F5344CB8AC3E}">
        <p14:creationId xmlns:p14="http://schemas.microsoft.com/office/powerpoint/2010/main" val="629931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74"/>
            <a:ext cx="2844800" cy="365125"/>
          </a:xfrm>
          <a:prstGeom prst="rect">
            <a:avLst/>
          </a:prstGeom>
        </p:spPr>
        <p:txBody>
          <a:bodyPr lIns="116930" tIns="58458" rIns="116930" bIns="58458" anchor="ctr"/>
          <a:lstStyle>
            <a:lvl1pPr algn="r">
              <a:defRPr sz="1800">
                <a:solidFill>
                  <a:schemeClr val="bg1"/>
                </a:solidFill>
              </a:defRPr>
            </a:lvl1pPr>
          </a:lstStyle>
          <a:p>
            <a:pPr defTabSz="911998"/>
            <a:fld id="{5D762165-7DD1-43A8-AF3E-02B3DB1B40E1}" type="slidenum">
              <a:rPr lang="en-NZ" smtClean="0">
                <a:solidFill>
                  <a:prstClr val="white"/>
                </a:solidFill>
              </a:rPr>
              <a:pPr defTabSz="911998"/>
              <a:t>‹#›</a:t>
            </a:fld>
            <a:endParaRPr lang="en-NZ">
              <a:solidFill>
                <a:prstClr val="white"/>
              </a:solidFill>
            </a:endParaRPr>
          </a:p>
        </p:txBody>
      </p:sp>
      <p:sp>
        <p:nvSpPr>
          <p:cNvPr id="7"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pic>
        <p:nvPicPr>
          <p:cNvPr id="9" name="Picture 8"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450992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1_Title page">
    <p:spTree>
      <p:nvGrpSpPr>
        <p:cNvPr id="1" name=""/>
        <p:cNvGrpSpPr/>
        <p:nvPr/>
      </p:nvGrpSpPr>
      <p:grpSpPr>
        <a:xfrm>
          <a:off x="0" y="0"/>
          <a:ext cx="0" cy="0"/>
          <a:chOff x="0" y="0"/>
          <a:chExt cx="0" cy="0"/>
        </a:xfrm>
      </p:grpSpPr>
      <p:pic>
        <p:nvPicPr>
          <p:cNvPr id="7" name="Picture 6" descr="GreenEnd992x73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8232" y="176969"/>
            <a:ext cx="11706381" cy="6514036"/>
          </a:xfrm>
          <a:prstGeom prst="rect">
            <a:avLst/>
          </a:prstGeom>
        </p:spPr>
      </p:pic>
      <p:sp>
        <p:nvSpPr>
          <p:cNvPr id="2" name="Title 1"/>
          <p:cNvSpPr>
            <a:spLocks noGrp="1"/>
          </p:cNvSpPr>
          <p:nvPr>
            <p:ph type="title" hasCustomPrompt="1"/>
          </p:nvPr>
        </p:nvSpPr>
        <p:spPr>
          <a:xfrm>
            <a:off x="448311" y="1289055"/>
            <a:ext cx="10363200" cy="673100"/>
          </a:xfrm>
          <a:prstGeom prst="rect">
            <a:avLst/>
          </a:prstGeom>
        </p:spPr>
        <p:txBody>
          <a:bodyPr lIns="116930" tIns="58458" rIns="116930" bIns="58458" anchor="t"/>
          <a:lstStyle>
            <a:lvl1pPr algn="l">
              <a:defRPr sz="5500" b="0" cap="none" baseline="0">
                <a:solidFill>
                  <a:schemeClr val="bg1"/>
                </a:solidFill>
              </a:defRPr>
            </a:lvl1pPr>
          </a:lstStyle>
          <a:p>
            <a:r>
              <a:rPr lang="en-AU" dirty="0"/>
              <a:t>Client brand promise, Calibri 36pt</a:t>
            </a:r>
            <a:endParaRPr lang="en-US" dirty="0"/>
          </a:p>
        </p:txBody>
      </p:sp>
      <p:sp>
        <p:nvSpPr>
          <p:cNvPr id="3" name="Text Placeholder 2"/>
          <p:cNvSpPr>
            <a:spLocks noGrp="1"/>
          </p:cNvSpPr>
          <p:nvPr>
            <p:ph type="body" idx="1" hasCustomPrompt="1"/>
          </p:nvPr>
        </p:nvSpPr>
        <p:spPr>
          <a:xfrm>
            <a:off x="448311" y="4862837"/>
            <a:ext cx="10363200" cy="515620"/>
          </a:xfrm>
          <a:prstGeom prst="rect">
            <a:avLst/>
          </a:prstGeom>
        </p:spPr>
        <p:txBody>
          <a:bodyPr lIns="116930" tIns="58458" rIns="116930" bIns="58458" anchor="b"/>
          <a:lstStyle>
            <a:lvl1pPr marL="0" indent="0">
              <a:buNone/>
              <a:defRPr sz="2800" b="0" baseline="0">
                <a:solidFill>
                  <a:schemeClr val="bg1"/>
                </a:solidFill>
              </a:defRPr>
            </a:lvl1pPr>
            <a:lvl2pPr marL="701469" indent="0">
              <a:buNone/>
              <a:defRPr sz="2800">
                <a:solidFill>
                  <a:schemeClr val="tx1">
                    <a:tint val="75000"/>
                  </a:schemeClr>
                </a:solidFill>
              </a:defRPr>
            </a:lvl2pPr>
            <a:lvl3pPr marL="1402946" indent="0">
              <a:buNone/>
              <a:defRPr sz="2600">
                <a:solidFill>
                  <a:schemeClr val="tx1">
                    <a:tint val="75000"/>
                  </a:schemeClr>
                </a:solidFill>
              </a:defRPr>
            </a:lvl3pPr>
            <a:lvl4pPr marL="2104422" indent="0">
              <a:buNone/>
              <a:defRPr sz="2200">
                <a:solidFill>
                  <a:schemeClr val="tx1">
                    <a:tint val="75000"/>
                  </a:schemeClr>
                </a:solidFill>
              </a:defRPr>
            </a:lvl4pPr>
            <a:lvl5pPr marL="2805890" indent="0">
              <a:buNone/>
              <a:defRPr sz="2200">
                <a:solidFill>
                  <a:schemeClr val="tx1">
                    <a:tint val="75000"/>
                  </a:schemeClr>
                </a:solidFill>
              </a:defRPr>
            </a:lvl5pPr>
            <a:lvl6pPr marL="3507344" indent="0">
              <a:buNone/>
              <a:defRPr sz="2200">
                <a:solidFill>
                  <a:schemeClr val="tx1">
                    <a:tint val="75000"/>
                  </a:schemeClr>
                </a:solidFill>
              </a:defRPr>
            </a:lvl6pPr>
            <a:lvl7pPr marL="4208870" indent="0">
              <a:buNone/>
              <a:defRPr sz="2200">
                <a:solidFill>
                  <a:schemeClr val="tx1">
                    <a:tint val="75000"/>
                  </a:schemeClr>
                </a:solidFill>
              </a:defRPr>
            </a:lvl7pPr>
            <a:lvl8pPr marL="4910323" indent="0">
              <a:buNone/>
              <a:defRPr sz="2200">
                <a:solidFill>
                  <a:schemeClr val="tx1">
                    <a:tint val="75000"/>
                  </a:schemeClr>
                </a:solidFill>
              </a:defRPr>
            </a:lvl8pPr>
            <a:lvl9pPr marL="5611787" indent="0">
              <a:buNone/>
              <a:defRPr sz="2200">
                <a:solidFill>
                  <a:schemeClr val="tx1">
                    <a:tint val="75000"/>
                  </a:schemeClr>
                </a:solidFill>
              </a:defRPr>
            </a:lvl9pPr>
          </a:lstStyle>
          <a:p>
            <a:pPr lvl="0"/>
            <a:r>
              <a:rPr lang="en-AU" dirty="0"/>
              <a:t>Click to add subhead, Calibri 18pt</a:t>
            </a:r>
          </a:p>
        </p:txBody>
      </p:sp>
      <p:sp>
        <p:nvSpPr>
          <p:cNvPr id="6" name="Footer Placeholder 4"/>
          <p:cNvSpPr>
            <a:spLocks noGrp="1"/>
          </p:cNvSpPr>
          <p:nvPr>
            <p:ph type="ftr" sz="quarter" idx="3"/>
          </p:nvPr>
        </p:nvSpPr>
        <p:spPr>
          <a:xfrm>
            <a:off x="230296" y="6356446"/>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spTree>
    <p:extLst>
      <p:ext uri="{BB962C8B-B14F-4D97-AF65-F5344CB8AC3E}">
        <p14:creationId xmlns:p14="http://schemas.microsoft.com/office/powerpoint/2010/main" val="2425968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520"/>
            <a:ext cx="10363200" cy="1470025"/>
          </a:xfrm>
          <a:prstGeom prst="rect">
            <a:avLst/>
          </a:prstGeom>
        </p:spPr>
        <p:txBody>
          <a:bodyPr lIns="116930" tIns="58458" rIns="116930" bIns="58458"/>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lIns="116930" tIns="58458" rIns="116930" bIns="58458"/>
          <a:lstStyle>
            <a:lvl1pPr marL="0" indent="0" algn="ctr">
              <a:buNone/>
              <a:defRPr>
                <a:solidFill>
                  <a:schemeClr val="tx1">
                    <a:tint val="75000"/>
                  </a:schemeClr>
                </a:solidFill>
              </a:defRPr>
            </a:lvl1pPr>
            <a:lvl2pPr marL="701469" indent="0" algn="ctr">
              <a:buNone/>
              <a:defRPr>
                <a:solidFill>
                  <a:schemeClr val="tx1">
                    <a:tint val="75000"/>
                  </a:schemeClr>
                </a:solidFill>
              </a:defRPr>
            </a:lvl2pPr>
            <a:lvl3pPr marL="1402946" indent="0" algn="ctr">
              <a:buNone/>
              <a:defRPr>
                <a:solidFill>
                  <a:schemeClr val="tx1">
                    <a:tint val="75000"/>
                  </a:schemeClr>
                </a:solidFill>
              </a:defRPr>
            </a:lvl3pPr>
            <a:lvl4pPr marL="2104422" indent="0" algn="ctr">
              <a:buNone/>
              <a:defRPr>
                <a:solidFill>
                  <a:schemeClr val="tx1">
                    <a:tint val="75000"/>
                  </a:schemeClr>
                </a:solidFill>
              </a:defRPr>
            </a:lvl4pPr>
            <a:lvl5pPr marL="2805890" indent="0" algn="ctr">
              <a:buNone/>
              <a:defRPr>
                <a:solidFill>
                  <a:schemeClr val="tx1">
                    <a:tint val="75000"/>
                  </a:schemeClr>
                </a:solidFill>
              </a:defRPr>
            </a:lvl5pPr>
            <a:lvl6pPr marL="3507344" indent="0" algn="ctr">
              <a:buNone/>
              <a:defRPr>
                <a:solidFill>
                  <a:schemeClr val="tx1">
                    <a:tint val="75000"/>
                  </a:schemeClr>
                </a:solidFill>
              </a:defRPr>
            </a:lvl6pPr>
            <a:lvl7pPr marL="4208870" indent="0" algn="ctr">
              <a:buNone/>
              <a:defRPr>
                <a:solidFill>
                  <a:schemeClr val="tx1">
                    <a:tint val="75000"/>
                  </a:schemeClr>
                </a:solidFill>
              </a:defRPr>
            </a:lvl7pPr>
            <a:lvl8pPr marL="4910323" indent="0" algn="ctr">
              <a:buNone/>
              <a:defRPr>
                <a:solidFill>
                  <a:schemeClr val="tx1">
                    <a:tint val="75000"/>
                  </a:schemeClr>
                </a:solidFill>
              </a:defRPr>
            </a:lvl8pPr>
            <a:lvl9pPr marL="561178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230293" y="6356446"/>
            <a:ext cx="2844800" cy="365125"/>
          </a:xfrm>
          <a:prstGeom prst="rect">
            <a:avLst/>
          </a:prstGeom>
        </p:spPr>
        <p:txBody>
          <a:bodyPr lIns="116930" tIns="58458" rIns="116930" bIns="58458"/>
          <a:lstStyle/>
          <a:p>
            <a:pPr defTabSz="911998"/>
            <a:fld id="{505B9593-95F5-4191-8057-F1E447DD5737}" type="datetimeFigureOut">
              <a:rPr lang="en-NZ" smtClean="0">
                <a:solidFill>
                  <a:srgbClr val="1A472B"/>
                </a:solidFill>
              </a:rPr>
              <a:pPr defTabSz="911998"/>
              <a:t>16/07/2024</a:t>
            </a:fld>
            <a:endParaRPr lang="en-NZ">
              <a:solidFill>
                <a:srgbClr val="1A472B"/>
              </a:solidFill>
            </a:endParaRPr>
          </a:p>
        </p:txBody>
      </p:sp>
      <p:sp>
        <p:nvSpPr>
          <p:cNvPr id="5" name="Footer Placeholder 4"/>
          <p:cNvSpPr>
            <a:spLocks noGrp="1"/>
          </p:cNvSpPr>
          <p:nvPr>
            <p:ph type="ftr" sz="quarter" idx="11"/>
          </p:nvPr>
        </p:nvSpPr>
        <p:spPr>
          <a:xfrm>
            <a:off x="3075096" y="6356446"/>
            <a:ext cx="5879253" cy="365125"/>
          </a:xfrm>
          <a:prstGeom prst="rect">
            <a:avLst/>
          </a:prstGeom>
        </p:spPr>
        <p:txBody>
          <a:bodyPr lIns="116930" tIns="58458" rIns="116930" bIns="58458"/>
          <a:lstStyle/>
          <a:p>
            <a:pPr defTabSz="911998"/>
            <a:endParaRPr lang="en-NZ">
              <a:solidFill>
                <a:srgbClr val="1A472B"/>
              </a:solidFill>
            </a:endParaRPr>
          </a:p>
        </p:txBody>
      </p:sp>
      <p:sp>
        <p:nvSpPr>
          <p:cNvPr id="6" name="Slide Number Placeholder 5"/>
          <p:cNvSpPr>
            <a:spLocks noGrp="1"/>
          </p:cNvSpPr>
          <p:nvPr>
            <p:ph type="sldNum" sz="quarter" idx="12"/>
          </p:nvPr>
        </p:nvSpPr>
        <p:spPr>
          <a:xfrm>
            <a:off x="9089813" y="6342474"/>
            <a:ext cx="2844800" cy="365125"/>
          </a:xfrm>
          <a:prstGeom prst="rect">
            <a:avLst/>
          </a:prstGeom>
        </p:spPr>
        <p:txBody>
          <a:bodyPr lIns="116930" tIns="58458" rIns="116930" bIns="58458"/>
          <a:lstStyle/>
          <a:p>
            <a:pPr defTabSz="911998"/>
            <a:fld id="{5D762165-7DD1-43A8-AF3E-02B3DB1B40E1}" type="slidenum">
              <a:rPr lang="en-NZ" smtClean="0">
                <a:solidFill>
                  <a:srgbClr val="1A472B"/>
                </a:solidFill>
              </a:rPr>
              <a:pPr defTabSz="911998"/>
              <a:t>‹#›</a:t>
            </a:fld>
            <a:endParaRPr lang="en-NZ">
              <a:solidFill>
                <a:srgbClr val="1A472B"/>
              </a:solidFill>
            </a:endParaRPr>
          </a:p>
        </p:txBody>
      </p:sp>
    </p:spTree>
    <p:extLst>
      <p:ext uri="{BB962C8B-B14F-4D97-AF65-F5344CB8AC3E}">
        <p14:creationId xmlns:p14="http://schemas.microsoft.com/office/powerpoint/2010/main" val="4110345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lIns="116930" tIns="58458" rIns="116930" bIns="58458"/>
          <a:lstStyle/>
          <a:p>
            <a:r>
              <a:rPr lang="en-US"/>
              <a:t>Click to edit Master title style</a:t>
            </a:r>
            <a:endParaRPr lang="en-NZ"/>
          </a:p>
        </p:txBody>
      </p:sp>
      <p:sp>
        <p:nvSpPr>
          <p:cNvPr id="3" name="Content Placeholder 2"/>
          <p:cNvSpPr>
            <a:spLocks noGrp="1"/>
          </p:cNvSpPr>
          <p:nvPr>
            <p:ph idx="1"/>
          </p:nvPr>
        </p:nvSpPr>
        <p:spPr>
          <a:xfrm>
            <a:off x="609600" y="1600206"/>
            <a:ext cx="10972800" cy="4525963"/>
          </a:xfrm>
          <a:prstGeom prst="rect">
            <a:avLst/>
          </a:prstGeom>
        </p:spPr>
        <p:txBody>
          <a:bodyPr lIns="116930" tIns="58458" rIns="116930" bIns="58458"/>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p:cNvSpPr>
            <a:spLocks noGrp="1"/>
          </p:cNvSpPr>
          <p:nvPr>
            <p:ph type="dt" sz="half" idx="10"/>
          </p:nvPr>
        </p:nvSpPr>
        <p:spPr>
          <a:xfrm>
            <a:off x="609600" y="6356445"/>
            <a:ext cx="2844800" cy="365125"/>
          </a:xfrm>
          <a:prstGeom prst="rect">
            <a:avLst/>
          </a:prstGeom>
        </p:spPr>
        <p:txBody>
          <a:bodyPr lIns="116930" tIns="58458" rIns="116930" bIns="58458"/>
          <a:lstStyle/>
          <a:p>
            <a:pPr defTabSz="911998"/>
            <a:fld id="{505B9593-95F5-4191-8057-F1E447DD5737}" type="datetimeFigureOut">
              <a:rPr lang="en-NZ" smtClean="0">
                <a:solidFill>
                  <a:srgbClr val="1A472B"/>
                </a:solidFill>
              </a:rPr>
              <a:pPr defTabSz="911998"/>
              <a:t>16/07/2024</a:t>
            </a:fld>
            <a:endParaRPr lang="en-NZ">
              <a:solidFill>
                <a:srgbClr val="1A472B"/>
              </a:solidFill>
            </a:endParaRPr>
          </a:p>
        </p:txBody>
      </p:sp>
      <p:sp>
        <p:nvSpPr>
          <p:cNvPr id="5" name="Footer Placeholder 4"/>
          <p:cNvSpPr>
            <a:spLocks noGrp="1"/>
          </p:cNvSpPr>
          <p:nvPr>
            <p:ph type="ftr" sz="quarter" idx="11"/>
          </p:nvPr>
        </p:nvSpPr>
        <p:spPr>
          <a:xfrm>
            <a:off x="4165600" y="6356445"/>
            <a:ext cx="3860800" cy="365125"/>
          </a:xfrm>
          <a:prstGeom prst="rect">
            <a:avLst/>
          </a:prstGeom>
        </p:spPr>
        <p:txBody>
          <a:bodyPr lIns="116930" tIns="58458" rIns="116930" bIns="58458"/>
          <a:lstStyle/>
          <a:p>
            <a:pPr defTabSz="911998"/>
            <a:endParaRPr lang="en-NZ">
              <a:solidFill>
                <a:srgbClr val="1A472B"/>
              </a:solidFill>
            </a:endParaRPr>
          </a:p>
        </p:txBody>
      </p:sp>
      <p:sp>
        <p:nvSpPr>
          <p:cNvPr id="6" name="Slide Number Placeholder 5"/>
          <p:cNvSpPr>
            <a:spLocks noGrp="1"/>
          </p:cNvSpPr>
          <p:nvPr>
            <p:ph type="sldNum" sz="quarter" idx="12"/>
          </p:nvPr>
        </p:nvSpPr>
        <p:spPr>
          <a:xfrm>
            <a:off x="8737600" y="6356445"/>
            <a:ext cx="2844800" cy="365125"/>
          </a:xfrm>
          <a:prstGeom prst="rect">
            <a:avLst/>
          </a:prstGeom>
        </p:spPr>
        <p:txBody>
          <a:bodyPr lIns="116930" tIns="58458" rIns="116930" bIns="58458"/>
          <a:lstStyle/>
          <a:p>
            <a:pPr defTabSz="911998"/>
            <a:fld id="{5D762165-7DD1-43A8-AF3E-02B3DB1B40E1}" type="slidenum">
              <a:rPr lang="en-NZ" smtClean="0">
                <a:solidFill>
                  <a:srgbClr val="1A472B"/>
                </a:solidFill>
              </a:rPr>
              <a:pPr defTabSz="911998"/>
              <a:t>‹#›</a:t>
            </a:fld>
            <a:endParaRPr lang="en-NZ">
              <a:solidFill>
                <a:srgbClr val="1A472B"/>
              </a:solidFill>
            </a:endParaRPr>
          </a:p>
        </p:txBody>
      </p:sp>
    </p:spTree>
    <p:extLst>
      <p:ext uri="{BB962C8B-B14F-4D97-AF65-F5344CB8AC3E}">
        <p14:creationId xmlns:p14="http://schemas.microsoft.com/office/powerpoint/2010/main" val="1166668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Main content w kowhaiwhai_Print option">
    <p:spTree>
      <p:nvGrpSpPr>
        <p:cNvPr id="1" name=""/>
        <p:cNvGrpSpPr/>
        <p:nvPr/>
      </p:nvGrpSpPr>
      <p:grpSpPr>
        <a:xfrm>
          <a:off x="0" y="0"/>
          <a:ext cx="0" cy="0"/>
          <a:chOff x="0" y="0"/>
          <a:chExt cx="0" cy="0"/>
        </a:xfrm>
      </p:grpSpPr>
      <p:pic>
        <p:nvPicPr>
          <p:cNvPr id="14" name="Picture 13" descr="Footer03_1024x74.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97211"/>
            <a:ext cx="12192000" cy="144860"/>
          </a:xfrm>
          <a:prstGeom prst="rect">
            <a:avLst/>
          </a:prstGeom>
        </p:spPr>
      </p:pic>
      <p:pic>
        <p:nvPicPr>
          <p:cNvPr id="5" name="Picture 4" descr="Logo177x78.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9561784" y="302885"/>
            <a:ext cx="2372829" cy="784241"/>
          </a:xfrm>
          <a:prstGeom prst="rect">
            <a:avLst/>
          </a:prstGeom>
        </p:spPr>
      </p:pic>
      <p:sp>
        <p:nvSpPr>
          <p:cNvPr id="8" name="Title Placeholder 1"/>
          <p:cNvSpPr>
            <a:spLocks noGrp="1"/>
          </p:cNvSpPr>
          <p:nvPr>
            <p:ph type="title" hasCustomPrompt="1"/>
          </p:nvPr>
        </p:nvSpPr>
        <p:spPr>
          <a:xfrm>
            <a:off x="230293" y="173038"/>
            <a:ext cx="8880000" cy="1143000"/>
          </a:xfrm>
          <a:prstGeom prst="rect">
            <a:avLst/>
          </a:prstGeom>
        </p:spPr>
        <p:txBody>
          <a:bodyPr vert="horz" lIns="116930" tIns="58458" rIns="116930" bIns="58458" rtlCol="0" anchor="ctr">
            <a:normAutofit/>
          </a:bodyPr>
          <a:lstStyle>
            <a:lvl1pPr>
              <a:defRPr>
                <a:solidFill>
                  <a:schemeClr val="tx1"/>
                </a:solidFill>
              </a:defRPr>
            </a:lvl1pPr>
          </a:lstStyle>
          <a:p>
            <a:r>
              <a:rPr lang="en-AU" dirty="0"/>
              <a:t>Click to add title - Calibri 36pt</a:t>
            </a:r>
            <a:endParaRPr lang="en-US" dirty="0"/>
          </a:p>
        </p:txBody>
      </p:sp>
      <p:sp>
        <p:nvSpPr>
          <p:cNvPr id="3" name="Text Placeholder 2"/>
          <p:cNvSpPr>
            <a:spLocks noGrp="1"/>
          </p:cNvSpPr>
          <p:nvPr>
            <p:ph type="body" sz="quarter" idx="13" hasCustomPrompt="1"/>
          </p:nvPr>
        </p:nvSpPr>
        <p:spPr>
          <a:xfrm>
            <a:off x="230758" y="1419246"/>
            <a:ext cx="11703049" cy="4702175"/>
          </a:xfrm>
          <a:prstGeom prst="rect">
            <a:avLst/>
          </a:prstGeom>
        </p:spPr>
        <p:txBody>
          <a:bodyPr vert="horz" lIns="116930" tIns="58458" rIns="116930" bIns="58458"/>
          <a:lstStyle>
            <a:lvl1pPr>
              <a:defRPr baseline="0">
                <a:solidFill>
                  <a:schemeClr val="tx1"/>
                </a:solidFill>
              </a:defRPr>
            </a:lvl1pPr>
            <a:lvl2pPr marL="0" indent="0">
              <a:tabLst/>
              <a:defRPr>
                <a:solidFill>
                  <a:schemeClr val="tx1"/>
                </a:solidFill>
              </a:defRPr>
            </a:lvl2pPr>
            <a:lvl3pPr>
              <a:defRPr>
                <a:solidFill>
                  <a:schemeClr val="tx1"/>
                </a:solidFill>
              </a:defRPr>
            </a:lvl3pPr>
            <a:lvl4pPr>
              <a:defRPr>
                <a:solidFill>
                  <a:schemeClr val="tx1"/>
                </a:solidFill>
              </a:defRPr>
            </a:lvl4pPr>
            <a:lvl5pPr marL="2089825" indent="-438400">
              <a:buFont typeface="Arial"/>
              <a:buChar char="•"/>
              <a:defRPr>
                <a:solidFill>
                  <a:schemeClr val="tx1"/>
                </a:solidFill>
              </a:defRPr>
            </a:lvl5pPr>
          </a:lstStyle>
          <a:p>
            <a:pPr lvl="0"/>
            <a:r>
              <a:rPr lang="en-AU" dirty="0"/>
              <a:t>Click to add text. Sub heading – Calibri Bold 24pt</a:t>
            </a:r>
          </a:p>
          <a:p>
            <a:pPr lvl="1"/>
            <a:r>
              <a:rPr lang="en-AU" dirty="0"/>
              <a:t>Second level – Calibri 24pt</a:t>
            </a:r>
          </a:p>
          <a:p>
            <a:pPr lvl="2"/>
            <a:r>
              <a:rPr lang="en-AU" dirty="0"/>
              <a:t>Third level – Calibri Bold 22pt</a:t>
            </a:r>
          </a:p>
          <a:p>
            <a:pPr lvl="3"/>
            <a:r>
              <a:rPr lang="en-AU" dirty="0"/>
              <a:t>Fourth level – Calibri 18pt</a:t>
            </a:r>
          </a:p>
          <a:p>
            <a:pPr lvl="4"/>
            <a:r>
              <a:rPr lang="en-AU" dirty="0"/>
              <a:t>Fifth level – Calibri 16pt</a:t>
            </a:r>
            <a:endParaRPr lang="en-US" dirty="0"/>
          </a:p>
          <a:p>
            <a:pPr lvl="0"/>
            <a:endParaRPr lang="en-US" dirty="0"/>
          </a:p>
        </p:txBody>
      </p:sp>
      <p:sp>
        <p:nvSpPr>
          <p:cNvPr id="9" name="Text Placeholder 8"/>
          <p:cNvSpPr>
            <a:spLocks noGrp="1"/>
          </p:cNvSpPr>
          <p:nvPr>
            <p:ph type="body" sz="quarter" idx="14" hasCustomPrompt="1"/>
          </p:nvPr>
        </p:nvSpPr>
        <p:spPr>
          <a:xfrm>
            <a:off x="230720" y="6342158"/>
            <a:ext cx="4995333" cy="365125"/>
          </a:xfrm>
          <a:prstGeom prst="rect">
            <a:avLst/>
          </a:prstGeom>
        </p:spPr>
        <p:txBody>
          <a:bodyPr vert="horz" lIns="116930" tIns="58458" rIns="116930" bIns="58458" anchor="ctr" anchorCtr="0"/>
          <a:lstStyle>
            <a:lvl1pPr marL="0" marR="0" indent="0" algn="l" defTabSz="701469" rtl="0" eaLnBrk="1" fontAlgn="auto" latinLnBrk="0" hangingPunct="1">
              <a:lnSpc>
                <a:spcPct val="100000"/>
              </a:lnSpc>
              <a:spcBef>
                <a:spcPct val="20000"/>
              </a:spcBef>
              <a:spcAft>
                <a:spcPts val="0"/>
              </a:spcAft>
              <a:buClrTx/>
              <a:buSzTx/>
              <a:buFont typeface="Courier New"/>
              <a:buNone/>
              <a:tabLst/>
              <a:defRPr sz="1800" b="0">
                <a:solidFill>
                  <a:schemeClr val="tx1"/>
                </a:solidFill>
              </a:defRPr>
            </a:lvl1pPr>
          </a:lstStyle>
          <a:p>
            <a:pPr marL="0" marR="0" lvl="0" indent="0" algn="l" defTabSz="701469" rtl="0" eaLnBrk="1" fontAlgn="auto" latinLnBrk="0" hangingPunct="1">
              <a:lnSpc>
                <a:spcPct val="100000"/>
              </a:lnSpc>
              <a:spcBef>
                <a:spcPct val="20000"/>
              </a:spcBef>
              <a:spcAft>
                <a:spcPts val="0"/>
              </a:spcAft>
              <a:buClrTx/>
              <a:buSzTx/>
              <a:buFont typeface="Courier New"/>
              <a:buNone/>
              <a:tabLst/>
              <a:defRPr/>
            </a:pPr>
            <a:r>
              <a:rPr lang="en-US" dirty="0">
                <a:solidFill>
                  <a:srgbClr val="1A472B"/>
                </a:solidFill>
              </a:rPr>
              <a:t>Click to add title in Calibri 12pt</a:t>
            </a:r>
            <a:endParaRPr lang="en-US" dirty="0">
              <a:solidFill>
                <a:schemeClr val="bg2"/>
              </a:solidFill>
            </a:endParaRPr>
          </a:p>
        </p:txBody>
      </p:sp>
      <p:sp>
        <p:nvSpPr>
          <p:cNvPr id="13" name="Text Placeholder 12"/>
          <p:cNvSpPr>
            <a:spLocks noGrp="1"/>
          </p:cNvSpPr>
          <p:nvPr>
            <p:ph type="body" sz="quarter" idx="15" hasCustomPrompt="1"/>
          </p:nvPr>
        </p:nvSpPr>
        <p:spPr>
          <a:xfrm>
            <a:off x="11430950" y="6342157"/>
            <a:ext cx="503767" cy="347663"/>
          </a:xfrm>
          <a:prstGeom prst="rect">
            <a:avLst/>
          </a:prstGeom>
        </p:spPr>
        <p:txBody>
          <a:bodyPr vert="horz" lIns="116930" tIns="58458" rIns="116930" bIns="58458" anchor="ctr" anchorCtr="0"/>
          <a:lstStyle>
            <a:lvl1pPr algn="r">
              <a:defRPr sz="1800">
                <a:solidFill>
                  <a:schemeClr val="tx1"/>
                </a:solidFill>
              </a:defRPr>
            </a:lvl1pPr>
          </a:lstStyle>
          <a:p>
            <a:pPr lvl="0"/>
            <a:fld id="{4D4F556E-231C-B544-9E8A-43AA8493A8CA}" type="slidenum">
              <a:rPr lang="en-US" smtClean="0"/>
              <a:t>‹#›</a:t>
            </a:fld>
            <a:endParaRPr lang="en-US" dirty="0"/>
          </a:p>
        </p:txBody>
      </p:sp>
    </p:spTree>
    <p:extLst>
      <p:ext uri="{BB962C8B-B14F-4D97-AF65-F5344CB8AC3E}">
        <p14:creationId xmlns:p14="http://schemas.microsoft.com/office/powerpoint/2010/main" val="556306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Plain content">
    <p:spTree>
      <p:nvGrpSpPr>
        <p:cNvPr id="1" name=""/>
        <p:cNvGrpSpPr/>
        <p:nvPr/>
      </p:nvGrpSpPr>
      <p:grpSpPr>
        <a:xfrm>
          <a:off x="0" y="0"/>
          <a:ext cx="0" cy="0"/>
          <a:chOff x="0" y="0"/>
          <a:chExt cx="0" cy="0"/>
        </a:xfrm>
      </p:grpSpPr>
      <p:pic>
        <p:nvPicPr>
          <p:cNvPr id="7" name="Picture 6"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1"/>
            <a:ext cx="12192000" cy="660797"/>
          </a:xfrm>
          <a:prstGeom prst="rect">
            <a:avLst/>
          </a:prstGeom>
        </p:spPr>
      </p:pic>
      <p:sp>
        <p:nvSpPr>
          <p:cNvPr id="11" name="Slide Number Placeholder 3"/>
          <p:cNvSpPr>
            <a:spLocks noGrp="1"/>
          </p:cNvSpPr>
          <p:nvPr>
            <p:ph type="sldNum" sz="quarter" idx="12"/>
          </p:nvPr>
        </p:nvSpPr>
        <p:spPr>
          <a:xfrm>
            <a:off x="9123845" y="6342474"/>
            <a:ext cx="2844800" cy="365125"/>
          </a:xfrm>
          <a:prstGeom prst="rect">
            <a:avLst/>
          </a:prstGeom>
        </p:spPr>
        <p:txBody>
          <a:bodyPr lIns="116930" tIns="58458" rIns="116930" bIns="58458" anchor="ctr"/>
          <a:lstStyle>
            <a:lvl1pPr algn="r">
              <a:defRPr sz="1800">
                <a:solidFill>
                  <a:schemeClr val="tx1"/>
                </a:solidFill>
              </a:defRPr>
            </a:lvl1pPr>
          </a:lstStyle>
          <a:p>
            <a:pPr defTabSz="911998"/>
            <a:fld id="{5D762165-7DD1-43A8-AF3E-02B3DB1B40E1}" type="slidenum">
              <a:rPr lang="en-NZ" smtClean="0">
                <a:solidFill>
                  <a:srgbClr val="1A472B"/>
                </a:solidFill>
              </a:rPr>
              <a:pPr defTabSz="911998"/>
              <a:t>‹#›</a:t>
            </a:fld>
            <a:endParaRPr lang="en-NZ">
              <a:solidFill>
                <a:srgbClr val="1A472B"/>
              </a:solidFill>
            </a:endParaRPr>
          </a:p>
        </p:txBody>
      </p:sp>
      <p:sp>
        <p:nvSpPr>
          <p:cNvPr id="12" name="Footer Placeholder 4"/>
          <p:cNvSpPr>
            <a:spLocks noGrp="1"/>
          </p:cNvSpPr>
          <p:nvPr>
            <p:ph type="ftr" sz="quarter" idx="3"/>
          </p:nvPr>
        </p:nvSpPr>
        <p:spPr>
          <a:xfrm>
            <a:off x="230296" y="6356445"/>
            <a:ext cx="5879253" cy="365125"/>
          </a:xfrm>
          <a:prstGeom prst="rect">
            <a:avLst/>
          </a:prstGeom>
        </p:spPr>
        <p:txBody>
          <a:bodyPr vert="horz" lIns="116930" tIns="58458" rIns="116930" bIns="58458" rtlCol="0" anchor="ctr"/>
          <a:lstStyle>
            <a:lvl1pPr algn="l">
              <a:defRPr sz="1800">
                <a:solidFill>
                  <a:schemeClr val="tx1">
                    <a:tint val="75000"/>
                  </a:schemeClr>
                </a:solidFill>
              </a:defRPr>
            </a:lvl1pPr>
          </a:lstStyle>
          <a:p>
            <a:pPr defTabSz="911998"/>
            <a:endParaRPr lang="en-NZ">
              <a:solidFill>
                <a:srgbClr val="1A472B">
                  <a:tint val="75000"/>
                </a:srgbClr>
              </a:solidFill>
            </a:endParaRPr>
          </a:p>
        </p:txBody>
      </p:sp>
      <p:sp>
        <p:nvSpPr>
          <p:cNvPr id="8" name="Title Placeholder 1"/>
          <p:cNvSpPr>
            <a:spLocks noGrp="1"/>
          </p:cNvSpPr>
          <p:nvPr>
            <p:ph type="title" hasCustomPrompt="1"/>
          </p:nvPr>
        </p:nvSpPr>
        <p:spPr>
          <a:xfrm>
            <a:off x="230293" y="173038"/>
            <a:ext cx="8880000" cy="1143000"/>
          </a:xfrm>
          <a:prstGeom prst="rect">
            <a:avLst/>
          </a:prstGeom>
        </p:spPr>
        <p:txBody>
          <a:bodyPr vert="horz" lIns="116930" tIns="58458" rIns="116930" bIns="58458" rtlCol="0" anchor="ctr">
            <a:normAutofit/>
          </a:bodyPr>
          <a:lstStyle>
            <a:lvl1pPr>
              <a:defRPr>
                <a:solidFill>
                  <a:schemeClr val="tx1"/>
                </a:solidFill>
              </a:defRPr>
            </a:lvl1pPr>
          </a:lstStyle>
          <a:p>
            <a:r>
              <a:rPr lang="en-AU" dirty="0"/>
              <a:t>Click to add title - Calibri 36pt</a:t>
            </a:r>
            <a:endParaRPr lang="en-US" dirty="0"/>
          </a:p>
        </p:txBody>
      </p:sp>
      <p:pic>
        <p:nvPicPr>
          <p:cNvPr id="10" name="Picture 9"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176060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Logo with no footer for pictur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0293" y="173038"/>
            <a:ext cx="8880000" cy="1143000"/>
          </a:xfrm>
          <a:prstGeom prst="rect">
            <a:avLst/>
          </a:prstGeom>
        </p:spPr>
        <p:txBody>
          <a:bodyPr lIns="116930" tIns="58458" rIns="116930" bIns="58458" anchor="ctr"/>
          <a:lstStyle>
            <a:lvl1pPr>
              <a:defRPr/>
            </a:lvl1pPr>
          </a:lstStyle>
          <a:p>
            <a:r>
              <a:rPr lang="en-AU" dirty="0"/>
              <a:t>Click to add title - Calibri 36pt</a:t>
            </a:r>
            <a:endParaRPr lang="en-US" dirty="0"/>
          </a:p>
        </p:txBody>
      </p:sp>
      <p:pic>
        <p:nvPicPr>
          <p:cNvPr id="4" name="Picture 3" descr="Logo 1024x700.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6879182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Special - Values 4 or section title page">
    <p:spTree>
      <p:nvGrpSpPr>
        <p:cNvPr id="1" name=""/>
        <p:cNvGrpSpPr/>
        <p:nvPr/>
      </p:nvGrpSpPr>
      <p:grpSpPr>
        <a:xfrm>
          <a:off x="0" y="0"/>
          <a:ext cx="0" cy="0"/>
          <a:chOff x="0" y="0"/>
          <a:chExt cx="0" cy="0"/>
        </a:xfrm>
      </p:grpSpPr>
      <p:pic>
        <p:nvPicPr>
          <p:cNvPr id="6" name="Picture 5" descr="Vitality_0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5514" y="135227"/>
            <a:ext cx="11700121" cy="5883508"/>
          </a:xfrm>
          <a:prstGeom prst="rect">
            <a:avLst/>
          </a:prstGeom>
        </p:spPr>
      </p:pic>
      <p:pic>
        <p:nvPicPr>
          <p:cNvPr id="14" name="Picture 13" descr="End04_LogoGreen_992x736.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32943" y="5714417"/>
            <a:ext cx="11692695" cy="965089"/>
          </a:xfrm>
          <a:prstGeom prst="rect">
            <a:avLst/>
          </a:prstGeom>
        </p:spPr>
      </p:pic>
      <p:sp>
        <p:nvSpPr>
          <p:cNvPr id="15" name="Text Placeholder 3"/>
          <p:cNvSpPr>
            <a:spLocks noGrp="1"/>
          </p:cNvSpPr>
          <p:nvPr>
            <p:ph type="body" sz="quarter" idx="10" hasCustomPrompt="1"/>
          </p:nvPr>
        </p:nvSpPr>
        <p:spPr>
          <a:xfrm>
            <a:off x="584201" y="555532"/>
            <a:ext cx="4682067" cy="622300"/>
          </a:xfrm>
          <a:prstGeom prst="rect">
            <a:avLst/>
          </a:prstGeom>
        </p:spPr>
        <p:txBody>
          <a:bodyPr vert="horz" lIns="116930" tIns="58458" rIns="116930" bIns="58458"/>
          <a:lstStyle>
            <a:lvl1pPr>
              <a:defRPr sz="4600" b="0"/>
            </a:lvl1pPr>
          </a:lstStyle>
          <a:p>
            <a:pPr lvl="0"/>
            <a:r>
              <a:rPr lang="en-AU" dirty="0"/>
              <a:t>Vitality</a:t>
            </a:r>
            <a:endParaRPr lang="en-US" dirty="0"/>
          </a:p>
        </p:txBody>
      </p:sp>
      <p:sp>
        <p:nvSpPr>
          <p:cNvPr id="16" name="Text Placeholder 16"/>
          <p:cNvSpPr>
            <a:spLocks noGrp="1"/>
          </p:cNvSpPr>
          <p:nvPr>
            <p:ph type="body" sz="quarter" idx="11" hasCustomPrompt="1"/>
          </p:nvPr>
        </p:nvSpPr>
        <p:spPr>
          <a:xfrm>
            <a:off x="584242" y="1338731"/>
            <a:ext cx="7498601" cy="1727200"/>
          </a:xfrm>
          <a:prstGeom prst="rect">
            <a:avLst/>
          </a:prstGeom>
        </p:spPr>
        <p:txBody>
          <a:bodyPr vert="horz" lIns="116930" tIns="58458" rIns="116930" bIns="58458"/>
          <a:lstStyle>
            <a:lvl1pPr>
              <a:defRPr b="0" baseline="0">
                <a:solidFill>
                  <a:schemeClr val="bg1"/>
                </a:solidFill>
              </a:defRPr>
            </a:lvl1pPr>
          </a:lstStyle>
          <a:p>
            <a:r>
              <a:rPr lang="en-US" sz="3100" dirty="0">
                <a:solidFill>
                  <a:srgbClr val="FFFFFF"/>
                </a:solidFill>
              </a:rPr>
              <a:t>Fresh thinking and action to enable success through new solutions.</a:t>
            </a:r>
          </a:p>
        </p:txBody>
      </p:sp>
    </p:spTree>
    <p:extLst>
      <p:ext uri="{BB962C8B-B14F-4D97-AF65-F5344CB8AC3E}">
        <p14:creationId xmlns:p14="http://schemas.microsoft.com/office/powerpoint/2010/main" val="150818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1138032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cxnSp>
        <p:nvCxnSpPr>
          <p:cNvPr id="2" name="Straight Connector 1"/>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Picture 7"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7"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51257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Title page">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89653" y="130941"/>
            <a:ext cx="11818768" cy="6576572"/>
          </a:xfrm>
          <a:prstGeom prst="rect">
            <a:avLst/>
          </a:prstGeom>
        </p:spPr>
      </p:pic>
      <p:sp>
        <p:nvSpPr>
          <p:cNvPr id="2" name="Title 1"/>
          <p:cNvSpPr>
            <a:spLocks noGrp="1"/>
          </p:cNvSpPr>
          <p:nvPr>
            <p:ph type="title"/>
          </p:nvPr>
        </p:nvSpPr>
        <p:spPr>
          <a:xfrm>
            <a:off x="963085" y="4406909"/>
            <a:ext cx="10363200" cy="1362076"/>
          </a:xfrm>
          <a:prstGeom prst="rect">
            <a:avLst/>
          </a:prstGeom>
        </p:spPr>
        <p:txBody>
          <a:bodyPr lIns="116939" tIns="58463" rIns="116939" bIns="58463" anchor="t"/>
          <a:lstStyle>
            <a:lvl1pPr algn="l">
              <a:defRPr sz="6200" b="1" cap="all"/>
            </a:lvl1pPr>
          </a:lstStyle>
          <a:p>
            <a:r>
              <a:rPr lang="en-US"/>
              <a:t>Click to edit Master title style</a:t>
            </a:r>
            <a:endParaRPr lang="en-US" dirty="0"/>
          </a:p>
        </p:txBody>
      </p:sp>
      <p:sp>
        <p:nvSpPr>
          <p:cNvPr id="3" name="Text Placeholder 2"/>
          <p:cNvSpPr>
            <a:spLocks noGrp="1"/>
          </p:cNvSpPr>
          <p:nvPr>
            <p:ph type="body" idx="1"/>
          </p:nvPr>
        </p:nvSpPr>
        <p:spPr>
          <a:xfrm>
            <a:off x="963085" y="2906713"/>
            <a:ext cx="10363200" cy="1500187"/>
          </a:xfrm>
          <a:prstGeom prst="rect">
            <a:avLst/>
          </a:prstGeom>
        </p:spPr>
        <p:txBody>
          <a:bodyPr lIns="116939" tIns="58463" rIns="116939" bIns="58463" anchor="b"/>
          <a:lstStyle>
            <a:lvl1pPr marL="0" indent="0">
              <a:buNone/>
              <a:defRPr sz="3100">
                <a:solidFill>
                  <a:schemeClr val="bg1"/>
                </a:solidFill>
              </a:defRPr>
            </a:lvl1pPr>
            <a:lvl2pPr marL="701525" indent="0">
              <a:buNone/>
              <a:defRPr sz="2800">
                <a:solidFill>
                  <a:schemeClr val="tx1">
                    <a:tint val="75000"/>
                  </a:schemeClr>
                </a:solidFill>
              </a:defRPr>
            </a:lvl2pPr>
            <a:lvl3pPr marL="1403058" indent="0">
              <a:buNone/>
              <a:defRPr sz="2600">
                <a:solidFill>
                  <a:schemeClr val="tx1">
                    <a:tint val="75000"/>
                  </a:schemeClr>
                </a:solidFill>
              </a:defRPr>
            </a:lvl3pPr>
            <a:lvl4pPr marL="2104591" indent="0">
              <a:buNone/>
              <a:defRPr sz="2200">
                <a:solidFill>
                  <a:schemeClr val="tx1">
                    <a:tint val="75000"/>
                  </a:schemeClr>
                </a:solidFill>
              </a:defRPr>
            </a:lvl4pPr>
            <a:lvl5pPr marL="2806115" indent="0">
              <a:buNone/>
              <a:defRPr sz="2200">
                <a:solidFill>
                  <a:schemeClr val="tx1">
                    <a:tint val="75000"/>
                  </a:schemeClr>
                </a:solidFill>
              </a:defRPr>
            </a:lvl5pPr>
            <a:lvl6pPr marL="3507625" indent="0">
              <a:buNone/>
              <a:defRPr sz="2200">
                <a:solidFill>
                  <a:schemeClr val="tx1">
                    <a:tint val="75000"/>
                  </a:schemeClr>
                </a:solidFill>
              </a:defRPr>
            </a:lvl6pPr>
            <a:lvl7pPr marL="4209207" indent="0">
              <a:buNone/>
              <a:defRPr sz="2200">
                <a:solidFill>
                  <a:schemeClr val="tx1">
                    <a:tint val="75000"/>
                  </a:schemeClr>
                </a:solidFill>
              </a:defRPr>
            </a:lvl7pPr>
            <a:lvl8pPr marL="4910716" indent="0">
              <a:buNone/>
              <a:defRPr sz="2200">
                <a:solidFill>
                  <a:schemeClr val="tx1">
                    <a:tint val="75000"/>
                  </a:schemeClr>
                </a:solidFill>
              </a:defRPr>
            </a:lvl8pPr>
            <a:lvl9pPr marL="5612236" indent="0">
              <a:buNone/>
              <a:defRPr sz="2200">
                <a:solidFill>
                  <a:schemeClr val="tx1">
                    <a:tint val="75000"/>
                  </a:schemeClr>
                </a:solidFill>
              </a:defRPr>
            </a:lvl9pPr>
          </a:lstStyle>
          <a:p>
            <a:pPr lvl="0"/>
            <a:r>
              <a:rPr lang="en-US"/>
              <a:t>Click to edit Master text styles</a:t>
            </a:r>
          </a:p>
        </p:txBody>
      </p:sp>
      <p:sp>
        <p:nvSpPr>
          <p:cNvPr id="9" name="Footer Placeholder 4"/>
          <p:cNvSpPr>
            <a:spLocks noGrp="1"/>
          </p:cNvSpPr>
          <p:nvPr>
            <p:ph type="ftr" sz="quarter" idx="3"/>
          </p:nvPr>
        </p:nvSpPr>
        <p:spPr>
          <a:xfrm>
            <a:off x="6055360" y="6342472"/>
            <a:ext cx="5879253" cy="365125"/>
          </a:xfrm>
          <a:prstGeom prst="rect">
            <a:avLst/>
          </a:prstGeom>
        </p:spPr>
        <p:txBody>
          <a:bodyPr vert="horz" lIns="116939" tIns="58463" rIns="116939" bIns="58463" rtlCol="0" anchor="ctr"/>
          <a:lstStyle>
            <a:lvl1pPr algn="r">
              <a:defRPr sz="1800">
                <a:solidFill>
                  <a:schemeClr val="tx2"/>
                </a:solidFill>
              </a:defRPr>
            </a:lvl1pPr>
          </a:lstStyle>
          <a:p>
            <a:pPr defTabSz="912070"/>
            <a:endParaRPr lang="en-NZ">
              <a:solidFill>
                <a:srgbClr val="666366"/>
              </a:solidFill>
            </a:endParaRPr>
          </a:p>
        </p:txBody>
      </p:sp>
    </p:spTree>
    <p:extLst>
      <p:ext uri="{BB962C8B-B14F-4D97-AF65-F5344CB8AC3E}">
        <p14:creationId xmlns:p14="http://schemas.microsoft.com/office/powerpoint/2010/main" val="1166627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pic>
        <p:nvPicPr>
          <p:cNvPr id="6" name="Picture 5"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72"/>
            <a:ext cx="2844800" cy="365125"/>
          </a:xfrm>
          <a:prstGeom prst="rect">
            <a:avLst/>
          </a:prstGeom>
        </p:spPr>
        <p:txBody>
          <a:bodyPr lIns="116939" tIns="58463" rIns="116939" bIns="58463" anchor="ctr"/>
          <a:lstStyle>
            <a:lvl1pPr algn="r">
              <a:defRPr sz="1800">
                <a:solidFill>
                  <a:schemeClr val="tx1"/>
                </a:solidFill>
              </a:defRPr>
            </a:lvl1pPr>
          </a:lstStyle>
          <a:p>
            <a:pPr defTabSz="912070"/>
            <a:fld id="{5D762165-7DD1-43A8-AF3E-02B3DB1B40E1}" type="slidenum">
              <a:rPr lang="en-NZ" smtClean="0">
                <a:solidFill>
                  <a:srgbClr val="1A472B"/>
                </a:solidFill>
              </a:rPr>
              <a:pPr defTabSz="912070"/>
              <a:t>‹#›</a:t>
            </a:fld>
            <a:endParaRPr lang="en-NZ">
              <a:solidFill>
                <a:srgbClr val="1A472B"/>
              </a:solidFill>
            </a:endParaRPr>
          </a:p>
        </p:txBody>
      </p:sp>
      <p:sp>
        <p:nvSpPr>
          <p:cNvPr id="12"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spTree>
    <p:extLst>
      <p:ext uri="{BB962C8B-B14F-4D97-AF65-F5344CB8AC3E}">
        <p14:creationId xmlns:p14="http://schemas.microsoft.com/office/powerpoint/2010/main" val="283445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imary text only">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72"/>
            <a:ext cx="2844800" cy="365125"/>
          </a:xfrm>
          <a:prstGeom prst="rect">
            <a:avLst/>
          </a:prstGeom>
        </p:spPr>
        <p:txBody>
          <a:bodyPr lIns="116939" tIns="58463" rIns="116939" bIns="58463" anchor="ctr"/>
          <a:lstStyle>
            <a:lvl1pPr algn="r">
              <a:defRPr sz="1800">
                <a:solidFill>
                  <a:schemeClr val="bg1"/>
                </a:solidFill>
              </a:defRPr>
            </a:lvl1pPr>
          </a:lstStyle>
          <a:p>
            <a:pPr defTabSz="912070"/>
            <a:fld id="{5D762165-7DD1-43A8-AF3E-02B3DB1B40E1}" type="slidenum">
              <a:rPr lang="en-NZ" smtClean="0">
                <a:solidFill>
                  <a:prstClr val="white"/>
                </a:solidFill>
              </a:rPr>
              <a:pPr defTabSz="912070"/>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6939" tIns="58463" rIns="116939" bIns="58463"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sp>
        <p:nvSpPr>
          <p:cNvPr id="2" name="TextBox 1"/>
          <p:cNvSpPr txBox="1"/>
          <p:nvPr/>
        </p:nvSpPr>
        <p:spPr>
          <a:xfrm>
            <a:off x="209813" y="1398341"/>
            <a:ext cx="11704320" cy="4644516"/>
          </a:xfrm>
          <a:prstGeom prst="rect">
            <a:avLst/>
          </a:prstGeom>
          <a:noFill/>
        </p:spPr>
        <p:txBody>
          <a:bodyPr wrap="square" lIns="116939" tIns="58463" rIns="116939" bIns="58463" rtlCol="0">
            <a:normAutofit/>
          </a:bodyPr>
          <a:lstStyle/>
          <a:p>
            <a:pPr defTabSz="912070">
              <a:lnSpc>
                <a:spcPct val="130000"/>
              </a:lnSpc>
            </a:pPr>
            <a:r>
              <a:rPr lang="en-US" sz="3700" b="1" dirty="0">
                <a:solidFill>
                  <a:prstClr val="white"/>
                </a:solidFill>
              </a:rPr>
              <a:t>Click to add subhead 01 – Calibri Bold 24pt</a:t>
            </a:r>
          </a:p>
          <a:p>
            <a:pPr defTabSz="912070">
              <a:lnSpc>
                <a:spcPct val="130000"/>
              </a:lnSpc>
            </a:pPr>
            <a:r>
              <a:rPr lang="en-US" sz="3500" dirty="0">
                <a:solidFill>
                  <a:prstClr val="white"/>
                </a:solidFill>
              </a:rPr>
              <a:t>Click to add body text 01 – Calibri 22pt</a:t>
            </a:r>
          </a:p>
          <a:p>
            <a:pPr defTabSz="701525">
              <a:lnSpc>
                <a:spcPct val="130000"/>
              </a:lnSpc>
              <a:defRPr/>
            </a:pPr>
            <a:r>
              <a:rPr lang="en-US" sz="2800" dirty="0">
                <a:solidFill>
                  <a:prstClr val="white"/>
                </a:solidFill>
              </a:rPr>
              <a:t>Click to add body text 02 – Calibri 18pt</a:t>
            </a:r>
          </a:p>
          <a:p>
            <a:pPr defTabSz="912070">
              <a:lnSpc>
                <a:spcPct val="130000"/>
              </a:lnSpc>
            </a:pPr>
            <a:endParaRPr lang="en-US" sz="3500" dirty="0">
              <a:solidFill>
                <a:prstClr val="white"/>
              </a:solidFill>
            </a:endParaRPr>
          </a:p>
        </p:txBody>
      </p:sp>
      <p:pic>
        <p:nvPicPr>
          <p:cNvPr id="9" name="Picture 8"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198205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rimary bulleted text">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72"/>
            <a:ext cx="2844800" cy="365125"/>
          </a:xfrm>
          <a:prstGeom prst="rect">
            <a:avLst/>
          </a:prstGeom>
        </p:spPr>
        <p:txBody>
          <a:bodyPr lIns="116939" tIns="58463" rIns="116939" bIns="58463" anchor="ctr"/>
          <a:lstStyle>
            <a:lvl1pPr algn="r">
              <a:defRPr sz="1800">
                <a:solidFill>
                  <a:schemeClr val="bg1"/>
                </a:solidFill>
              </a:defRPr>
            </a:lvl1pPr>
          </a:lstStyle>
          <a:p>
            <a:pPr defTabSz="912070"/>
            <a:fld id="{5D762165-7DD1-43A8-AF3E-02B3DB1B40E1}" type="slidenum">
              <a:rPr lang="en-NZ" smtClean="0">
                <a:solidFill>
                  <a:prstClr val="white"/>
                </a:solidFill>
              </a:rPr>
              <a:pPr defTabSz="912070"/>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6939" tIns="58463" rIns="116939" bIns="58463"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6939" tIns="58463" rIns="116939" bIns="58463" rtlCol="0">
            <a:normAutofit/>
          </a:bodyPr>
          <a:lstStyle>
            <a:lvl1pPr marL="0" indent="0">
              <a:lnSpc>
                <a:spcPct val="120000"/>
              </a:lnSpc>
              <a:buFont typeface="Arial"/>
              <a:buNone/>
              <a:defRPr sz="3700" b="1">
                <a:solidFill>
                  <a:schemeClr val="bg1"/>
                </a:solidFill>
                <a:latin typeface="+mn-lt"/>
              </a:defRPr>
            </a:lvl1pPr>
            <a:lvl2pPr marL="828185" indent="-438436">
              <a:lnSpc>
                <a:spcPct val="120000"/>
              </a:lnSpc>
              <a:buFont typeface="Arial"/>
              <a:buChar char="•"/>
              <a:defRPr sz="3500">
                <a:solidFill>
                  <a:schemeClr val="bg1"/>
                </a:solidFill>
                <a:latin typeface="+mn-lt"/>
              </a:defRPr>
            </a:lvl2pPr>
            <a:lvl3pPr marL="1787920" indent="-526161">
              <a:lnSpc>
                <a:spcPct val="120000"/>
              </a:lnSpc>
              <a:buFont typeface="Arial"/>
              <a:buChar char="•"/>
              <a:defRPr sz="2800">
                <a:solidFill>
                  <a:schemeClr val="bg1"/>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155465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econdary full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8" name="Picture 7" descr="Footer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72"/>
            <a:ext cx="2844800" cy="365125"/>
          </a:xfrm>
          <a:prstGeom prst="rect">
            <a:avLst/>
          </a:prstGeom>
        </p:spPr>
        <p:txBody>
          <a:bodyPr lIns="116939" tIns="58463" rIns="116939" bIns="58463" anchor="ctr"/>
          <a:lstStyle>
            <a:lvl1pPr algn="r">
              <a:defRPr sz="1800">
                <a:solidFill>
                  <a:schemeClr val="bg1"/>
                </a:solidFill>
              </a:defRPr>
            </a:lvl1pPr>
          </a:lstStyle>
          <a:p>
            <a:pPr defTabSz="912070"/>
            <a:fld id="{5D762165-7DD1-43A8-AF3E-02B3DB1B40E1}" type="slidenum">
              <a:rPr lang="en-NZ" smtClean="0">
                <a:solidFill>
                  <a:prstClr val="white"/>
                </a:solidFill>
              </a:rPr>
              <a:pPr defTabSz="912070"/>
              <a:t>‹#›</a:t>
            </a:fld>
            <a:endParaRPr lang="en-NZ">
              <a:solidFill>
                <a:prstClr val="white"/>
              </a:solidFill>
            </a:endParaRPr>
          </a:p>
        </p:txBody>
      </p:sp>
      <p:sp>
        <p:nvSpPr>
          <p:cNvPr id="6" name="Title Placeholder 1"/>
          <p:cNvSpPr>
            <a:spLocks noGrp="1"/>
          </p:cNvSpPr>
          <p:nvPr>
            <p:ph type="title"/>
          </p:nvPr>
        </p:nvSpPr>
        <p:spPr>
          <a:xfrm>
            <a:off x="230293" y="173039"/>
            <a:ext cx="8880000" cy="1143000"/>
          </a:xfrm>
          <a:prstGeom prst="rect">
            <a:avLst/>
          </a:prstGeom>
        </p:spPr>
        <p:txBody>
          <a:bodyPr vert="horz" lIns="116939" tIns="58463" rIns="116939" bIns="58463" rtlCol="0" anchor="ctr">
            <a:normAutofit/>
          </a:bodyPr>
          <a:lstStyle/>
          <a:p>
            <a:r>
              <a:rPr lang="en-US"/>
              <a:t>Click to edit Master title style</a:t>
            </a:r>
            <a:endParaRPr lang="en-US" dirty="0"/>
          </a:p>
        </p:txBody>
      </p:sp>
      <p:sp>
        <p:nvSpPr>
          <p:cNvPr id="7"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6939" tIns="58463" rIns="116939" bIns="58463" rtlCol="0">
            <a:normAutofit/>
          </a:bodyPr>
          <a:lstStyle>
            <a:lvl1pPr marL="0" indent="0">
              <a:lnSpc>
                <a:spcPct val="120000"/>
              </a:lnSpc>
              <a:buFont typeface="Arial"/>
              <a:buNone/>
              <a:defRPr sz="3700" b="1">
                <a:solidFill>
                  <a:schemeClr val="tx2"/>
                </a:solidFill>
                <a:latin typeface="+mn-lt"/>
              </a:defRPr>
            </a:lvl1pPr>
            <a:lvl2pPr marL="828185" indent="-438436">
              <a:lnSpc>
                <a:spcPct val="120000"/>
              </a:lnSpc>
              <a:buFont typeface="Arial"/>
              <a:buChar char="•"/>
              <a:defRPr sz="3500">
                <a:solidFill>
                  <a:schemeClr val="tx2"/>
                </a:solidFill>
                <a:latin typeface="+mn-lt"/>
              </a:defRPr>
            </a:lvl2pPr>
            <a:lvl3pPr marL="1787920" indent="-526161">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4069100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econdary half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6939" tIns="58463" rIns="116939" bIns="58463"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6939" tIns="58463" rIns="116939" bIns="58463" rtlCol="0">
            <a:normAutofit/>
          </a:bodyPr>
          <a:lstStyle>
            <a:lvl1pPr marL="0" indent="0">
              <a:lnSpc>
                <a:spcPct val="120000"/>
              </a:lnSpc>
              <a:buFont typeface="Arial"/>
              <a:buNone/>
              <a:defRPr sz="3700" b="1">
                <a:solidFill>
                  <a:schemeClr val="tx2"/>
                </a:solidFill>
                <a:latin typeface="+mn-lt"/>
              </a:defRPr>
            </a:lvl1pPr>
            <a:lvl2pPr marL="828185" indent="-438436">
              <a:lnSpc>
                <a:spcPct val="120000"/>
              </a:lnSpc>
              <a:buFont typeface="Arial"/>
              <a:buChar char="•"/>
              <a:defRPr sz="3500">
                <a:solidFill>
                  <a:schemeClr val="tx2"/>
                </a:solidFill>
                <a:latin typeface="+mn-lt"/>
              </a:defRPr>
            </a:lvl2pPr>
            <a:lvl3pPr marL="1787920" indent="-526161">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sp>
        <p:nvSpPr>
          <p:cNvPr id="11" name="Slide Number Placeholder 3"/>
          <p:cNvSpPr>
            <a:spLocks noGrp="1"/>
          </p:cNvSpPr>
          <p:nvPr>
            <p:ph type="sldNum" sz="quarter" idx="12"/>
          </p:nvPr>
        </p:nvSpPr>
        <p:spPr>
          <a:xfrm>
            <a:off x="9123845" y="6342472"/>
            <a:ext cx="2844800" cy="365125"/>
          </a:xfrm>
          <a:prstGeom prst="rect">
            <a:avLst/>
          </a:prstGeom>
        </p:spPr>
        <p:txBody>
          <a:bodyPr lIns="116939" tIns="58463" rIns="116939" bIns="58463" anchor="ctr"/>
          <a:lstStyle>
            <a:lvl1pPr algn="r">
              <a:defRPr sz="1800">
                <a:solidFill>
                  <a:schemeClr val="tx1"/>
                </a:solidFill>
              </a:defRPr>
            </a:lvl1pPr>
          </a:lstStyle>
          <a:p>
            <a:pPr defTabSz="912070"/>
            <a:fld id="{5D762165-7DD1-43A8-AF3E-02B3DB1B40E1}" type="slidenum">
              <a:rPr lang="en-NZ" smtClean="0">
                <a:solidFill>
                  <a:srgbClr val="1A472B"/>
                </a:solidFill>
              </a:rPr>
              <a:pPr defTabSz="912070"/>
              <a:t>‹#›</a:t>
            </a:fld>
            <a:endParaRPr lang="en-NZ">
              <a:solidFill>
                <a:srgbClr val="1A472B"/>
              </a:solidFill>
            </a:endParaRPr>
          </a:p>
        </p:txBody>
      </p:sp>
      <p:sp>
        <p:nvSpPr>
          <p:cNvPr id="12"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291515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72"/>
            <a:ext cx="2844800" cy="365125"/>
          </a:xfrm>
          <a:prstGeom prst="rect">
            <a:avLst/>
          </a:prstGeom>
        </p:spPr>
        <p:txBody>
          <a:bodyPr lIns="116939" tIns="58463" rIns="116939" bIns="58463" anchor="ctr"/>
          <a:lstStyle>
            <a:lvl1pPr algn="r">
              <a:defRPr sz="1800">
                <a:solidFill>
                  <a:schemeClr val="tx1"/>
                </a:solidFill>
              </a:defRPr>
            </a:lvl1pPr>
          </a:lstStyle>
          <a:p>
            <a:pPr defTabSz="912070"/>
            <a:fld id="{5D762165-7DD1-43A8-AF3E-02B3DB1B40E1}" type="slidenum">
              <a:rPr lang="en-NZ" smtClean="0">
                <a:solidFill>
                  <a:srgbClr val="1A472B"/>
                </a:solidFill>
              </a:rPr>
              <a:pPr defTabSz="912070"/>
              <a:t>‹#›</a:t>
            </a:fld>
            <a:endParaRPr lang="en-NZ">
              <a:solidFill>
                <a:srgbClr val="1A472B"/>
              </a:solidFill>
            </a:endParaRPr>
          </a:p>
        </p:txBody>
      </p:sp>
      <p:sp>
        <p:nvSpPr>
          <p:cNvPr id="12"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spTree>
    <p:extLst>
      <p:ext uri="{BB962C8B-B14F-4D97-AF65-F5344CB8AC3E}">
        <p14:creationId xmlns:p14="http://schemas.microsoft.com/office/powerpoint/2010/main" val="1872138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rtiary values 1">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72"/>
            <a:ext cx="2844800" cy="365125"/>
          </a:xfrm>
          <a:prstGeom prst="rect">
            <a:avLst/>
          </a:prstGeom>
        </p:spPr>
        <p:txBody>
          <a:bodyPr lIns="116939" tIns="58463" rIns="116939" bIns="58463" anchor="ctr"/>
          <a:lstStyle>
            <a:lvl1pPr algn="r">
              <a:defRPr sz="1800">
                <a:solidFill>
                  <a:schemeClr val="tx1"/>
                </a:solidFill>
              </a:defRPr>
            </a:lvl1pPr>
          </a:lstStyle>
          <a:p>
            <a:pPr defTabSz="912070"/>
            <a:fld id="{5D762165-7DD1-43A8-AF3E-02B3DB1B40E1}" type="slidenum">
              <a:rPr lang="en-NZ" smtClean="0">
                <a:solidFill>
                  <a:srgbClr val="1A472B"/>
                </a:solidFill>
              </a:rPr>
              <a:pPr defTabSz="912070"/>
              <a:t>‹#›</a:t>
            </a:fld>
            <a:endParaRPr lang="en-NZ">
              <a:solidFill>
                <a:srgbClr val="1A472B"/>
              </a:solidFill>
            </a:endParaRPr>
          </a:p>
        </p:txBody>
      </p:sp>
      <p:sp>
        <p:nvSpPr>
          <p:cNvPr id="12"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spTree>
    <p:extLst>
      <p:ext uri="{BB962C8B-B14F-4D97-AF65-F5344CB8AC3E}">
        <p14:creationId xmlns:p14="http://schemas.microsoft.com/office/powerpoint/2010/main" val="1872025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rtiary values 2">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72"/>
            <a:ext cx="2844800" cy="365125"/>
          </a:xfrm>
          <a:prstGeom prst="rect">
            <a:avLst/>
          </a:prstGeom>
        </p:spPr>
        <p:txBody>
          <a:bodyPr lIns="116939" tIns="58463" rIns="116939" bIns="58463" anchor="ctr"/>
          <a:lstStyle>
            <a:lvl1pPr algn="r">
              <a:defRPr sz="1800">
                <a:solidFill>
                  <a:schemeClr val="tx1"/>
                </a:solidFill>
              </a:defRPr>
            </a:lvl1pPr>
          </a:lstStyle>
          <a:p>
            <a:pPr defTabSz="912070"/>
            <a:fld id="{5D762165-7DD1-43A8-AF3E-02B3DB1B40E1}" type="slidenum">
              <a:rPr lang="en-NZ" smtClean="0">
                <a:solidFill>
                  <a:srgbClr val="1A472B"/>
                </a:solidFill>
              </a:rPr>
              <a:pPr defTabSz="912070"/>
              <a:t>‹#›</a:t>
            </a:fld>
            <a:endParaRPr lang="en-NZ">
              <a:solidFill>
                <a:srgbClr val="1A472B"/>
              </a:solidFill>
            </a:endParaRPr>
          </a:p>
        </p:txBody>
      </p:sp>
      <p:sp>
        <p:nvSpPr>
          <p:cNvPr id="12"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spTree>
    <p:extLst>
      <p:ext uri="{BB962C8B-B14F-4D97-AF65-F5344CB8AC3E}">
        <p14:creationId xmlns:p14="http://schemas.microsoft.com/office/powerpoint/2010/main" val="362350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rtiary values 3">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72"/>
            <a:ext cx="2844800" cy="365125"/>
          </a:xfrm>
          <a:prstGeom prst="rect">
            <a:avLst/>
          </a:prstGeom>
        </p:spPr>
        <p:txBody>
          <a:bodyPr lIns="116939" tIns="58463" rIns="116939" bIns="58463" anchor="ctr"/>
          <a:lstStyle>
            <a:lvl1pPr algn="r">
              <a:defRPr sz="1800">
                <a:solidFill>
                  <a:schemeClr val="tx1"/>
                </a:solidFill>
              </a:defRPr>
            </a:lvl1pPr>
          </a:lstStyle>
          <a:p>
            <a:pPr defTabSz="912070"/>
            <a:fld id="{5D762165-7DD1-43A8-AF3E-02B3DB1B40E1}" type="slidenum">
              <a:rPr lang="en-NZ" smtClean="0">
                <a:solidFill>
                  <a:srgbClr val="1A472B"/>
                </a:solidFill>
              </a:rPr>
              <a:pPr defTabSz="912070"/>
              <a:t>‹#›</a:t>
            </a:fld>
            <a:endParaRPr lang="en-NZ">
              <a:solidFill>
                <a:srgbClr val="1A472B"/>
              </a:solidFill>
            </a:endParaRPr>
          </a:p>
        </p:txBody>
      </p:sp>
      <p:sp>
        <p:nvSpPr>
          <p:cNvPr id="12"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spTree>
    <p:extLst>
      <p:ext uri="{BB962C8B-B14F-4D97-AF65-F5344CB8AC3E}">
        <p14:creationId xmlns:p14="http://schemas.microsoft.com/office/powerpoint/2010/main" val="242829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rtiary values 4">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72"/>
            <a:ext cx="2844800" cy="365125"/>
          </a:xfrm>
          <a:prstGeom prst="rect">
            <a:avLst/>
          </a:prstGeom>
        </p:spPr>
        <p:txBody>
          <a:bodyPr lIns="116939" tIns="58463" rIns="116939" bIns="58463" anchor="ctr"/>
          <a:lstStyle>
            <a:lvl1pPr algn="r">
              <a:defRPr sz="1800">
                <a:solidFill>
                  <a:schemeClr val="tx1"/>
                </a:solidFill>
              </a:defRPr>
            </a:lvl1pPr>
          </a:lstStyle>
          <a:p>
            <a:pPr defTabSz="912070"/>
            <a:fld id="{5D762165-7DD1-43A8-AF3E-02B3DB1B40E1}" type="slidenum">
              <a:rPr lang="en-NZ" smtClean="0">
                <a:solidFill>
                  <a:srgbClr val="1A472B"/>
                </a:solidFill>
              </a:rPr>
              <a:pPr defTabSz="912070"/>
              <a:t>‹#›</a:t>
            </a:fld>
            <a:endParaRPr lang="en-NZ">
              <a:solidFill>
                <a:srgbClr val="1A472B"/>
              </a:solidFill>
            </a:endParaRPr>
          </a:p>
        </p:txBody>
      </p:sp>
      <p:sp>
        <p:nvSpPr>
          <p:cNvPr id="12"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spTree>
    <p:extLst>
      <p:ext uri="{BB962C8B-B14F-4D97-AF65-F5344CB8AC3E}">
        <p14:creationId xmlns:p14="http://schemas.microsoft.com/office/powerpoint/2010/main" val="3695513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ertiary values 5">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72"/>
            <a:ext cx="2844800" cy="365125"/>
          </a:xfrm>
          <a:prstGeom prst="rect">
            <a:avLst/>
          </a:prstGeom>
        </p:spPr>
        <p:txBody>
          <a:bodyPr lIns="116939" tIns="58463" rIns="116939" bIns="58463" anchor="ctr"/>
          <a:lstStyle>
            <a:lvl1pPr algn="r">
              <a:defRPr sz="1800">
                <a:solidFill>
                  <a:schemeClr val="tx1"/>
                </a:solidFill>
              </a:defRPr>
            </a:lvl1pPr>
          </a:lstStyle>
          <a:p>
            <a:pPr defTabSz="912070"/>
            <a:fld id="{5D762165-7DD1-43A8-AF3E-02B3DB1B40E1}" type="slidenum">
              <a:rPr lang="en-NZ" smtClean="0">
                <a:solidFill>
                  <a:srgbClr val="1A472B"/>
                </a:solidFill>
              </a:rPr>
              <a:pPr defTabSz="912070"/>
              <a:t>‹#›</a:t>
            </a:fld>
            <a:endParaRPr lang="en-NZ">
              <a:solidFill>
                <a:srgbClr val="1A472B"/>
              </a:solidFill>
            </a:endParaRPr>
          </a:p>
        </p:txBody>
      </p:sp>
      <p:sp>
        <p:nvSpPr>
          <p:cNvPr id="12"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spTree>
    <p:extLst>
      <p:ext uri="{BB962C8B-B14F-4D97-AF65-F5344CB8AC3E}">
        <p14:creationId xmlns:p14="http://schemas.microsoft.com/office/powerpoint/2010/main" val="2014590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ertiary with photos">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6939" tIns="58463" rIns="116939" bIns="58463"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6" y="1388265"/>
            <a:ext cx="5879253" cy="4654594"/>
          </a:xfrm>
          <a:prstGeom prst="rect">
            <a:avLst/>
          </a:prstGeom>
        </p:spPr>
        <p:txBody>
          <a:bodyPr vert="horz" lIns="116939" tIns="58463" rIns="116939" bIns="58463" rtlCol="0">
            <a:normAutofit/>
          </a:bodyPr>
          <a:lstStyle>
            <a:lvl1pPr marL="0" marR="0" indent="0" algn="l" defTabSz="701525" rtl="0" eaLnBrk="1" fontAlgn="auto" latinLnBrk="0" hangingPunct="1">
              <a:lnSpc>
                <a:spcPct val="130000"/>
              </a:lnSpc>
              <a:spcBef>
                <a:spcPct val="0"/>
              </a:spcBef>
              <a:spcAft>
                <a:spcPts val="0"/>
              </a:spcAft>
              <a:buClrTx/>
              <a:buSzTx/>
              <a:buFont typeface="Arial"/>
              <a:buNone/>
              <a:tabLst/>
              <a:defRPr lang="en-AU" sz="3700" smtClean="0">
                <a:effectLst/>
              </a:defRPr>
            </a:lvl1pPr>
            <a:lvl2pPr marL="0" indent="0">
              <a:lnSpc>
                <a:spcPct val="120000"/>
              </a:lnSpc>
              <a:buFont typeface="Arial"/>
              <a:buNone/>
              <a:tabLst/>
              <a:defRPr sz="3500">
                <a:solidFill>
                  <a:schemeClr val="tx2"/>
                </a:solidFill>
                <a:latin typeface="+mn-lt"/>
              </a:defRPr>
            </a:lvl2pPr>
            <a:lvl3pPr marL="438436" indent="-438436">
              <a:lnSpc>
                <a:spcPct val="130000"/>
              </a:lnSpc>
              <a:buFont typeface="Arial"/>
              <a:buChar char="•"/>
              <a:tabLst/>
              <a:defRPr sz="3500" baseline="0">
                <a:solidFill>
                  <a:schemeClr val="tx2"/>
                </a:solidFill>
                <a:latin typeface="+mn-lt"/>
              </a:defRPr>
            </a:lvl3pPr>
            <a:lvl4pPr marL="0" indent="0">
              <a:buFont typeface="Arial"/>
              <a:buNone/>
              <a:defRPr sz="3700">
                <a:solidFill>
                  <a:schemeClr val="bg1"/>
                </a:solidFill>
              </a:defRPr>
            </a:lvl4pPr>
          </a:lstStyle>
          <a:p>
            <a:pPr lvl="0"/>
            <a:r>
              <a:rPr lang="en-AU" dirty="0"/>
              <a:t>Inserting a new slide</a:t>
            </a:r>
          </a:p>
          <a:p>
            <a:pPr lvl="2"/>
            <a:r>
              <a:rPr lang="en-AU" dirty="0"/>
              <a:t>Click the New Slide dropdown on the Home tab</a:t>
            </a:r>
          </a:p>
          <a:p>
            <a:pPr lvl="2"/>
            <a:r>
              <a:rPr lang="en-AU" dirty="0"/>
              <a:t>Select the desired layout</a:t>
            </a:r>
          </a:p>
          <a:p>
            <a:pPr marL="0" marR="0" lvl="0" indent="0" algn="l" defTabSz="701525" rtl="0" eaLnBrk="1" fontAlgn="auto" latinLnBrk="0" hangingPunct="1">
              <a:lnSpc>
                <a:spcPct val="130000"/>
              </a:lnSpc>
              <a:spcBef>
                <a:spcPct val="0"/>
              </a:spcBef>
              <a:spcAft>
                <a:spcPts val="0"/>
              </a:spcAft>
              <a:buClrTx/>
              <a:buSzTx/>
              <a:buFont typeface="Arial"/>
              <a:buNone/>
              <a:tabLst/>
              <a:defRPr/>
            </a:pPr>
            <a:endParaRPr lang="en-AU" sz="1200" dirty="0">
              <a:effectLst/>
              <a:latin typeface="+mn-lt"/>
              <a:ea typeface="ＭＳ 明朝"/>
              <a:cs typeface="Times New Roman"/>
            </a:endParaRPr>
          </a:p>
          <a:p>
            <a:pPr lvl="0"/>
            <a:endParaRPr lang="en-AU" dirty="0"/>
          </a:p>
        </p:txBody>
      </p:sp>
      <p:sp>
        <p:nvSpPr>
          <p:cNvPr id="11" name="Slide Number Placeholder 3"/>
          <p:cNvSpPr>
            <a:spLocks noGrp="1"/>
          </p:cNvSpPr>
          <p:nvPr>
            <p:ph type="sldNum" sz="quarter" idx="12"/>
          </p:nvPr>
        </p:nvSpPr>
        <p:spPr>
          <a:xfrm>
            <a:off x="9123845" y="6342472"/>
            <a:ext cx="2844800" cy="365125"/>
          </a:xfrm>
          <a:prstGeom prst="rect">
            <a:avLst/>
          </a:prstGeom>
        </p:spPr>
        <p:txBody>
          <a:bodyPr lIns="116939" tIns="58463" rIns="116939" bIns="58463" anchor="ctr"/>
          <a:lstStyle>
            <a:lvl1pPr algn="r">
              <a:defRPr sz="1800">
                <a:solidFill>
                  <a:schemeClr val="tx1"/>
                </a:solidFill>
              </a:defRPr>
            </a:lvl1pPr>
          </a:lstStyle>
          <a:p>
            <a:pPr defTabSz="912070"/>
            <a:fld id="{5D762165-7DD1-43A8-AF3E-02B3DB1B40E1}" type="slidenum">
              <a:rPr lang="en-NZ" smtClean="0">
                <a:solidFill>
                  <a:srgbClr val="1A472B"/>
                </a:solidFill>
              </a:rPr>
              <a:pPr defTabSz="912070"/>
              <a:t>‹#›</a:t>
            </a:fld>
            <a:endParaRPr lang="en-NZ">
              <a:solidFill>
                <a:srgbClr val="1A472B"/>
              </a:solidFill>
            </a:endParaRPr>
          </a:p>
        </p:txBody>
      </p:sp>
      <p:sp>
        <p:nvSpPr>
          <p:cNvPr id="12"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sp>
        <p:nvSpPr>
          <p:cNvPr id="4" name="Picture Placeholder 3"/>
          <p:cNvSpPr>
            <a:spLocks noGrp="1"/>
          </p:cNvSpPr>
          <p:nvPr>
            <p:ph type="pic" sz="quarter" idx="13"/>
          </p:nvPr>
        </p:nvSpPr>
        <p:spPr>
          <a:xfrm>
            <a:off x="6394192" y="1585596"/>
            <a:ext cx="2683104" cy="1990726"/>
          </a:xfrm>
          <a:prstGeom prst="rect">
            <a:avLst/>
          </a:prstGeom>
        </p:spPr>
        <p:txBody>
          <a:bodyPr vert="horz" lIns="116939" tIns="58463" rIns="116939" bIns="58463"/>
          <a:lstStyle/>
          <a:p>
            <a:r>
              <a:rPr lang="en-US"/>
              <a:t>Click icon to add picture</a:t>
            </a:r>
          </a:p>
        </p:txBody>
      </p:sp>
      <p:sp>
        <p:nvSpPr>
          <p:cNvPr id="13" name="Picture Placeholder 3"/>
          <p:cNvSpPr>
            <a:spLocks noGrp="1"/>
          </p:cNvSpPr>
          <p:nvPr>
            <p:ph type="pic" sz="quarter" idx="14"/>
          </p:nvPr>
        </p:nvSpPr>
        <p:spPr>
          <a:xfrm>
            <a:off x="9320320" y="1585596"/>
            <a:ext cx="2648325" cy="1990726"/>
          </a:xfrm>
          <a:prstGeom prst="rect">
            <a:avLst/>
          </a:prstGeom>
        </p:spPr>
        <p:txBody>
          <a:bodyPr vert="horz" lIns="116939" tIns="58463" rIns="116939" bIns="58463"/>
          <a:lstStyle/>
          <a:p>
            <a:r>
              <a:rPr lang="en-US"/>
              <a:t>Click icon to add picture</a:t>
            </a:r>
          </a:p>
        </p:txBody>
      </p:sp>
      <p:pic>
        <p:nvPicPr>
          <p:cNvPr id="15" name="Picture 14"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400581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Tertiary 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0293" y="173039"/>
            <a:ext cx="8880000" cy="1143000"/>
          </a:xfrm>
          <a:prstGeom prst="rect">
            <a:avLst/>
          </a:prstGeom>
        </p:spPr>
        <p:txBody>
          <a:bodyPr lIns="116939" tIns="58463" rIns="116939" bIns="58463" anchor="ctr"/>
          <a:lstStyle>
            <a:lvl1pPr>
              <a:defRPr/>
            </a:lvl1pPr>
          </a:lstStyle>
          <a:p>
            <a:r>
              <a:rPr lang="en-US"/>
              <a:t>Click to edit Master title style</a:t>
            </a:r>
            <a:endParaRPr lang="en-US" dirty="0"/>
          </a:p>
        </p:txBody>
      </p:sp>
      <p:pic>
        <p:nvPicPr>
          <p:cNvPr id="10" name="Picture 9"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sp>
        <p:nvSpPr>
          <p:cNvPr id="3" name="Text Placeholder 2"/>
          <p:cNvSpPr>
            <a:spLocks noGrp="1"/>
          </p:cNvSpPr>
          <p:nvPr>
            <p:ph type="body" idx="1"/>
          </p:nvPr>
        </p:nvSpPr>
        <p:spPr>
          <a:xfrm>
            <a:off x="379309" y="1535117"/>
            <a:ext cx="5617211" cy="639763"/>
          </a:xfrm>
          <a:prstGeom prst="rect">
            <a:avLst/>
          </a:prstGeom>
        </p:spPr>
        <p:txBody>
          <a:bodyPr lIns="116939" tIns="58463" rIns="116939" bIns="58463" anchor="b"/>
          <a:lstStyle>
            <a:lvl1pPr marL="0" indent="0">
              <a:buNone/>
              <a:defRPr sz="3700" b="1">
                <a:solidFill>
                  <a:schemeClr val="accent1"/>
                </a:solidFill>
              </a:defRPr>
            </a:lvl1pPr>
            <a:lvl2pPr marL="701525" indent="0">
              <a:buNone/>
              <a:defRPr sz="3100" b="1"/>
            </a:lvl2pPr>
            <a:lvl3pPr marL="1403058" indent="0">
              <a:buNone/>
              <a:defRPr sz="2800" b="1"/>
            </a:lvl3pPr>
            <a:lvl4pPr marL="2104591" indent="0">
              <a:buNone/>
              <a:defRPr sz="2600" b="1"/>
            </a:lvl4pPr>
            <a:lvl5pPr marL="2806115" indent="0">
              <a:buNone/>
              <a:defRPr sz="2600" b="1"/>
            </a:lvl5pPr>
            <a:lvl6pPr marL="3507625" indent="0">
              <a:buNone/>
              <a:defRPr sz="2600" b="1"/>
            </a:lvl6pPr>
            <a:lvl7pPr marL="4209207" indent="0">
              <a:buNone/>
              <a:defRPr sz="2600" b="1"/>
            </a:lvl7pPr>
            <a:lvl8pPr marL="4910716" indent="0">
              <a:buNone/>
              <a:defRPr sz="2600" b="1"/>
            </a:lvl8pPr>
            <a:lvl9pPr marL="5612236" indent="0">
              <a:buNone/>
              <a:defRPr sz="2600" b="1"/>
            </a:lvl9pPr>
          </a:lstStyle>
          <a:p>
            <a:pPr lvl="0"/>
            <a:r>
              <a:rPr lang="en-US"/>
              <a:t>Click to edit Master text styles</a:t>
            </a:r>
          </a:p>
        </p:txBody>
      </p:sp>
      <p:sp>
        <p:nvSpPr>
          <p:cNvPr id="4" name="Content Placeholder 3"/>
          <p:cNvSpPr>
            <a:spLocks noGrp="1"/>
          </p:cNvSpPr>
          <p:nvPr>
            <p:ph sz="half" idx="2"/>
          </p:nvPr>
        </p:nvSpPr>
        <p:spPr>
          <a:xfrm>
            <a:off x="379309" y="2174891"/>
            <a:ext cx="5617211" cy="3717925"/>
          </a:xfrm>
          <a:prstGeom prst="rect">
            <a:avLst/>
          </a:prstGeom>
        </p:spPr>
        <p:txBody>
          <a:bodyPr lIns="116939" tIns="58463" rIns="116939" bIns="58463"/>
          <a:lstStyle>
            <a:lvl1pPr>
              <a:defRPr sz="3500" b="0">
                <a:solidFill>
                  <a:srgbClr val="666366"/>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sp>
        <p:nvSpPr>
          <p:cNvPr id="5" name="Text Placeholder 4"/>
          <p:cNvSpPr>
            <a:spLocks noGrp="1"/>
          </p:cNvSpPr>
          <p:nvPr>
            <p:ph type="body" sz="quarter" idx="3"/>
          </p:nvPr>
        </p:nvSpPr>
        <p:spPr>
          <a:xfrm>
            <a:off x="6193471" y="1535117"/>
            <a:ext cx="5619327" cy="639763"/>
          </a:xfrm>
          <a:prstGeom prst="rect">
            <a:avLst/>
          </a:prstGeom>
        </p:spPr>
        <p:txBody>
          <a:bodyPr lIns="116939" tIns="58463" rIns="116939" bIns="58463" anchor="b"/>
          <a:lstStyle>
            <a:lvl1pPr marL="0" indent="0">
              <a:buNone/>
              <a:defRPr sz="3700" b="1">
                <a:solidFill>
                  <a:srgbClr val="009645"/>
                </a:solidFill>
              </a:defRPr>
            </a:lvl1pPr>
            <a:lvl2pPr marL="701525" indent="0">
              <a:buNone/>
              <a:defRPr sz="3100" b="1"/>
            </a:lvl2pPr>
            <a:lvl3pPr marL="1403058" indent="0">
              <a:buNone/>
              <a:defRPr sz="2800" b="1"/>
            </a:lvl3pPr>
            <a:lvl4pPr marL="2104591" indent="0">
              <a:buNone/>
              <a:defRPr sz="2600" b="1"/>
            </a:lvl4pPr>
            <a:lvl5pPr marL="2806115" indent="0">
              <a:buNone/>
              <a:defRPr sz="2600" b="1"/>
            </a:lvl5pPr>
            <a:lvl6pPr marL="3507625" indent="0">
              <a:buNone/>
              <a:defRPr sz="2600" b="1"/>
            </a:lvl6pPr>
            <a:lvl7pPr marL="4209207" indent="0">
              <a:buNone/>
              <a:defRPr sz="2600" b="1"/>
            </a:lvl7pPr>
            <a:lvl8pPr marL="4910716" indent="0">
              <a:buNone/>
              <a:defRPr sz="2600" b="1"/>
            </a:lvl8pPr>
            <a:lvl9pPr marL="5612236" indent="0">
              <a:buNone/>
              <a:defRPr sz="2600" b="1"/>
            </a:lvl9pPr>
          </a:lstStyle>
          <a:p>
            <a:pPr lvl="0"/>
            <a:r>
              <a:rPr lang="en-US"/>
              <a:t>Click to edit Master text styles</a:t>
            </a:r>
          </a:p>
        </p:txBody>
      </p:sp>
      <p:sp>
        <p:nvSpPr>
          <p:cNvPr id="6" name="Content Placeholder 5"/>
          <p:cNvSpPr>
            <a:spLocks noGrp="1"/>
          </p:cNvSpPr>
          <p:nvPr>
            <p:ph sz="quarter" idx="4"/>
          </p:nvPr>
        </p:nvSpPr>
        <p:spPr>
          <a:xfrm>
            <a:off x="6193471" y="2174891"/>
            <a:ext cx="5619327" cy="3717925"/>
          </a:xfrm>
          <a:prstGeom prst="rect">
            <a:avLst/>
          </a:prstGeom>
        </p:spPr>
        <p:txBody>
          <a:bodyPr lIns="116939" tIns="58463" rIns="116939" bIns="58463"/>
          <a:lstStyle>
            <a:lvl1pPr>
              <a:defRPr sz="3500" b="0">
                <a:solidFill>
                  <a:schemeClr val="tx2"/>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pic>
        <p:nvPicPr>
          <p:cNvPr id="12" name="Picture 11"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3" name="Slide Number Placeholder 3"/>
          <p:cNvSpPr>
            <a:spLocks noGrp="1"/>
          </p:cNvSpPr>
          <p:nvPr>
            <p:ph type="sldNum" sz="quarter" idx="12"/>
          </p:nvPr>
        </p:nvSpPr>
        <p:spPr>
          <a:xfrm>
            <a:off x="9123845" y="6342472"/>
            <a:ext cx="2844800" cy="365125"/>
          </a:xfrm>
          <a:prstGeom prst="rect">
            <a:avLst/>
          </a:prstGeom>
        </p:spPr>
        <p:txBody>
          <a:bodyPr lIns="116939" tIns="58463" rIns="116939" bIns="58463" anchor="ctr"/>
          <a:lstStyle>
            <a:lvl1pPr algn="r">
              <a:defRPr sz="1800">
                <a:solidFill>
                  <a:schemeClr val="tx1"/>
                </a:solidFill>
              </a:defRPr>
            </a:lvl1pPr>
          </a:lstStyle>
          <a:p>
            <a:pPr defTabSz="912070"/>
            <a:fld id="{5D762165-7DD1-43A8-AF3E-02B3DB1B40E1}" type="slidenum">
              <a:rPr lang="en-NZ" smtClean="0">
                <a:solidFill>
                  <a:srgbClr val="1A472B"/>
                </a:solidFill>
              </a:rPr>
              <a:pPr defTabSz="912070"/>
              <a:t>‹#›</a:t>
            </a:fld>
            <a:endParaRPr lang="en-NZ">
              <a:solidFill>
                <a:srgbClr val="1A472B"/>
              </a:solidFill>
            </a:endParaRPr>
          </a:p>
        </p:txBody>
      </p:sp>
      <p:sp>
        <p:nvSpPr>
          <p:cNvPr id="14" name="Footer Placeholder 4"/>
          <p:cNvSpPr>
            <a:spLocks noGrp="1"/>
          </p:cNvSpPr>
          <p:nvPr>
            <p:ph type="ftr" sz="quarter" idx="1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pic>
        <p:nvPicPr>
          <p:cNvPr id="16" name="Picture 15"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157661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ertiary chart">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3" name="Picture 2" descr="Grey_Panel992x662.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30335" y="162561"/>
            <a:ext cx="11748751" cy="5880298"/>
          </a:xfrm>
          <a:prstGeom prst="rect">
            <a:avLst/>
          </a:prstGeom>
        </p:spPr>
      </p:pic>
      <p:sp>
        <p:nvSpPr>
          <p:cNvPr id="11" name="Slide Number Placeholder 3"/>
          <p:cNvSpPr>
            <a:spLocks noGrp="1"/>
          </p:cNvSpPr>
          <p:nvPr>
            <p:ph type="sldNum" sz="quarter" idx="12"/>
          </p:nvPr>
        </p:nvSpPr>
        <p:spPr>
          <a:xfrm>
            <a:off x="9123845" y="6342472"/>
            <a:ext cx="2844800" cy="365125"/>
          </a:xfrm>
          <a:prstGeom prst="rect">
            <a:avLst/>
          </a:prstGeom>
        </p:spPr>
        <p:txBody>
          <a:bodyPr lIns="116939" tIns="58463" rIns="116939" bIns="58463" anchor="ctr"/>
          <a:lstStyle>
            <a:lvl1pPr algn="r">
              <a:defRPr sz="1800">
                <a:solidFill>
                  <a:schemeClr val="tx1"/>
                </a:solidFill>
              </a:defRPr>
            </a:lvl1pPr>
          </a:lstStyle>
          <a:p>
            <a:pPr defTabSz="912070"/>
            <a:fld id="{5D762165-7DD1-43A8-AF3E-02B3DB1B40E1}" type="slidenum">
              <a:rPr lang="en-NZ" smtClean="0">
                <a:solidFill>
                  <a:srgbClr val="1A472B"/>
                </a:solidFill>
              </a:rPr>
              <a:pPr defTabSz="912070"/>
              <a:t>‹#›</a:t>
            </a:fld>
            <a:endParaRPr lang="en-NZ">
              <a:solidFill>
                <a:srgbClr val="1A472B"/>
              </a:solidFill>
            </a:endParaRPr>
          </a:p>
        </p:txBody>
      </p:sp>
      <p:sp>
        <p:nvSpPr>
          <p:cNvPr id="12"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sp>
        <p:nvSpPr>
          <p:cNvPr id="7" name="Chart Placeholder 6"/>
          <p:cNvSpPr>
            <a:spLocks noGrp="1"/>
          </p:cNvSpPr>
          <p:nvPr>
            <p:ph type="chart" sz="quarter" idx="13"/>
          </p:nvPr>
        </p:nvSpPr>
        <p:spPr>
          <a:xfrm>
            <a:off x="230724" y="161931"/>
            <a:ext cx="11747501" cy="5881688"/>
          </a:xfrm>
          <a:prstGeom prst="rect">
            <a:avLst/>
          </a:prstGeom>
        </p:spPr>
        <p:txBody>
          <a:bodyPr vert="horz" lIns="116939" tIns="58463" rIns="116939" bIns="58463"/>
          <a:lstStyle/>
          <a:p>
            <a:r>
              <a:rPr lang="en-US"/>
              <a:t>Click icon to add chart</a:t>
            </a:r>
            <a:endParaRPr lang="en-US" dirty="0"/>
          </a:p>
        </p:txBody>
      </p:sp>
    </p:spTree>
    <p:extLst>
      <p:ext uri="{BB962C8B-B14F-4D97-AF65-F5344CB8AC3E}">
        <p14:creationId xmlns:p14="http://schemas.microsoft.com/office/powerpoint/2010/main" val="2367838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Tree>
    <p:extLst>
      <p:ext uri="{BB962C8B-B14F-4D97-AF65-F5344CB8AC3E}">
        <p14:creationId xmlns:p14="http://schemas.microsoft.com/office/powerpoint/2010/main" val="1906952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6" name="Picture 5"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433346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72"/>
            <a:ext cx="2844800" cy="365125"/>
          </a:xfrm>
          <a:prstGeom prst="rect">
            <a:avLst/>
          </a:prstGeom>
        </p:spPr>
        <p:txBody>
          <a:bodyPr lIns="116939" tIns="58463" rIns="116939" bIns="58463" anchor="ctr"/>
          <a:lstStyle>
            <a:lvl1pPr algn="r">
              <a:defRPr sz="1800">
                <a:solidFill>
                  <a:schemeClr val="bg1"/>
                </a:solidFill>
              </a:defRPr>
            </a:lvl1pPr>
          </a:lstStyle>
          <a:p>
            <a:pPr defTabSz="912070"/>
            <a:fld id="{5D762165-7DD1-43A8-AF3E-02B3DB1B40E1}" type="slidenum">
              <a:rPr lang="en-NZ" smtClean="0">
                <a:solidFill>
                  <a:prstClr val="white"/>
                </a:solidFill>
              </a:rPr>
              <a:pPr defTabSz="912070"/>
              <a:t>‹#›</a:t>
            </a:fld>
            <a:endParaRPr lang="en-NZ">
              <a:solidFill>
                <a:prstClr val="white"/>
              </a:solidFill>
            </a:endParaRPr>
          </a:p>
        </p:txBody>
      </p:sp>
      <p:sp>
        <p:nvSpPr>
          <p:cNvPr id="7"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spTree>
    <p:extLst>
      <p:ext uri="{BB962C8B-B14F-4D97-AF65-F5344CB8AC3E}">
        <p14:creationId xmlns:p14="http://schemas.microsoft.com/office/powerpoint/2010/main" val="598446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72"/>
            <a:ext cx="2844800" cy="365125"/>
          </a:xfrm>
          <a:prstGeom prst="rect">
            <a:avLst/>
          </a:prstGeom>
        </p:spPr>
        <p:txBody>
          <a:bodyPr lIns="116939" tIns="58463" rIns="116939" bIns="58463" anchor="ctr"/>
          <a:lstStyle>
            <a:lvl1pPr algn="r">
              <a:defRPr sz="1800">
                <a:solidFill>
                  <a:schemeClr val="bg1"/>
                </a:solidFill>
              </a:defRPr>
            </a:lvl1pPr>
          </a:lstStyle>
          <a:p>
            <a:pPr defTabSz="912070"/>
            <a:fld id="{5D762165-7DD1-43A8-AF3E-02B3DB1B40E1}" type="slidenum">
              <a:rPr lang="en-NZ" smtClean="0">
                <a:solidFill>
                  <a:prstClr val="white"/>
                </a:solidFill>
              </a:rPr>
              <a:pPr defTabSz="912070"/>
              <a:t>‹#›</a:t>
            </a:fld>
            <a:endParaRPr lang="en-NZ">
              <a:solidFill>
                <a:prstClr val="white"/>
              </a:solidFill>
            </a:endParaRPr>
          </a:p>
        </p:txBody>
      </p:sp>
      <p:sp>
        <p:nvSpPr>
          <p:cNvPr id="7"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pic>
        <p:nvPicPr>
          <p:cNvPr id="9" name="Picture 8"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40775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1_Title page">
    <p:spTree>
      <p:nvGrpSpPr>
        <p:cNvPr id="1" name=""/>
        <p:cNvGrpSpPr/>
        <p:nvPr/>
      </p:nvGrpSpPr>
      <p:grpSpPr>
        <a:xfrm>
          <a:off x="0" y="0"/>
          <a:ext cx="0" cy="0"/>
          <a:chOff x="0" y="0"/>
          <a:chExt cx="0" cy="0"/>
        </a:xfrm>
      </p:grpSpPr>
      <p:pic>
        <p:nvPicPr>
          <p:cNvPr id="7" name="Picture 6" descr="GreenEnd992x73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8232" y="176969"/>
            <a:ext cx="11706381" cy="6514036"/>
          </a:xfrm>
          <a:prstGeom prst="rect">
            <a:avLst/>
          </a:prstGeom>
        </p:spPr>
      </p:pic>
      <p:sp>
        <p:nvSpPr>
          <p:cNvPr id="2" name="Title 1"/>
          <p:cNvSpPr>
            <a:spLocks noGrp="1"/>
          </p:cNvSpPr>
          <p:nvPr>
            <p:ph type="title" hasCustomPrompt="1"/>
          </p:nvPr>
        </p:nvSpPr>
        <p:spPr>
          <a:xfrm>
            <a:off x="448311" y="1289055"/>
            <a:ext cx="10363200" cy="673100"/>
          </a:xfrm>
          <a:prstGeom prst="rect">
            <a:avLst/>
          </a:prstGeom>
        </p:spPr>
        <p:txBody>
          <a:bodyPr lIns="116939" tIns="58463" rIns="116939" bIns="58463" anchor="t"/>
          <a:lstStyle>
            <a:lvl1pPr algn="l">
              <a:defRPr sz="5500" b="0" cap="none" baseline="0">
                <a:solidFill>
                  <a:schemeClr val="bg1"/>
                </a:solidFill>
              </a:defRPr>
            </a:lvl1pPr>
          </a:lstStyle>
          <a:p>
            <a:r>
              <a:rPr lang="en-AU" dirty="0"/>
              <a:t>Client brand promise, Calibri 36pt</a:t>
            </a:r>
            <a:endParaRPr lang="en-US" dirty="0"/>
          </a:p>
        </p:txBody>
      </p:sp>
      <p:sp>
        <p:nvSpPr>
          <p:cNvPr id="3" name="Text Placeholder 2"/>
          <p:cNvSpPr>
            <a:spLocks noGrp="1"/>
          </p:cNvSpPr>
          <p:nvPr>
            <p:ph type="body" idx="1" hasCustomPrompt="1"/>
          </p:nvPr>
        </p:nvSpPr>
        <p:spPr>
          <a:xfrm>
            <a:off x="448311" y="4862837"/>
            <a:ext cx="10363200" cy="515620"/>
          </a:xfrm>
          <a:prstGeom prst="rect">
            <a:avLst/>
          </a:prstGeom>
        </p:spPr>
        <p:txBody>
          <a:bodyPr lIns="116939" tIns="58463" rIns="116939" bIns="58463" anchor="b"/>
          <a:lstStyle>
            <a:lvl1pPr marL="0" indent="0">
              <a:buNone/>
              <a:defRPr sz="2800" b="0" baseline="0">
                <a:solidFill>
                  <a:schemeClr val="bg1"/>
                </a:solidFill>
              </a:defRPr>
            </a:lvl1pPr>
            <a:lvl2pPr marL="701525" indent="0">
              <a:buNone/>
              <a:defRPr sz="2800">
                <a:solidFill>
                  <a:schemeClr val="tx1">
                    <a:tint val="75000"/>
                  </a:schemeClr>
                </a:solidFill>
              </a:defRPr>
            </a:lvl2pPr>
            <a:lvl3pPr marL="1403058" indent="0">
              <a:buNone/>
              <a:defRPr sz="2600">
                <a:solidFill>
                  <a:schemeClr val="tx1">
                    <a:tint val="75000"/>
                  </a:schemeClr>
                </a:solidFill>
              </a:defRPr>
            </a:lvl3pPr>
            <a:lvl4pPr marL="2104591" indent="0">
              <a:buNone/>
              <a:defRPr sz="2200">
                <a:solidFill>
                  <a:schemeClr val="tx1">
                    <a:tint val="75000"/>
                  </a:schemeClr>
                </a:solidFill>
              </a:defRPr>
            </a:lvl4pPr>
            <a:lvl5pPr marL="2806115" indent="0">
              <a:buNone/>
              <a:defRPr sz="2200">
                <a:solidFill>
                  <a:schemeClr val="tx1">
                    <a:tint val="75000"/>
                  </a:schemeClr>
                </a:solidFill>
              </a:defRPr>
            </a:lvl5pPr>
            <a:lvl6pPr marL="3507625" indent="0">
              <a:buNone/>
              <a:defRPr sz="2200">
                <a:solidFill>
                  <a:schemeClr val="tx1">
                    <a:tint val="75000"/>
                  </a:schemeClr>
                </a:solidFill>
              </a:defRPr>
            </a:lvl6pPr>
            <a:lvl7pPr marL="4209207" indent="0">
              <a:buNone/>
              <a:defRPr sz="2200">
                <a:solidFill>
                  <a:schemeClr val="tx1">
                    <a:tint val="75000"/>
                  </a:schemeClr>
                </a:solidFill>
              </a:defRPr>
            </a:lvl7pPr>
            <a:lvl8pPr marL="4910716" indent="0">
              <a:buNone/>
              <a:defRPr sz="2200">
                <a:solidFill>
                  <a:schemeClr val="tx1">
                    <a:tint val="75000"/>
                  </a:schemeClr>
                </a:solidFill>
              </a:defRPr>
            </a:lvl8pPr>
            <a:lvl9pPr marL="5612236" indent="0">
              <a:buNone/>
              <a:defRPr sz="2200">
                <a:solidFill>
                  <a:schemeClr val="tx1">
                    <a:tint val="75000"/>
                  </a:schemeClr>
                </a:solidFill>
              </a:defRPr>
            </a:lvl9pPr>
          </a:lstStyle>
          <a:p>
            <a:pPr lvl="0"/>
            <a:r>
              <a:rPr lang="en-AU" dirty="0"/>
              <a:t>Click to add subhead, Calibri 18pt</a:t>
            </a:r>
          </a:p>
        </p:txBody>
      </p:sp>
      <p:sp>
        <p:nvSpPr>
          <p:cNvPr id="6" name="Footer Placeholder 4"/>
          <p:cNvSpPr>
            <a:spLocks noGrp="1"/>
          </p:cNvSpPr>
          <p:nvPr>
            <p:ph type="ftr" sz="quarter" idx="3"/>
          </p:nvPr>
        </p:nvSpPr>
        <p:spPr>
          <a:xfrm>
            <a:off x="230296" y="6356444"/>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spTree>
    <p:extLst>
      <p:ext uri="{BB962C8B-B14F-4D97-AF65-F5344CB8AC3E}">
        <p14:creationId xmlns:p14="http://schemas.microsoft.com/office/powerpoint/2010/main" val="687987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518"/>
            <a:ext cx="10363200" cy="1470025"/>
          </a:xfrm>
          <a:prstGeom prst="rect">
            <a:avLst/>
          </a:prstGeom>
        </p:spPr>
        <p:txBody>
          <a:bodyPr lIns="116939" tIns="58463" rIns="116939" bIns="58463"/>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lIns="116939" tIns="58463" rIns="116939" bIns="58463"/>
          <a:lstStyle>
            <a:lvl1pPr marL="0" indent="0" algn="ctr">
              <a:buNone/>
              <a:defRPr>
                <a:solidFill>
                  <a:schemeClr val="tx1">
                    <a:tint val="75000"/>
                  </a:schemeClr>
                </a:solidFill>
              </a:defRPr>
            </a:lvl1pPr>
            <a:lvl2pPr marL="701525" indent="0" algn="ctr">
              <a:buNone/>
              <a:defRPr>
                <a:solidFill>
                  <a:schemeClr val="tx1">
                    <a:tint val="75000"/>
                  </a:schemeClr>
                </a:solidFill>
              </a:defRPr>
            </a:lvl2pPr>
            <a:lvl3pPr marL="1403058" indent="0" algn="ctr">
              <a:buNone/>
              <a:defRPr>
                <a:solidFill>
                  <a:schemeClr val="tx1">
                    <a:tint val="75000"/>
                  </a:schemeClr>
                </a:solidFill>
              </a:defRPr>
            </a:lvl3pPr>
            <a:lvl4pPr marL="2104591" indent="0" algn="ctr">
              <a:buNone/>
              <a:defRPr>
                <a:solidFill>
                  <a:schemeClr val="tx1">
                    <a:tint val="75000"/>
                  </a:schemeClr>
                </a:solidFill>
              </a:defRPr>
            </a:lvl4pPr>
            <a:lvl5pPr marL="2806115" indent="0" algn="ctr">
              <a:buNone/>
              <a:defRPr>
                <a:solidFill>
                  <a:schemeClr val="tx1">
                    <a:tint val="75000"/>
                  </a:schemeClr>
                </a:solidFill>
              </a:defRPr>
            </a:lvl5pPr>
            <a:lvl6pPr marL="3507625" indent="0" algn="ctr">
              <a:buNone/>
              <a:defRPr>
                <a:solidFill>
                  <a:schemeClr val="tx1">
                    <a:tint val="75000"/>
                  </a:schemeClr>
                </a:solidFill>
              </a:defRPr>
            </a:lvl6pPr>
            <a:lvl7pPr marL="4209207" indent="0" algn="ctr">
              <a:buNone/>
              <a:defRPr>
                <a:solidFill>
                  <a:schemeClr val="tx1">
                    <a:tint val="75000"/>
                  </a:schemeClr>
                </a:solidFill>
              </a:defRPr>
            </a:lvl7pPr>
            <a:lvl8pPr marL="4910716" indent="0" algn="ctr">
              <a:buNone/>
              <a:defRPr>
                <a:solidFill>
                  <a:schemeClr val="tx1">
                    <a:tint val="75000"/>
                  </a:schemeClr>
                </a:solidFill>
              </a:defRPr>
            </a:lvl8pPr>
            <a:lvl9pPr marL="561223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230293" y="6356444"/>
            <a:ext cx="2844800" cy="365125"/>
          </a:xfrm>
          <a:prstGeom prst="rect">
            <a:avLst/>
          </a:prstGeom>
        </p:spPr>
        <p:txBody>
          <a:bodyPr lIns="116939" tIns="58463" rIns="116939" bIns="58463"/>
          <a:lstStyle/>
          <a:p>
            <a:pPr defTabSz="912070"/>
            <a:fld id="{505B9593-95F5-4191-8057-F1E447DD5737}" type="datetimeFigureOut">
              <a:rPr lang="en-NZ" smtClean="0">
                <a:solidFill>
                  <a:srgbClr val="1A472B"/>
                </a:solidFill>
              </a:rPr>
              <a:pPr defTabSz="912070"/>
              <a:t>16/07/2024</a:t>
            </a:fld>
            <a:endParaRPr lang="en-NZ">
              <a:solidFill>
                <a:srgbClr val="1A472B"/>
              </a:solidFill>
            </a:endParaRPr>
          </a:p>
        </p:txBody>
      </p:sp>
      <p:sp>
        <p:nvSpPr>
          <p:cNvPr id="5" name="Footer Placeholder 4"/>
          <p:cNvSpPr>
            <a:spLocks noGrp="1"/>
          </p:cNvSpPr>
          <p:nvPr>
            <p:ph type="ftr" sz="quarter" idx="11"/>
          </p:nvPr>
        </p:nvSpPr>
        <p:spPr>
          <a:xfrm>
            <a:off x="3075096" y="6356444"/>
            <a:ext cx="5879253" cy="365125"/>
          </a:xfrm>
          <a:prstGeom prst="rect">
            <a:avLst/>
          </a:prstGeom>
        </p:spPr>
        <p:txBody>
          <a:bodyPr lIns="116939" tIns="58463" rIns="116939" bIns="58463"/>
          <a:lstStyle/>
          <a:p>
            <a:pPr defTabSz="912070"/>
            <a:endParaRPr lang="en-NZ">
              <a:solidFill>
                <a:srgbClr val="1A472B"/>
              </a:solidFill>
            </a:endParaRPr>
          </a:p>
        </p:txBody>
      </p:sp>
      <p:sp>
        <p:nvSpPr>
          <p:cNvPr id="6" name="Slide Number Placeholder 5"/>
          <p:cNvSpPr>
            <a:spLocks noGrp="1"/>
          </p:cNvSpPr>
          <p:nvPr>
            <p:ph type="sldNum" sz="quarter" idx="12"/>
          </p:nvPr>
        </p:nvSpPr>
        <p:spPr>
          <a:xfrm>
            <a:off x="9089813" y="6342472"/>
            <a:ext cx="2844800" cy="365125"/>
          </a:xfrm>
          <a:prstGeom prst="rect">
            <a:avLst/>
          </a:prstGeom>
        </p:spPr>
        <p:txBody>
          <a:bodyPr lIns="116939" tIns="58463" rIns="116939" bIns="58463"/>
          <a:lstStyle/>
          <a:p>
            <a:pPr defTabSz="912070"/>
            <a:fld id="{5D762165-7DD1-43A8-AF3E-02B3DB1B40E1}" type="slidenum">
              <a:rPr lang="en-NZ" smtClean="0">
                <a:solidFill>
                  <a:srgbClr val="1A472B"/>
                </a:solidFill>
              </a:rPr>
              <a:pPr defTabSz="912070"/>
              <a:t>‹#›</a:t>
            </a:fld>
            <a:endParaRPr lang="en-NZ">
              <a:solidFill>
                <a:srgbClr val="1A472B"/>
              </a:solidFill>
            </a:endParaRPr>
          </a:p>
        </p:txBody>
      </p:sp>
    </p:spTree>
    <p:extLst>
      <p:ext uri="{BB962C8B-B14F-4D97-AF65-F5344CB8AC3E}">
        <p14:creationId xmlns:p14="http://schemas.microsoft.com/office/powerpoint/2010/main" val="3100552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lIns="116939" tIns="58463" rIns="116939" bIns="58463"/>
          <a:lstStyle/>
          <a:p>
            <a:r>
              <a:rPr lang="en-US"/>
              <a:t>Click to edit Master title style</a:t>
            </a:r>
            <a:endParaRPr lang="en-NZ"/>
          </a:p>
        </p:txBody>
      </p:sp>
      <p:sp>
        <p:nvSpPr>
          <p:cNvPr id="3" name="Content Placeholder 2"/>
          <p:cNvSpPr>
            <a:spLocks noGrp="1"/>
          </p:cNvSpPr>
          <p:nvPr>
            <p:ph idx="1"/>
          </p:nvPr>
        </p:nvSpPr>
        <p:spPr>
          <a:xfrm>
            <a:off x="609600" y="1600206"/>
            <a:ext cx="10972800" cy="4525963"/>
          </a:xfrm>
          <a:prstGeom prst="rect">
            <a:avLst/>
          </a:prstGeom>
        </p:spPr>
        <p:txBody>
          <a:bodyPr lIns="116939" tIns="58463" rIns="116939" bIns="5846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p:cNvSpPr>
            <a:spLocks noGrp="1"/>
          </p:cNvSpPr>
          <p:nvPr>
            <p:ph type="dt" sz="half" idx="10"/>
          </p:nvPr>
        </p:nvSpPr>
        <p:spPr>
          <a:xfrm>
            <a:off x="609600" y="6356442"/>
            <a:ext cx="2844800" cy="365125"/>
          </a:xfrm>
          <a:prstGeom prst="rect">
            <a:avLst/>
          </a:prstGeom>
        </p:spPr>
        <p:txBody>
          <a:bodyPr lIns="116939" tIns="58463" rIns="116939" bIns="58463"/>
          <a:lstStyle/>
          <a:p>
            <a:pPr defTabSz="912070"/>
            <a:fld id="{505B9593-95F5-4191-8057-F1E447DD5737}" type="datetimeFigureOut">
              <a:rPr lang="en-NZ" smtClean="0">
                <a:solidFill>
                  <a:srgbClr val="1A472B"/>
                </a:solidFill>
              </a:rPr>
              <a:pPr defTabSz="912070"/>
              <a:t>16/07/2024</a:t>
            </a:fld>
            <a:endParaRPr lang="en-NZ">
              <a:solidFill>
                <a:srgbClr val="1A472B"/>
              </a:solidFill>
            </a:endParaRPr>
          </a:p>
        </p:txBody>
      </p:sp>
      <p:sp>
        <p:nvSpPr>
          <p:cNvPr id="5" name="Footer Placeholder 4"/>
          <p:cNvSpPr>
            <a:spLocks noGrp="1"/>
          </p:cNvSpPr>
          <p:nvPr>
            <p:ph type="ftr" sz="quarter" idx="11"/>
          </p:nvPr>
        </p:nvSpPr>
        <p:spPr>
          <a:xfrm>
            <a:off x="4165600" y="6356442"/>
            <a:ext cx="3860800" cy="365125"/>
          </a:xfrm>
          <a:prstGeom prst="rect">
            <a:avLst/>
          </a:prstGeom>
        </p:spPr>
        <p:txBody>
          <a:bodyPr lIns="116939" tIns="58463" rIns="116939" bIns="58463"/>
          <a:lstStyle/>
          <a:p>
            <a:pPr defTabSz="912070"/>
            <a:endParaRPr lang="en-NZ">
              <a:solidFill>
                <a:srgbClr val="1A472B"/>
              </a:solidFill>
            </a:endParaRPr>
          </a:p>
        </p:txBody>
      </p:sp>
      <p:sp>
        <p:nvSpPr>
          <p:cNvPr id="6" name="Slide Number Placeholder 5"/>
          <p:cNvSpPr>
            <a:spLocks noGrp="1"/>
          </p:cNvSpPr>
          <p:nvPr>
            <p:ph type="sldNum" sz="quarter" idx="12"/>
          </p:nvPr>
        </p:nvSpPr>
        <p:spPr>
          <a:xfrm>
            <a:off x="8737600" y="6356442"/>
            <a:ext cx="2844800" cy="365125"/>
          </a:xfrm>
          <a:prstGeom prst="rect">
            <a:avLst/>
          </a:prstGeom>
        </p:spPr>
        <p:txBody>
          <a:bodyPr lIns="116939" tIns="58463" rIns="116939" bIns="58463"/>
          <a:lstStyle/>
          <a:p>
            <a:pPr defTabSz="912070"/>
            <a:fld id="{5D762165-7DD1-43A8-AF3E-02B3DB1B40E1}" type="slidenum">
              <a:rPr lang="en-NZ" smtClean="0">
                <a:solidFill>
                  <a:srgbClr val="1A472B"/>
                </a:solidFill>
              </a:rPr>
              <a:pPr defTabSz="912070"/>
              <a:t>‹#›</a:t>
            </a:fld>
            <a:endParaRPr lang="en-NZ">
              <a:solidFill>
                <a:srgbClr val="1A472B"/>
              </a:solidFill>
            </a:endParaRPr>
          </a:p>
        </p:txBody>
      </p:sp>
    </p:spTree>
    <p:extLst>
      <p:ext uri="{BB962C8B-B14F-4D97-AF65-F5344CB8AC3E}">
        <p14:creationId xmlns:p14="http://schemas.microsoft.com/office/powerpoint/2010/main" val="2540035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Main content w kowhaiwhai_Print option">
    <p:spTree>
      <p:nvGrpSpPr>
        <p:cNvPr id="1" name=""/>
        <p:cNvGrpSpPr/>
        <p:nvPr/>
      </p:nvGrpSpPr>
      <p:grpSpPr>
        <a:xfrm>
          <a:off x="0" y="0"/>
          <a:ext cx="0" cy="0"/>
          <a:chOff x="0" y="0"/>
          <a:chExt cx="0" cy="0"/>
        </a:xfrm>
      </p:grpSpPr>
      <p:pic>
        <p:nvPicPr>
          <p:cNvPr id="14" name="Picture 13" descr="Footer03_1024x74.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97211"/>
            <a:ext cx="12192000" cy="144860"/>
          </a:xfrm>
          <a:prstGeom prst="rect">
            <a:avLst/>
          </a:prstGeom>
        </p:spPr>
      </p:pic>
      <p:pic>
        <p:nvPicPr>
          <p:cNvPr id="5" name="Picture 4" descr="Logo177x78.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9561784" y="302885"/>
            <a:ext cx="2372829" cy="784241"/>
          </a:xfrm>
          <a:prstGeom prst="rect">
            <a:avLst/>
          </a:prstGeom>
        </p:spPr>
      </p:pic>
      <p:sp>
        <p:nvSpPr>
          <p:cNvPr id="8" name="Title Placeholder 1"/>
          <p:cNvSpPr>
            <a:spLocks noGrp="1"/>
          </p:cNvSpPr>
          <p:nvPr>
            <p:ph type="title" hasCustomPrompt="1"/>
          </p:nvPr>
        </p:nvSpPr>
        <p:spPr>
          <a:xfrm>
            <a:off x="230293" y="173038"/>
            <a:ext cx="8880000" cy="1143000"/>
          </a:xfrm>
          <a:prstGeom prst="rect">
            <a:avLst/>
          </a:prstGeom>
        </p:spPr>
        <p:txBody>
          <a:bodyPr vert="horz" lIns="116939" tIns="58463" rIns="116939" bIns="58463" rtlCol="0" anchor="ctr">
            <a:normAutofit/>
          </a:bodyPr>
          <a:lstStyle>
            <a:lvl1pPr>
              <a:defRPr>
                <a:solidFill>
                  <a:schemeClr val="tx1"/>
                </a:solidFill>
              </a:defRPr>
            </a:lvl1pPr>
          </a:lstStyle>
          <a:p>
            <a:r>
              <a:rPr lang="en-AU" dirty="0"/>
              <a:t>Click to add title - Calibri 36pt</a:t>
            </a:r>
            <a:endParaRPr lang="en-US" dirty="0"/>
          </a:p>
        </p:txBody>
      </p:sp>
      <p:sp>
        <p:nvSpPr>
          <p:cNvPr id="3" name="Text Placeholder 2"/>
          <p:cNvSpPr>
            <a:spLocks noGrp="1"/>
          </p:cNvSpPr>
          <p:nvPr>
            <p:ph type="body" sz="quarter" idx="13" hasCustomPrompt="1"/>
          </p:nvPr>
        </p:nvSpPr>
        <p:spPr>
          <a:xfrm>
            <a:off x="230750" y="1419246"/>
            <a:ext cx="11703049" cy="4702175"/>
          </a:xfrm>
          <a:prstGeom prst="rect">
            <a:avLst/>
          </a:prstGeom>
        </p:spPr>
        <p:txBody>
          <a:bodyPr vert="horz" lIns="116939" tIns="58463" rIns="116939" bIns="58463"/>
          <a:lstStyle>
            <a:lvl1pPr>
              <a:defRPr baseline="0">
                <a:solidFill>
                  <a:schemeClr val="tx1"/>
                </a:solidFill>
              </a:defRPr>
            </a:lvl1pPr>
            <a:lvl2pPr marL="0" indent="0">
              <a:tabLst/>
              <a:defRPr>
                <a:solidFill>
                  <a:schemeClr val="tx1"/>
                </a:solidFill>
              </a:defRPr>
            </a:lvl2pPr>
            <a:lvl3pPr>
              <a:defRPr>
                <a:solidFill>
                  <a:schemeClr val="tx1"/>
                </a:solidFill>
              </a:defRPr>
            </a:lvl3pPr>
            <a:lvl4pPr>
              <a:defRPr>
                <a:solidFill>
                  <a:schemeClr val="tx1"/>
                </a:solidFill>
              </a:defRPr>
            </a:lvl4pPr>
            <a:lvl5pPr marL="2089992" indent="-438436">
              <a:buFont typeface="Arial"/>
              <a:buChar char="•"/>
              <a:defRPr>
                <a:solidFill>
                  <a:schemeClr val="tx1"/>
                </a:solidFill>
              </a:defRPr>
            </a:lvl5pPr>
          </a:lstStyle>
          <a:p>
            <a:pPr lvl="0"/>
            <a:r>
              <a:rPr lang="en-AU" dirty="0"/>
              <a:t>Click to add text. Sub heading – Calibri Bold 24pt</a:t>
            </a:r>
          </a:p>
          <a:p>
            <a:pPr lvl="1"/>
            <a:r>
              <a:rPr lang="en-AU" dirty="0"/>
              <a:t>Second level – Calibri 24pt</a:t>
            </a:r>
          </a:p>
          <a:p>
            <a:pPr lvl="2"/>
            <a:r>
              <a:rPr lang="en-AU" dirty="0"/>
              <a:t>Third level – Calibri Bold 22pt</a:t>
            </a:r>
          </a:p>
          <a:p>
            <a:pPr lvl="3"/>
            <a:r>
              <a:rPr lang="en-AU" dirty="0"/>
              <a:t>Fourth level – Calibri 18pt</a:t>
            </a:r>
          </a:p>
          <a:p>
            <a:pPr lvl="4"/>
            <a:r>
              <a:rPr lang="en-AU" dirty="0"/>
              <a:t>Fifth level – Calibri 16pt</a:t>
            </a:r>
            <a:endParaRPr lang="en-US" dirty="0"/>
          </a:p>
          <a:p>
            <a:pPr lvl="0"/>
            <a:endParaRPr lang="en-US" dirty="0"/>
          </a:p>
        </p:txBody>
      </p:sp>
      <p:sp>
        <p:nvSpPr>
          <p:cNvPr id="9" name="Text Placeholder 8"/>
          <p:cNvSpPr>
            <a:spLocks noGrp="1"/>
          </p:cNvSpPr>
          <p:nvPr>
            <p:ph type="body" sz="quarter" idx="14" hasCustomPrompt="1"/>
          </p:nvPr>
        </p:nvSpPr>
        <p:spPr>
          <a:xfrm>
            <a:off x="230720" y="6342155"/>
            <a:ext cx="4995333" cy="365125"/>
          </a:xfrm>
          <a:prstGeom prst="rect">
            <a:avLst/>
          </a:prstGeom>
        </p:spPr>
        <p:txBody>
          <a:bodyPr vert="horz" lIns="116939" tIns="58463" rIns="116939" bIns="58463" anchor="ctr" anchorCtr="0"/>
          <a:lstStyle>
            <a:lvl1pPr marL="0" marR="0" indent="0" algn="l" defTabSz="701525" rtl="0" eaLnBrk="1" fontAlgn="auto" latinLnBrk="0" hangingPunct="1">
              <a:lnSpc>
                <a:spcPct val="100000"/>
              </a:lnSpc>
              <a:spcBef>
                <a:spcPct val="20000"/>
              </a:spcBef>
              <a:spcAft>
                <a:spcPts val="0"/>
              </a:spcAft>
              <a:buClrTx/>
              <a:buSzTx/>
              <a:buFont typeface="Courier New"/>
              <a:buNone/>
              <a:tabLst/>
              <a:defRPr sz="1800" b="0">
                <a:solidFill>
                  <a:schemeClr val="tx1"/>
                </a:solidFill>
              </a:defRPr>
            </a:lvl1pPr>
          </a:lstStyle>
          <a:p>
            <a:pPr marL="0" marR="0" lvl="0" indent="0" algn="l" defTabSz="701525" rtl="0" eaLnBrk="1" fontAlgn="auto" latinLnBrk="0" hangingPunct="1">
              <a:lnSpc>
                <a:spcPct val="100000"/>
              </a:lnSpc>
              <a:spcBef>
                <a:spcPct val="20000"/>
              </a:spcBef>
              <a:spcAft>
                <a:spcPts val="0"/>
              </a:spcAft>
              <a:buClrTx/>
              <a:buSzTx/>
              <a:buFont typeface="Courier New"/>
              <a:buNone/>
              <a:tabLst/>
              <a:defRPr/>
            </a:pPr>
            <a:r>
              <a:rPr lang="en-US" dirty="0">
                <a:solidFill>
                  <a:srgbClr val="1A472B"/>
                </a:solidFill>
              </a:rPr>
              <a:t>Click to add title in Calibri 12pt</a:t>
            </a:r>
            <a:endParaRPr lang="en-US" dirty="0">
              <a:solidFill>
                <a:schemeClr val="bg2"/>
              </a:solidFill>
            </a:endParaRPr>
          </a:p>
        </p:txBody>
      </p:sp>
      <p:sp>
        <p:nvSpPr>
          <p:cNvPr id="13" name="Text Placeholder 12"/>
          <p:cNvSpPr>
            <a:spLocks noGrp="1"/>
          </p:cNvSpPr>
          <p:nvPr>
            <p:ph type="body" sz="quarter" idx="15" hasCustomPrompt="1"/>
          </p:nvPr>
        </p:nvSpPr>
        <p:spPr>
          <a:xfrm>
            <a:off x="11430947" y="6342155"/>
            <a:ext cx="503767" cy="347663"/>
          </a:xfrm>
          <a:prstGeom prst="rect">
            <a:avLst/>
          </a:prstGeom>
        </p:spPr>
        <p:txBody>
          <a:bodyPr vert="horz" lIns="116939" tIns="58463" rIns="116939" bIns="58463" anchor="ctr" anchorCtr="0"/>
          <a:lstStyle>
            <a:lvl1pPr algn="r">
              <a:defRPr sz="1800">
                <a:solidFill>
                  <a:schemeClr val="tx1"/>
                </a:solidFill>
              </a:defRPr>
            </a:lvl1pPr>
          </a:lstStyle>
          <a:p>
            <a:pPr lvl="0"/>
            <a:fld id="{4D4F556E-231C-B544-9E8A-43AA8493A8CA}" type="slidenum">
              <a:rPr lang="en-US" smtClean="0"/>
              <a:t>‹#›</a:t>
            </a:fld>
            <a:endParaRPr lang="en-US" dirty="0"/>
          </a:p>
        </p:txBody>
      </p:sp>
    </p:spTree>
    <p:extLst>
      <p:ext uri="{BB962C8B-B14F-4D97-AF65-F5344CB8AC3E}">
        <p14:creationId xmlns:p14="http://schemas.microsoft.com/office/powerpoint/2010/main" val="36752982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Plain content">
    <p:spTree>
      <p:nvGrpSpPr>
        <p:cNvPr id="1" name=""/>
        <p:cNvGrpSpPr/>
        <p:nvPr/>
      </p:nvGrpSpPr>
      <p:grpSpPr>
        <a:xfrm>
          <a:off x="0" y="0"/>
          <a:ext cx="0" cy="0"/>
          <a:chOff x="0" y="0"/>
          <a:chExt cx="0" cy="0"/>
        </a:xfrm>
      </p:grpSpPr>
      <p:pic>
        <p:nvPicPr>
          <p:cNvPr id="7" name="Picture 6"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1"/>
            <a:ext cx="12192000" cy="660797"/>
          </a:xfrm>
          <a:prstGeom prst="rect">
            <a:avLst/>
          </a:prstGeom>
        </p:spPr>
      </p:pic>
      <p:sp>
        <p:nvSpPr>
          <p:cNvPr id="11" name="Slide Number Placeholder 3"/>
          <p:cNvSpPr>
            <a:spLocks noGrp="1"/>
          </p:cNvSpPr>
          <p:nvPr>
            <p:ph type="sldNum" sz="quarter" idx="12"/>
          </p:nvPr>
        </p:nvSpPr>
        <p:spPr>
          <a:xfrm>
            <a:off x="9123845" y="6342472"/>
            <a:ext cx="2844800" cy="365125"/>
          </a:xfrm>
          <a:prstGeom prst="rect">
            <a:avLst/>
          </a:prstGeom>
        </p:spPr>
        <p:txBody>
          <a:bodyPr lIns="116939" tIns="58463" rIns="116939" bIns="58463" anchor="ctr"/>
          <a:lstStyle>
            <a:lvl1pPr algn="r">
              <a:defRPr sz="1800">
                <a:solidFill>
                  <a:schemeClr val="tx1"/>
                </a:solidFill>
              </a:defRPr>
            </a:lvl1pPr>
          </a:lstStyle>
          <a:p>
            <a:pPr defTabSz="912070"/>
            <a:fld id="{5D762165-7DD1-43A8-AF3E-02B3DB1B40E1}" type="slidenum">
              <a:rPr lang="en-NZ" smtClean="0">
                <a:solidFill>
                  <a:srgbClr val="1A472B"/>
                </a:solidFill>
              </a:rPr>
              <a:pPr defTabSz="912070"/>
              <a:t>‹#›</a:t>
            </a:fld>
            <a:endParaRPr lang="en-NZ">
              <a:solidFill>
                <a:srgbClr val="1A472B"/>
              </a:solidFill>
            </a:endParaRPr>
          </a:p>
        </p:txBody>
      </p:sp>
      <p:sp>
        <p:nvSpPr>
          <p:cNvPr id="12" name="Footer Placeholder 4"/>
          <p:cNvSpPr>
            <a:spLocks noGrp="1"/>
          </p:cNvSpPr>
          <p:nvPr>
            <p:ph type="ftr" sz="quarter" idx="3"/>
          </p:nvPr>
        </p:nvSpPr>
        <p:spPr>
          <a:xfrm>
            <a:off x="230296" y="6356442"/>
            <a:ext cx="5879253" cy="365125"/>
          </a:xfrm>
          <a:prstGeom prst="rect">
            <a:avLst/>
          </a:prstGeom>
        </p:spPr>
        <p:txBody>
          <a:bodyPr vert="horz" lIns="116939" tIns="58463" rIns="116939" bIns="58463" rtlCol="0" anchor="ctr"/>
          <a:lstStyle>
            <a:lvl1pPr algn="l">
              <a:defRPr sz="1800">
                <a:solidFill>
                  <a:schemeClr val="tx1">
                    <a:tint val="75000"/>
                  </a:schemeClr>
                </a:solidFill>
              </a:defRPr>
            </a:lvl1pPr>
          </a:lstStyle>
          <a:p>
            <a:pPr defTabSz="912070"/>
            <a:endParaRPr lang="en-NZ">
              <a:solidFill>
                <a:srgbClr val="1A472B">
                  <a:tint val="75000"/>
                </a:srgbClr>
              </a:solidFill>
            </a:endParaRPr>
          </a:p>
        </p:txBody>
      </p:sp>
      <p:sp>
        <p:nvSpPr>
          <p:cNvPr id="8" name="Title Placeholder 1"/>
          <p:cNvSpPr>
            <a:spLocks noGrp="1"/>
          </p:cNvSpPr>
          <p:nvPr>
            <p:ph type="title" hasCustomPrompt="1"/>
          </p:nvPr>
        </p:nvSpPr>
        <p:spPr>
          <a:xfrm>
            <a:off x="230293" y="173038"/>
            <a:ext cx="8880000" cy="1143000"/>
          </a:xfrm>
          <a:prstGeom prst="rect">
            <a:avLst/>
          </a:prstGeom>
        </p:spPr>
        <p:txBody>
          <a:bodyPr vert="horz" lIns="116939" tIns="58463" rIns="116939" bIns="58463" rtlCol="0" anchor="ctr">
            <a:normAutofit/>
          </a:bodyPr>
          <a:lstStyle>
            <a:lvl1pPr>
              <a:defRPr>
                <a:solidFill>
                  <a:schemeClr val="tx1"/>
                </a:solidFill>
              </a:defRPr>
            </a:lvl1pPr>
          </a:lstStyle>
          <a:p>
            <a:r>
              <a:rPr lang="en-AU" dirty="0"/>
              <a:t>Click to add title - Calibri 36pt</a:t>
            </a:r>
            <a:endParaRPr lang="en-US" dirty="0"/>
          </a:p>
        </p:txBody>
      </p:sp>
      <p:pic>
        <p:nvPicPr>
          <p:cNvPr id="10" name="Picture 9"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419479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Logo with no footer for pictur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0293" y="173038"/>
            <a:ext cx="8880000" cy="1143000"/>
          </a:xfrm>
          <a:prstGeom prst="rect">
            <a:avLst/>
          </a:prstGeom>
        </p:spPr>
        <p:txBody>
          <a:bodyPr lIns="116939" tIns="58463" rIns="116939" bIns="58463" anchor="ctr"/>
          <a:lstStyle>
            <a:lvl1pPr>
              <a:defRPr/>
            </a:lvl1pPr>
          </a:lstStyle>
          <a:p>
            <a:r>
              <a:rPr lang="en-AU" dirty="0"/>
              <a:t>Click to add title - Calibri 36pt</a:t>
            </a:r>
            <a:endParaRPr lang="en-US" dirty="0"/>
          </a:p>
        </p:txBody>
      </p:sp>
      <p:pic>
        <p:nvPicPr>
          <p:cNvPr id="4" name="Picture 3" descr="Logo 1024x700.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4765951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Special - Values 4 or section title page">
    <p:spTree>
      <p:nvGrpSpPr>
        <p:cNvPr id="1" name=""/>
        <p:cNvGrpSpPr/>
        <p:nvPr/>
      </p:nvGrpSpPr>
      <p:grpSpPr>
        <a:xfrm>
          <a:off x="0" y="0"/>
          <a:ext cx="0" cy="0"/>
          <a:chOff x="0" y="0"/>
          <a:chExt cx="0" cy="0"/>
        </a:xfrm>
      </p:grpSpPr>
      <p:pic>
        <p:nvPicPr>
          <p:cNvPr id="6" name="Picture 5" descr="Vitality_0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5514" y="135227"/>
            <a:ext cx="11700121" cy="5883508"/>
          </a:xfrm>
          <a:prstGeom prst="rect">
            <a:avLst/>
          </a:prstGeom>
        </p:spPr>
      </p:pic>
      <p:pic>
        <p:nvPicPr>
          <p:cNvPr id="14" name="Picture 13" descr="End04_LogoGreen_992x736.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32935" y="5714415"/>
            <a:ext cx="11692695" cy="965089"/>
          </a:xfrm>
          <a:prstGeom prst="rect">
            <a:avLst/>
          </a:prstGeom>
        </p:spPr>
      </p:pic>
      <p:sp>
        <p:nvSpPr>
          <p:cNvPr id="15" name="Text Placeholder 3"/>
          <p:cNvSpPr>
            <a:spLocks noGrp="1"/>
          </p:cNvSpPr>
          <p:nvPr>
            <p:ph type="body" sz="quarter" idx="10" hasCustomPrompt="1"/>
          </p:nvPr>
        </p:nvSpPr>
        <p:spPr>
          <a:xfrm>
            <a:off x="584201" y="555532"/>
            <a:ext cx="4682067" cy="622300"/>
          </a:xfrm>
          <a:prstGeom prst="rect">
            <a:avLst/>
          </a:prstGeom>
        </p:spPr>
        <p:txBody>
          <a:bodyPr vert="horz" lIns="116939" tIns="58463" rIns="116939" bIns="58463"/>
          <a:lstStyle>
            <a:lvl1pPr>
              <a:defRPr sz="4600" b="0"/>
            </a:lvl1pPr>
          </a:lstStyle>
          <a:p>
            <a:pPr lvl="0"/>
            <a:r>
              <a:rPr lang="en-AU" dirty="0"/>
              <a:t>Vitality</a:t>
            </a:r>
            <a:endParaRPr lang="en-US" dirty="0"/>
          </a:p>
        </p:txBody>
      </p:sp>
      <p:sp>
        <p:nvSpPr>
          <p:cNvPr id="16" name="Text Placeholder 16"/>
          <p:cNvSpPr>
            <a:spLocks noGrp="1"/>
          </p:cNvSpPr>
          <p:nvPr>
            <p:ph type="body" sz="quarter" idx="11" hasCustomPrompt="1"/>
          </p:nvPr>
        </p:nvSpPr>
        <p:spPr>
          <a:xfrm>
            <a:off x="584222" y="1338731"/>
            <a:ext cx="7498601" cy="1727200"/>
          </a:xfrm>
          <a:prstGeom prst="rect">
            <a:avLst/>
          </a:prstGeom>
        </p:spPr>
        <p:txBody>
          <a:bodyPr vert="horz" lIns="116939" tIns="58463" rIns="116939" bIns="58463"/>
          <a:lstStyle>
            <a:lvl1pPr>
              <a:defRPr b="0" baseline="0">
                <a:solidFill>
                  <a:schemeClr val="bg1"/>
                </a:solidFill>
              </a:defRPr>
            </a:lvl1pPr>
          </a:lstStyle>
          <a:p>
            <a:r>
              <a:rPr lang="en-US" sz="3100" dirty="0">
                <a:solidFill>
                  <a:srgbClr val="FFFFFF"/>
                </a:solidFill>
              </a:rPr>
              <a:t>Fresh thinking and action to enable success through new solutions.</a:t>
            </a:r>
          </a:p>
        </p:txBody>
      </p:sp>
    </p:spTree>
    <p:extLst>
      <p:ext uri="{BB962C8B-B14F-4D97-AF65-F5344CB8AC3E}">
        <p14:creationId xmlns:p14="http://schemas.microsoft.com/office/powerpoint/2010/main" val="1257114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59948972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cxnSp>
        <p:nvCxnSpPr>
          <p:cNvPr id="2" name="Straight Connector 1"/>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Picture 7"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7"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762431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Title page">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89653" y="130941"/>
            <a:ext cx="11818768" cy="6576572"/>
          </a:xfrm>
          <a:prstGeom prst="rect">
            <a:avLst/>
          </a:prstGeom>
        </p:spPr>
      </p:pic>
      <p:sp>
        <p:nvSpPr>
          <p:cNvPr id="2" name="Title 1"/>
          <p:cNvSpPr>
            <a:spLocks noGrp="1"/>
          </p:cNvSpPr>
          <p:nvPr>
            <p:ph type="title"/>
          </p:nvPr>
        </p:nvSpPr>
        <p:spPr>
          <a:xfrm>
            <a:off x="963085" y="4406909"/>
            <a:ext cx="10363200" cy="1362076"/>
          </a:xfrm>
          <a:prstGeom prst="rect">
            <a:avLst/>
          </a:prstGeom>
        </p:spPr>
        <p:txBody>
          <a:bodyPr lIns="116975" tIns="58482" rIns="116975" bIns="58482" anchor="t"/>
          <a:lstStyle>
            <a:lvl1pPr algn="l">
              <a:defRPr sz="6200" b="1" cap="all"/>
            </a:lvl1pPr>
          </a:lstStyle>
          <a:p>
            <a:r>
              <a:rPr lang="en-US"/>
              <a:t>Click to edit Master title style</a:t>
            </a:r>
            <a:endParaRPr lang="en-US" dirty="0"/>
          </a:p>
        </p:txBody>
      </p:sp>
      <p:sp>
        <p:nvSpPr>
          <p:cNvPr id="3" name="Text Placeholder 2"/>
          <p:cNvSpPr>
            <a:spLocks noGrp="1"/>
          </p:cNvSpPr>
          <p:nvPr>
            <p:ph type="body" idx="1"/>
          </p:nvPr>
        </p:nvSpPr>
        <p:spPr>
          <a:xfrm>
            <a:off x="963085" y="2906713"/>
            <a:ext cx="10363200" cy="1500187"/>
          </a:xfrm>
          <a:prstGeom prst="rect">
            <a:avLst/>
          </a:prstGeom>
        </p:spPr>
        <p:txBody>
          <a:bodyPr lIns="116975" tIns="58482" rIns="116975" bIns="58482" anchor="b"/>
          <a:lstStyle>
            <a:lvl1pPr marL="0" indent="0">
              <a:buNone/>
              <a:defRPr sz="3100">
                <a:solidFill>
                  <a:schemeClr val="bg1"/>
                </a:solidFill>
              </a:defRPr>
            </a:lvl1pPr>
            <a:lvl2pPr marL="701750" indent="0">
              <a:buNone/>
              <a:defRPr sz="2800">
                <a:solidFill>
                  <a:schemeClr val="tx1">
                    <a:tint val="75000"/>
                  </a:schemeClr>
                </a:solidFill>
              </a:defRPr>
            </a:lvl2pPr>
            <a:lvl3pPr marL="1403507" indent="0">
              <a:buNone/>
              <a:defRPr sz="2600">
                <a:solidFill>
                  <a:schemeClr val="tx1">
                    <a:tint val="75000"/>
                  </a:schemeClr>
                </a:solidFill>
              </a:defRPr>
            </a:lvl3pPr>
            <a:lvl4pPr marL="2105263" indent="0">
              <a:buNone/>
              <a:defRPr sz="2200">
                <a:solidFill>
                  <a:schemeClr val="tx1">
                    <a:tint val="75000"/>
                  </a:schemeClr>
                </a:solidFill>
              </a:defRPr>
            </a:lvl4pPr>
            <a:lvl5pPr marL="2807015" indent="0">
              <a:buNone/>
              <a:defRPr sz="2200">
                <a:solidFill>
                  <a:schemeClr val="tx1">
                    <a:tint val="75000"/>
                  </a:schemeClr>
                </a:solidFill>
              </a:defRPr>
            </a:lvl5pPr>
            <a:lvl6pPr marL="3508753" indent="0">
              <a:buNone/>
              <a:defRPr sz="2200">
                <a:solidFill>
                  <a:schemeClr val="tx1">
                    <a:tint val="75000"/>
                  </a:schemeClr>
                </a:solidFill>
              </a:defRPr>
            </a:lvl6pPr>
            <a:lvl7pPr marL="4210552" indent="0">
              <a:buNone/>
              <a:defRPr sz="2200">
                <a:solidFill>
                  <a:schemeClr val="tx1">
                    <a:tint val="75000"/>
                  </a:schemeClr>
                </a:solidFill>
              </a:defRPr>
            </a:lvl7pPr>
            <a:lvl8pPr marL="4912287" indent="0">
              <a:buNone/>
              <a:defRPr sz="2200">
                <a:solidFill>
                  <a:schemeClr val="tx1">
                    <a:tint val="75000"/>
                  </a:schemeClr>
                </a:solidFill>
              </a:defRPr>
            </a:lvl8pPr>
            <a:lvl9pPr marL="5614032" indent="0">
              <a:buNone/>
              <a:defRPr sz="2200">
                <a:solidFill>
                  <a:schemeClr val="tx1">
                    <a:tint val="75000"/>
                  </a:schemeClr>
                </a:solidFill>
              </a:defRPr>
            </a:lvl9pPr>
          </a:lstStyle>
          <a:p>
            <a:pPr lvl="0"/>
            <a:r>
              <a:rPr lang="en-US"/>
              <a:t>Click to edit Master text styles</a:t>
            </a:r>
          </a:p>
        </p:txBody>
      </p:sp>
      <p:sp>
        <p:nvSpPr>
          <p:cNvPr id="9" name="Footer Placeholder 4"/>
          <p:cNvSpPr>
            <a:spLocks noGrp="1"/>
          </p:cNvSpPr>
          <p:nvPr>
            <p:ph type="ftr" sz="quarter" idx="3"/>
          </p:nvPr>
        </p:nvSpPr>
        <p:spPr>
          <a:xfrm>
            <a:off x="6055360" y="6342462"/>
            <a:ext cx="5879253" cy="365125"/>
          </a:xfrm>
          <a:prstGeom prst="rect">
            <a:avLst/>
          </a:prstGeom>
        </p:spPr>
        <p:txBody>
          <a:bodyPr vert="horz" lIns="116975" tIns="58482" rIns="116975" bIns="58482" rtlCol="0" anchor="ctr"/>
          <a:lstStyle>
            <a:lvl1pPr algn="r">
              <a:defRPr sz="1800">
                <a:solidFill>
                  <a:schemeClr val="tx2"/>
                </a:solidFill>
              </a:defRPr>
            </a:lvl1pPr>
          </a:lstStyle>
          <a:p>
            <a:pPr defTabSz="912361"/>
            <a:endParaRPr lang="en-NZ">
              <a:solidFill>
                <a:srgbClr val="666366"/>
              </a:solidFill>
            </a:endParaRPr>
          </a:p>
        </p:txBody>
      </p:sp>
    </p:spTree>
    <p:extLst>
      <p:ext uri="{BB962C8B-B14F-4D97-AF65-F5344CB8AC3E}">
        <p14:creationId xmlns:p14="http://schemas.microsoft.com/office/powerpoint/2010/main" val="2053403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pic>
        <p:nvPicPr>
          <p:cNvPr id="6" name="Picture 5"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62"/>
            <a:ext cx="2844800" cy="365125"/>
          </a:xfrm>
          <a:prstGeom prst="rect">
            <a:avLst/>
          </a:prstGeom>
        </p:spPr>
        <p:txBody>
          <a:bodyPr lIns="116975" tIns="58482" rIns="116975" bIns="58482" anchor="ctr"/>
          <a:lstStyle>
            <a:lvl1pPr algn="r">
              <a:defRPr sz="1800">
                <a:solidFill>
                  <a:schemeClr val="tx1"/>
                </a:solidFill>
              </a:defRPr>
            </a:lvl1pPr>
          </a:lstStyle>
          <a:p>
            <a:pPr defTabSz="912361"/>
            <a:fld id="{5D762165-7DD1-43A8-AF3E-02B3DB1B40E1}" type="slidenum">
              <a:rPr lang="en-NZ" smtClean="0">
                <a:solidFill>
                  <a:srgbClr val="1A472B"/>
                </a:solidFill>
              </a:rPr>
              <a:pPr defTabSz="912361"/>
              <a:t>‹#›</a:t>
            </a:fld>
            <a:endParaRPr lang="en-NZ">
              <a:solidFill>
                <a:srgbClr val="1A472B"/>
              </a:solidFill>
            </a:endParaRPr>
          </a:p>
        </p:txBody>
      </p:sp>
      <p:sp>
        <p:nvSpPr>
          <p:cNvPr id="12"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spTree>
    <p:extLst>
      <p:ext uri="{BB962C8B-B14F-4D97-AF65-F5344CB8AC3E}">
        <p14:creationId xmlns:p14="http://schemas.microsoft.com/office/powerpoint/2010/main" val="1908557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Primary text only">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62"/>
            <a:ext cx="2844800" cy="365125"/>
          </a:xfrm>
          <a:prstGeom prst="rect">
            <a:avLst/>
          </a:prstGeom>
        </p:spPr>
        <p:txBody>
          <a:bodyPr lIns="116975" tIns="58482" rIns="116975" bIns="58482" anchor="ctr"/>
          <a:lstStyle>
            <a:lvl1pPr algn="r">
              <a:defRPr sz="1800">
                <a:solidFill>
                  <a:schemeClr val="bg1"/>
                </a:solidFill>
              </a:defRPr>
            </a:lvl1pPr>
          </a:lstStyle>
          <a:p>
            <a:pPr defTabSz="912361"/>
            <a:fld id="{5D762165-7DD1-43A8-AF3E-02B3DB1B40E1}" type="slidenum">
              <a:rPr lang="en-NZ" smtClean="0">
                <a:solidFill>
                  <a:prstClr val="white"/>
                </a:solidFill>
              </a:rPr>
              <a:pPr defTabSz="912361"/>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6975" tIns="58482" rIns="116975" bIns="58482"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sp>
        <p:nvSpPr>
          <p:cNvPr id="2" name="TextBox 1"/>
          <p:cNvSpPr txBox="1"/>
          <p:nvPr/>
        </p:nvSpPr>
        <p:spPr>
          <a:xfrm>
            <a:off x="209813" y="1398341"/>
            <a:ext cx="11704320" cy="4644516"/>
          </a:xfrm>
          <a:prstGeom prst="rect">
            <a:avLst/>
          </a:prstGeom>
          <a:noFill/>
        </p:spPr>
        <p:txBody>
          <a:bodyPr wrap="square" lIns="116975" tIns="58482" rIns="116975" bIns="58482" rtlCol="0">
            <a:normAutofit/>
          </a:bodyPr>
          <a:lstStyle/>
          <a:p>
            <a:pPr defTabSz="912361">
              <a:lnSpc>
                <a:spcPct val="130000"/>
              </a:lnSpc>
            </a:pPr>
            <a:r>
              <a:rPr lang="en-US" sz="3700" b="1" dirty="0">
                <a:solidFill>
                  <a:prstClr val="white"/>
                </a:solidFill>
              </a:rPr>
              <a:t>Click to add subhead 01 – Calibri Bold 24pt</a:t>
            </a:r>
          </a:p>
          <a:p>
            <a:pPr defTabSz="912361">
              <a:lnSpc>
                <a:spcPct val="130000"/>
              </a:lnSpc>
            </a:pPr>
            <a:r>
              <a:rPr lang="en-US" sz="3500" dirty="0">
                <a:solidFill>
                  <a:prstClr val="white"/>
                </a:solidFill>
              </a:rPr>
              <a:t>Click to add body text 01 – Calibri 22pt</a:t>
            </a:r>
          </a:p>
          <a:p>
            <a:pPr defTabSz="701750">
              <a:lnSpc>
                <a:spcPct val="130000"/>
              </a:lnSpc>
              <a:defRPr/>
            </a:pPr>
            <a:r>
              <a:rPr lang="en-US" sz="2800" dirty="0">
                <a:solidFill>
                  <a:prstClr val="white"/>
                </a:solidFill>
              </a:rPr>
              <a:t>Click to add body text 02 – Calibri 18pt</a:t>
            </a:r>
          </a:p>
          <a:p>
            <a:pPr defTabSz="912361">
              <a:lnSpc>
                <a:spcPct val="130000"/>
              </a:lnSpc>
            </a:pPr>
            <a:endParaRPr lang="en-US" sz="3500" dirty="0">
              <a:solidFill>
                <a:prstClr val="white"/>
              </a:solidFill>
            </a:endParaRPr>
          </a:p>
        </p:txBody>
      </p:sp>
      <p:pic>
        <p:nvPicPr>
          <p:cNvPr id="9" name="Picture 8"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67153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Primary bulleted text">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62"/>
            <a:ext cx="2844800" cy="365125"/>
          </a:xfrm>
          <a:prstGeom prst="rect">
            <a:avLst/>
          </a:prstGeom>
        </p:spPr>
        <p:txBody>
          <a:bodyPr lIns="116975" tIns="58482" rIns="116975" bIns="58482" anchor="ctr"/>
          <a:lstStyle>
            <a:lvl1pPr algn="r">
              <a:defRPr sz="1800">
                <a:solidFill>
                  <a:schemeClr val="bg1"/>
                </a:solidFill>
              </a:defRPr>
            </a:lvl1pPr>
          </a:lstStyle>
          <a:p>
            <a:pPr defTabSz="912361"/>
            <a:fld id="{5D762165-7DD1-43A8-AF3E-02B3DB1B40E1}" type="slidenum">
              <a:rPr lang="en-NZ" smtClean="0">
                <a:solidFill>
                  <a:prstClr val="white"/>
                </a:solidFill>
              </a:rPr>
              <a:pPr defTabSz="912361"/>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6975" tIns="58482" rIns="116975" bIns="58482"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6975" tIns="58482" rIns="116975" bIns="58482" rtlCol="0">
            <a:normAutofit/>
          </a:bodyPr>
          <a:lstStyle>
            <a:lvl1pPr marL="0" indent="0">
              <a:lnSpc>
                <a:spcPct val="120000"/>
              </a:lnSpc>
              <a:buFont typeface="Arial"/>
              <a:buNone/>
              <a:defRPr sz="3700" b="1">
                <a:solidFill>
                  <a:schemeClr val="bg1"/>
                </a:solidFill>
                <a:latin typeface="+mn-lt"/>
              </a:defRPr>
            </a:lvl1pPr>
            <a:lvl2pPr marL="828451" indent="-438580">
              <a:lnSpc>
                <a:spcPct val="120000"/>
              </a:lnSpc>
              <a:buFont typeface="Arial"/>
              <a:buChar char="•"/>
              <a:defRPr sz="3500">
                <a:solidFill>
                  <a:schemeClr val="bg1"/>
                </a:solidFill>
                <a:latin typeface="+mn-lt"/>
              </a:defRPr>
            </a:lvl2pPr>
            <a:lvl3pPr marL="1788494" indent="-526326">
              <a:lnSpc>
                <a:spcPct val="120000"/>
              </a:lnSpc>
              <a:buFont typeface="Arial"/>
              <a:buChar char="•"/>
              <a:defRPr sz="2800">
                <a:solidFill>
                  <a:schemeClr val="bg1"/>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16900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econdary full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8" name="Picture 7" descr="Footer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62"/>
            <a:ext cx="2844800" cy="365125"/>
          </a:xfrm>
          <a:prstGeom prst="rect">
            <a:avLst/>
          </a:prstGeom>
        </p:spPr>
        <p:txBody>
          <a:bodyPr lIns="116975" tIns="58482" rIns="116975" bIns="58482" anchor="ctr"/>
          <a:lstStyle>
            <a:lvl1pPr algn="r">
              <a:defRPr sz="1800">
                <a:solidFill>
                  <a:schemeClr val="bg1"/>
                </a:solidFill>
              </a:defRPr>
            </a:lvl1pPr>
          </a:lstStyle>
          <a:p>
            <a:pPr defTabSz="912361"/>
            <a:fld id="{5D762165-7DD1-43A8-AF3E-02B3DB1B40E1}" type="slidenum">
              <a:rPr lang="en-NZ" smtClean="0">
                <a:solidFill>
                  <a:prstClr val="white"/>
                </a:solidFill>
              </a:rPr>
              <a:pPr defTabSz="912361"/>
              <a:t>‹#›</a:t>
            </a:fld>
            <a:endParaRPr lang="en-NZ">
              <a:solidFill>
                <a:prstClr val="white"/>
              </a:solidFill>
            </a:endParaRPr>
          </a:p>
        </p:txBody>
      </p:sp>
      <p:sp>
        <p:nvSpPr>
          <p:cNvPr id="6" name="Title Placeholder 1"/>
          <p:cNvSpPr>
            <a:spLocks noGrp="1"/>
          </p:cNvSpPr>
          <p:nvPr>
            <p:ph type="title"/>
          </p:nvPr>
        </p:nvSpPr>
        <p:spPr>
          <a:xfrm>
            <a:off x="230293" y="173039"/>
            <a:ext cx="8880000" cy="1143000"/>
          </a:xfrm>
          <a:prstGeom prst="rect">
            <a:avLst/>
          </a:prstGeom>
        </p:spPr>
        <p:txBody>
          <a:bodyPr vert="horz" lIns="116975" tIns="58482" rIns="116975" bIns="58482" rtlCol="0" anchor="ctr">
            <a:normAutofit/>
          </a:bodyPr>
          <a:lstStyle/>
          <a:p>
            <a:r>
              <a:rPr lang="en-US"/>
              <a:t>Click to edit Master title style</a:t>
            </a:r>
            <a:endParaRPr lang="en-US" dirty="0"/>
          </a:p>
        </p:txBody>
      </p:sp>
      <p:sp>
        <p:nvSpPr>
          <p:cNvPr id="7"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6975" tIns="58482" rIns="116975" bIns="58482" rtlCol="0">
            <a:normAutofit/>
          </a:bodyPr>
          <a:lstStyle>
            <a:lvl1pPr marL="0" indent="0">
              <a:lnSpc>
                <a:spcPct val="120000"/>
              </a:lnSpc>
              <a:buFont typeface="Arial"/>
              <a:buNone/>
              <a:defRPr sz="3700" b="1">
                <a:solidFill>
                  <a:schemeClr val="tx2"/>
                </a:solidFill>
                <a:latin typeface="+mn-lt"/>
              </a:defRPr>
            </a:lvl1pPr>
            <a:lvl2pPr marL="828451" indent="-438580">
              <a:lnSpc>
                <a:spcPct val="120000"/>
              </a:lnSpc>
              <a:buFont typeface="Arial"/>
              <a:buChar char="•"/>
              <a:defRPr sz="3500">
                <a:solidFill>
                  <a:schemeClr val="tx2"/>
                </a:solidFill>
                <a:latin typeface="+mn-lt"/>
              </a:defRPr>
            </a:lvl2pPr>
            <a:lvl3pPr marL="1788494" indent="-526326">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666546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Secondary half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6975" tIns="58482" rIns="116975" bIns="58482"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6975" tIns="58482" rIns="116975" bIns="58482" rtlCol="0">
            <a:normAutofit/>
          </a:bodyPr>
          <a:lstStyle>
            <a:lvl1pPr marL="0" indent="0">
              <a:lnSpc>
                <a:spcPct val="120000"/>
              </a:lnSpc>
              <a:buFont typeface="Arial"/>
              <a:buNone/>
              <a:defRPr sz="3700" b="1">
                <a:solidFill>
                  <a:schemeClr val="tx2"/>
                </a:solidFill>
                <a:latin typeface="+mn-lt"/>
              </a:defRPr>
            </a:lvl1pPr>
            <a:lvl2pPr marL="828451" indent="-438580">
              <a:lnSpc>
                <a:spcPct val="120000"/>
              </a:lnSpc>
              <a:buFont typeface="Arial"/>
              <a:buChar char="•"/>
              <a:defRPr sz="3500">
                <a:solidFill>
                  <a:schemeClr val="tx2"/>
                </a:solidFill>
                <a:latin typeface="+mn-lt"/>
              </a:defRPr>
            </a:lvl2pPr>
            <a:lvl3pPr marL="1788494" indent="-526326">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sp>
        <p:nvSpPr>
          <p:cNvPr id="11" name="Slide Number Placeholder 3"/>
          <p:cNvSpPr>
            <a:spLocks noGrp="1"/>
          </p:cNvSpPr>
          <p:nvPr>
            <p:ph type="sldNum" sz="quarter" idx="12"/>
          </p:nvPr>
        </p:nvSpPr>
        <p:spPr>
          <a:xfrm>
            <a:off x="9123845" y="6342462"/>
            <a:ext cx="2844800" cy="365125"/>
          </a:xfrm>
          <a:prstGeom prst="rect">
            <a:avLst/>
          </a:prstGeom>
        </p:spPr>
        <p:txBody>
          <a:bodyPr lIns="116975" tIns="58482" rIns="116975" bIns="58482" anchor="ctr"/>
          <a:lstStyle>
            <a:lvl1pPr algn="r">
              <a:defRPr sz="1800">
                <a:solidFill>
                  <a:schemeClr val="tx1"/>
                </a:solidFill>
              </a:defRPr>
            </a:lvl1pPr>
          </a:lstStyle>
          <a:p>
            <a:pPr defTabSz="912361"/>
            <a:fld id="{5D762165-7DD1-43A8-AF3E-02B3DB1B40E1}" type="slidenum">
              <a:rPr lang="en-NZ" smtClean="0">
                <a:solidFill>
                  <a:srgbClr val="1A472B"/>
                </a:solidFill>
              </a:rPr>
              <a:pPr defTabSz="912361"/>
              <a:t>‹#›</a:t>
            </a:fld>
            <a:endParaRPr lang="en-NZ">
              <a:solidFill>
                <a:srgbClr val="1A472B"/>
              </a:solidFill>
            </a:endParaRPr>
          </a:p>
        </p:txBody>
      </p:sp>
      <p:sp>
        <p:nvSpPr>
          <p:cNvPr id="12"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493786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62"/>
            <a:ext cx="2844800" cy="365125"/>
          </a:xfrm>
          <a:prstGeom prst="rect">
            <a:avLst/>
          </a:prstGeom>
        </p:spPr>
        <p:txBody>
          <a:bodyPr lIns="116975" tIns="58482" rIns="116975" bIns="58482" anchor="ctr"/>
          <a:lstStyle>
            <a:lvl1pPr algn="r">
              <a:defRPr sz="1800">
                <a:solidFill>
                  <a:schemeClr val="tx1"/>
                </a:solidFill>
              </a:defRPr>
            </a:lvl1pPr>
          </a:lstStyle>
          <a:p>
            <a:pPr defTabSz="912361"/>
            <a:fld id="{5D762165-7DD1-43A8-AF3E-02B3DB1B40E1}" type="slidenum">
              <a:rPr lang="en-NZ" smtClean="0">
                <a:solidFill>
                  <a:srgbClr val="1A472B"/>
                </a:solidFill>
              </a:rPr>
              <a:pPr defTabSz="912361"/>
              <a:t>‹#›</a:t>
            </a:fld>
            <a:endParaRPr lang="en-NZ">
              <a:solidFill>
                <a:srgbClr val="1A472B"/>
              </a:solidFill>
            </a:endParaRPr>
          </a:p>
        </p:txBody>
      </p:sp>
      <p:sp>
        <p:nvSpPr>
          <p:cNvPr id="12"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spTree>
    <p:extLst>
      <p:ext uri="{BB962C8B-B14F-4D97-AF65-F5344CB8AC3E}">
        <p14:creationId xmlns:p14="http://schemas.microsoft.com/office/powerpoint/2010/main" val="2168812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ertiary values 1">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62"/>
            <a:ext cx="2844800" cy="365125"/>
          </a:xfrm>
          <a:prstGeom prst="rect">
            <a:avLst/>
          </a:prstGeom>
        </p:spPr>
        <p:txBody>
          <a:bodyPr lIns="116975" tIns="58482" rIns="116975" bIns="58482" anchor="ctr"/>
          <a:lstStyle>
            <a:lvl1pPr algn="r">
              <a:defRPr sz="1800">
                <a:solidFill>
                  <a:schemeClr val="tx1"/>
                </a:solidFill>
              </a:defRPr>
            </a:lvl1pPr>
          </a:lstStyle>
          <a:p>
            <a:pPr defTabSz="912361"/>
            <a:fld id="{5D762165-7DD1-43A8-AF3E-02B3DB1B40E1}" type="slidenum">
              <a:rPr lang="en-NZ" smtClean="0">
                <a:solidFill>
                  <a:srgbClr val="1A472B"/>
                </a:solidFill>
              </a:rPr>
              <a:pPr defTabSz="912361"/>
              <a:t>‹#›</a:t>
            </a:fld>
            <a:endParaRPr lang="en-NZ">
              <a:solidFill>
                <a:srgbClr val="1A472B"/>
              </a:solidFill>
            </a:endParaRPr>
          </a:p>
        </p:txBody>
      </p:sp>
      <p:sp>
        <p:nvSpPr>
          <p:cNvPr id="12"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spTree>
    <p:extLst>
      <p:ext uri="{BB962C8B-B14F-4D97-AF65-F5344CB8AC3E}">
        <p14:creationId xmlns:p14="http://schemas.microsoft.com/office/powerpoint/2010/main" val="2228595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ertiary values 2">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62"/>
            <a:ext cx="2844800" cy="365125"/>
          </a:xfrm>
          <a:prstGeom prst="rect">
            <a:avLst/>
          </a:prstGeom>
        </p:spPr>
        <p:txBody>
          <a:bodyPr lIns="116975" tIns="58482" rIns="116975" bIns="58482" anchor="ctr"/>
          <a:lstStyle>
            <a:lvl1pPr algn="r">
              <a:defRPr sz="1800">
                <a:solidFill>
                  <a:schemeClr val="tx1"/>
                </a:solidFill>
              </a:defRPr>
            </a:lvl1pPr>
          </a:lstStyle>
          <a:p>
            <a:pPr defTabSz="912361"/>
            <a:fld id="{5D762165-7DD1-43A8-AF3E-02B3DB1B40E1}" type="slidenum">
              <a:rPr lang="en-NZ" smtClean="0">
                <a:solidFill>
                  <a:srgbClr val="1A472B"/>
                </a:solidFill>
              </a:rPr>
              <a:pPr defTabSz="912361"/>
              <a:t>‹#›</a:t>
            </a:fld>
            <a:endParaRPr lang="en-NZ">
              <a:solidFill>
                <a:srgbClr val="1A472B"/>
              </a:solidFill>
            </a:endParaRPr>
          </a:p>
        </p:txBody>
      </p:sp>
      <p:sp>
        <p:nvSpPr>
          <p:cNvPr id="12"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spTree>
    <p:extLst>
      <p:ext uri="{BB962C8B-B14F-4D97-AF65-F5344CB8AC3E}">
        <p14:creationId xmlns:p14="http://schemas.microsoft.com/office/powerpoint/2010/main" val="1092875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ertiary values 3">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62"/>
            <a:ext cx="2844800" cy="365125"/>
          </a:xfrm>
          <a:prstGeom prst="rect">
            <a:avLst/>
          </a:prstGeom>
        </p:spPr>
        <p:txBody>
          <a:bodyPr lIns="116975" tIns="58482" rIns="116975" bIns="58482" anchor="ctr"/>
          <a:lstStyle>
            <a:lvl1pPr algn="r">
              <a:defRPr sz="1800">
                <a:solidFill>
                  <a:schemeClr val="tx1"/>
                </a:solidFill>
              </a:defRPr>
            </a:lvl1pPr>
          </a:lstStyle>
          <a:p>
            <a:pPr defTabSz="912361"/>
            <a:fld id="{5D762165-7DD1-43A8-AF3E-02B3DB1B40E1}" type="slidenum">
              <a:rPr lang="en-NZ" smtClean="0">
                <a:solidFill>
                  <a:srgbClr val="1A472B"/>
                </a:solidFill>
              </a:rPr>
              <a:pPr defTabSz="912361"/>
              <a:t>‹#›</a:t>
            </a:fld>
            <a:endParaRPr lang="en-NZ">
              <a:solidFill>
                <a:srgbClr val="1A472B"/>
              </a:solidFill>
            </a:endParaRPr>
          </a:p>
        </p:txBody>
      </p:sp>
      <p:sp>
        <p:nvSpPr>
          <p:cNvPr id="12"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spTree>
    <p:extLst>
      <p:ext uri="{BB962C8B-B14F-4D97-AF65-F5344CB8AC3E}">
        <p14:creationId xmlns:p14="http://schemas.microsoft.com/office/powerpoint/2010/main" val="2212258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ertiary values 4">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62"/>
            <a:ext cx="2844800" cy="365125"/>
          </a:xfrm>
          <a:prstGeom prst="rect">
            <a:avLst/>
          </a:prstGeom>
        </p:spPr>
        <p:txBody>
          <a:bodyPr lIns="116975" tIns="58482" rIns="116975" bIns="58482" anchor="ctr"/>
          <a:lstStyle>
            <a:lvl1pPr algn="r">
              <a:defRPr sz="1800">
                <a:solidFill>
                  <a:schemeClr val="tx1"/>
                </a:solidFill>
              </a:defRPr>
            </a:lvl1pPr>
          </a:lstStyle>
          <a:p>
            <a:pPr defTabSz="912361"/>
            <a:fld id="{5D762165-7DD1-43A8-AF3E-02B3DB1B40E1}" type="slidenum">
              <a:rPr lang="en-NZ" smtClean="0">
                <a:solidFill>
                  <a:srgbClr val="1A472B"/>
                </a:solidFill>
              </a:rPr>
              <a:pPr defTabSz="912361"/>
              <a:t>‹#›</a:t>
            </a:fld>
            <a:endParaRPr lang="en-NZ">
              <a:solidFill>
                <a:srgbClr val="1A472B"/>
              </a:solidFill>
            </a:endParaRPr>
          </a:p>
        </p:txBody>
      </p:sp>
      <p:sp>
        <p:nvSpPr>
          <p:cNvPr id="12"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spTree>
    <p:extLst>
      <p:ext uri="{BB962C8B-B14F-4D97-AF65-F5344CB8AC3E}">
        <p14:creationId xmlns:p14="http://schemas.microsoft.com/office/powerpoint/2010/main" val="298706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ertiary values 5">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62"/>
            <a:ext cx="2844800" cy="365125"/>
          </a:xfrm>
          <a:prstGeom prst="rect">
            <a:avLst/>
          </a:prstGeom>
        </p:spPr>
        <p:txBody>
          <a:bodyPr lIns="116975" tIns="58482" rIns="116975" bIns="58482" anchor="ctr"/>
          <a:lstStyle>
            <a:lvl1pPr algn="r">
              <a:defRPr sz="1800">
                <a:solidFill>
                  <a:schemeClr val="tx1"/>
                </a:solidFill>
              </a:defRPr>
            </a:lvl1pPr>
          </a:lstStyle>
          <a:p>
            <a:pPr defTabSz="912361"/>
            <a:fld id="{5D762165-7DD1-43A8-AF3E-02B3DB1B40E1}" type="slidenum">
              <a:rPr lang="en-NZ" smtClean="0">
                <a:solidFill>
                  <a:srgbClr val="1A472B"/>
                </a:solidFill>
              </a:rPr>
              <a:pPr defTabSz="912361"/>
              <a:t>‹#›</a:t>
            </a:fld>
            <a:endParaRPr lang="en-NZ">
              <a:solidFill>
                <a:srgbClr val="1A472B"/>
              </a:solidFill>
            </a:endParaRPr>
          </a:p>
        </p:txBody>
      </p:sp>
      <p:sp>
        <p:nvSpPr>
          <p:cNvPr id="12"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spTree>
    <p:extLst>
      <p:ext uri="{BB962C8B-B14F-4D97-AF65-F5344CB8AC3E}">
        <p14:creationId xmlns:p14="http://schemas.microsoft.com/office/powerpoint/2010/main" val="4172429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ertiary with photos">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6975" tIns="58482" rIns="116975" bIns="58482"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6" y="1388265"/>
            <a:ext cx="5879253" cy="4654594"/>
          </a:xfrm>
          <a:prstGeom prst="rect">
            <a:avLst/>
          </a:prstGeom>
        </p:spPr>
        <p:txBody>
          <a:bodyPr vert="horz" lIns="116975" tIns="58482" rIns="116975" bIns="58482" rtlCol="0">
            <a:normAutofit/>
          </a:bodyPr>
          <a:lstStyle>
            <a:lvl1pPr marL="0" marR="0" indent="0" algn="l" defTabSz="701750" rtl="0" eaLnBrk="1" fontAlgn="auto" latinLnBrk="0" hangingPunct="1">
              <a:lnSpc>
                <a:spcPct val="130000"/>
              </a:lnSpc>
              <a:spcBef>
                <a:spcPct val="0"/>
              </a:spcBef>
              <a:spcAft>
                <a:spcPts val="0"/>
              </a:spcAft>
              <a:buClrTx/>
              <a:buSzTx/>
              <a:buFont typeface="Arial"/>
              <a:buNone/>
              <a:tabLst/>
              <a:defRPr lang="en-AU" sz="3700" smtClean="0">
                <a:effectLst/>
              </a:defRPr>
            </a:lvl1pPr>
            <a:lvl2pPr marL="0" indent="0">
              <a:lnSpc>
                <a:spcPct val="120000"/>
              </a:lnSpc>
              <a:buFont typeface="Arial"/>
              <a:buNone/>
              <a:tabLst/>
              <a:defRPr sz="3500">
                <a:solidFill>
                  <a:schemeClr val="tx2"/>
                </a:solidFill>
                <a:latin typeface="+mn-lt"/>
              </a:defRPr>
            </a:lvl2pPr>
            <a:lvl3pPr marL="438580" indent="-438580">
              <a:lnSpc>
                <a:spcPct val="130000"/>
              </a:lnSpc>
              <a:buFont typeface="Arial"/>
              <a:buChar char="•"/>
              <a:tabLst/>
              <a:defRPr sz="3500" baseline="0">
                <a:solidFill>
                  <a:schemeClr val="tx2"/>
                </a:solidFill>
                <a:latin typeface="+mn-lt"/>
              </a:defRPr>
            </a:lvl3pPr>
            <a:lvl4pPr marL="0" indent="0">
              <a:buFont typeface="Arial"/>
              <a:buNone/>
              <a:defRPr sz="3700">
                <a:solidFill>
                  <a:schemeClr val="bg1"/>
                </a:solidFill>
              </a:defRPr>
            </a:lvl4pPr>
          </a:lstStyle>
          <a:p>
            <a:pPr lvl="0"/>
            <a:r>
              <a:rPr lang="en-AU" dirty="0"/>
              <a:t>Inserting a new slide</a:t>
            </a:r>
          </a:p>
          <a:p>
            <a:pPr lvl="2"/>
            <a:r>
              <a:rPr lang="en-AU" dirty="0"/>
              <a:t>Click the New Slide dropdown on the Home tab</a:t>
            </a:r>
          </a:p>
          <a:p>
            <a:pPr lvl="2"/>
            <a:r>
              <a:rPr lang="en-AU" dirty="0"/>
              <a:t>Select the desired layout</a:t>
            </a:r>
          </a:p>
          <a:p>
            <a:pPr marL="0" marR="0" lvl="0" indent="0" algn="l" defTabSz="701750" rtl="0" eaLnBrk="1" fontAlgn="auto" latinLnBrk="0" hangingPunct="1">
              <a:lnSpc>
                <a:spcPct val="130000"/>
              </a:lnSpc>
              <a:spcBef>
                <a:spcPct val="0"/>
              </a:spcBef>
              <a:spcAft>
                <a:spcPts val="0"/>
              </a:spcAft>
              <a:buClrTx/>
              <a:buSzTx/>
              <a:buFont typeface="Arial"/>
              <a:buNone/>
              <a:tabLst/>
              <a:defRPr/>
            </a:pPr>
            <a:endParaRPr lang="en-AU" sz="1200" dirty="0">
              <a:effectLst/>
              <a:latin typeface="+mn-lt"/>
              <a:ea typeface="ＭＳ 明朝"/>
              <a:cs typeface="Times New Roman"/>
            </a:endParaRPr>
          </a:p>
          <a:p>
            <a:pPr lvl="0"/>
            <a:endParaRPr lang="en-AU" dirty="0"/>
          </a:p>
        </p:txBody>
      </p:sp>
      <p:sp>
        <p:nvSpPr>
          <p:cNvPr id="11" name="Slide Number Placeholder 3"/>
          <p:cNvSpPr>
            <a:spLocks noGrp="1"/>
          </p:cNvSpPr>
          <p:nvPr>
            <p:ph type="sldNum" sz="quarter" idx="12"/>
          </p:nvPr>
        </p:nvSpPr>
        <p:spPr>
          <a:xfrm>
            <a:off x="9123845" y="6342462"/>
            <a:ext cx="2844800" cy="365125"/>
          </a:xfrm>
          <a:prstGeom prst="rect">
            <a:avLst/>
          </a:prstGeom>
        </p:spPr>
        <p:txBody>
          <a:bodyPr lIns="116975" tIns="58482" rIns="116975" bIns="58482" anchor="ctr"/>
          <a:lstStyle>
            <a:lvl1pPr algn="r">
              <a:defRPr sz="1800">
                <a:solidFill>
                  <a:schemeClr val="tx1"/>
                </a:solidFill>
              </a:defRPr>
            </a:lvl1pPr>
          </a:lstStyle>
          <a:p>
            <a:pPr defTabSz="912361"/>
            <a:fld id="{5D762165-7DD1-43A8-AF3E-02B3DB1B40E1}" type="slidenum">
              <a:rPr lang="en-NZ" smtClean="0">
                <a:solidFill>
                  <a:srgbClr val="1A472B"/>
                </a:solidFill>
              </a:rPr>
              <a:pPr defTabSz="912361"/>
              <a:t>‹#›</a:t>
            </a:fld>
            <a:endParaRPr lang="en-NZ">
              <a:solidFill>
                <a:srgbClr val="1A472B"/>
              </a:solidFill>
            </a:endParaRPr>
          </a:p>
        </p:txBody>
      </p:sp>
      <p:sp>
        <p:nvSpPr>
          <p:cNvPr id="12"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sp>
        <p:nvSpPr>
          <p:cNvPr id="4" name="Picture Placeholder 3"/>
          <p:cNvSpPr>
            <a:spLocks noGrp="1"/>
          </p:cNvSpPr>
          <p:nvPr>
            <p:ph type="pic" sz="quarter" idx="13"/>
          </p:nvPr>
        </p:nvSpPr>
        <p:spPr>
          <a:xfrm>
            <a:off x="6394192" y="1585596"/>
            <a:ext cx="2683104" cy="1990726"/>
          </a:xfrm>
          <a:prstGeom prst="rect">
            <a:avLst/>
          </a:prstGeom>
        </p:spPr>
        <p:txBody>
          <a:bodyPr vert="horz" lIns="116975" tIns="58482" rIns="116975" bIns="58482"/>
          <a:lstStyle/>
          <a:p>
            <a:r>
              <a:rPr lang="en-US"/>
              <a:t>Click icon to add picture</a:t>
            </a:r>
          </a:p>
        </p:txBody>
      </p:sp>
      <p:sp>
        <p:nvSpPr>
          <p:cNvPr id="13" name="Picture Placeholder 3"/>
          <p:cNvSpPr>
            <a:spLocks noGrp="1"/>
          </p:cNvSpPr>
          <p:nvPr>
            <p:ph type="pic" sz="quarter" idx="14"/>
          </p:nvPr>
        </p:nvSpPr>
        <p:spPr>
          <a:xfrm>
            <a:off x="9320320" y="1585596"/>
            <a:ext cx="2648325" cy="1990726"/>
          </a:xfrm>
          <a:prstGeom prst="rect">
            <a:avLst/>
          </a:prstGeom>
        </p:spPr>
        <p:txBody>
          <a:bodyPr vert="horz" lIns="116975" tIns="58482" rIns="116975" bIns="58482"/>
          <a:lstStyle/>
          <a:p>
            <a:r>
              <a:rPr lang="en-US"/>
              <a:t>Click icon to add picture</a:t>
            </a:r>
          </a:p>
        </p:txBody>
      </p:sp>
      <p:pic>
        <p:nvPicPr>
          <p:cNvPr id="15" name="Picture 14"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248414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Tertiary 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0293" y="173039"/>
            <a:ext cx="8880000" cy="1143000"/>
          </a:xfrm>
          <a:prstGeom prst="rect">
            <a:avLst/>
          </a:prstGeom>
        </p:spPr>
        <p:txBody>
          <a:bodyPr lIns="116975" tIns="58482" rIns="116975" bIns="58482" anchor="ctr"/>
          <a:lstStyle>
            <a:lvl1pPr>
              <a:defRPr/>
            </a:lvl1pPr>
          </a:lstStyle>
          <a:p>
            <a:r>
              <a:rPr lang="en-US"/>
              <a:t>Click to edit Master title style</a:t>
            </a:r>
            <a:endParaRPr lang="en-US" dirty="0"/>
          </a:p>
        </p:txBody>
      </p:sp>
      <p:pic>
        <p:nvPicPr>
          <p:cNvPr id="10" name="Picture 9"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sp>
        <p:nvSpPr>
          <p:cNvPr id="3" name="Text Placeholder 2"/>
          <p:cNvSpPr>
            <a:spLocks noGrp="1"/>
          </p:cNvSpPr>
          <p:nvPr>
            <p:ph type="body" idx="1"/>
          </p:nvPr>
        </p:nvSpPr>
        <p:spPr>
          <a:xfrm>
            <a:off x="379309" y="1535117"/>
            <a:ext cx="5617211" cy="639763"/>
          </a:xfrm>
          <a:prstGeom prst="rect">
            <a:avLst/>
          </a:prstGeom>
        </p:spPr>
        <p:txBody>
          <a:bodyPr lIns="116975" tIns="58482" rIns="116975" bIns="58482" anchor="b"/>
          <a:lstStyle>
            <a:lvl1pPr marL="0" indent="0">
              <a:buNone/>
              <a:defRPr sz="3700" b="1">
                <a:solidFill>
                  <a:schemeClr val="accent1"/>
                </a:solidFill>
              </a:defRPr>
            </a:lvl1pPr>
            <a:lvl2pPr marL="701750" indent="0">
              <a:buNone/>
              <a:defRPr sz="3100" b="1"/>
            </a:lvl2pPr>
            <a:lvl3pPr marL="1403507" indent="0">
              <a:buNone/>
              <a:defRPr sz="2800" b="1"/>
            </a:lvl3pPr>
            <a:lvl4pPr marL="2105263" indent="0">
              <a:buNone/>
              <a:defRPr sz="2600" b="1"/>
            </a:lvl4pPr>
            <a:lvl5pPr marL="2807015" indent="0">
              <a:buNone/>
              <a:defRPr sz="2600" b="1"/>
            </a:lvl5pPr>
            <a:lvl6pPr marL="3508753" indent="0">
              <a:buNone/>
              <a:defRPr sz="2600" b="1"/>
            </a:lvl6pPr>
            <a:lvl7pPr marL="4210552" indent="0">
              <a:buNone/>
              <a:defRPr sz="2600" b="1"/>
            </a:lvl7pPr>
            <a:lvl8pPr marL="4912287" indent="0">
              <a:buNone/>
              <a:defRPr sz="2600" b="1"/>
            </a:lvl8pPr>
            <a:lvl9pPr marL="5614032" indent="0">
              <a:buNone/>
              <a:defRPr sz="2600" b="1"/>
            </a:lvl9pPr>
          </a:lstStyle>
          <a:p>
            <a:pPr lvl="0"/>
            <a:r>
              <a:rPr lang="en-US"/>
              <a:t>Click to edit Master text styles</a:t>
            </a:r>
          </a:p>
        </p:txBody>
      </p:sp>
      <p:sp>
        <p:nvSpPr>
          <p:cNvPr id="4" name="Content Placeholder 3"/>
          <p:cNvSpPr>
            <a:spLocks noGrp="1"/>
          </p:cNvSpPr>
          <p:nvPr>
            <p:ph sz="half" idx="2"/>
          </p:nvPr>
        </p:nvSpPr>
        <p:spPr>
          <a:xfrm>
            <a:off x="379309" y="2174891"/>
            <a:ext cx="5617211" cy="3717925"/>
          </a:xfrm>
          <a:prstGeom prst="rect">
            <a:avLst/>
          </a:prstGeom>
        </p:spPr>
        <p:txBody>
          <a:bodyPr lIns="116975" tIns="58482" rIns="116975" bIns="58482"/>
          <a:lstStyle>
            <a:lvl1pPr>
              <a:defRPr sz="3500" b="0">
                <a:solidFill>
                  <a:srgbClr val="666366"/>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sp>
        <p:nvSpPr>
          <p:cNvPr id="5" name="Text Placeholder 4"/>
          <p:cNvSpPr>
            <a:spLocks noGrp="1"/>
          </p:cNvSpPr>
          <p:nvPr>
            <p:ph type="body" sz="quarter" idx="3"/>
          </p:nvPr>
        </p:nvSpPr>
        <p:spPr>
          <a:xfrm>
            <a:off x="6193461" y="1535117"/>
            <a:ext cx="5619327" cy="639763"/>
          </a:xfrm>
          <a:prstGeom prst="rect">
            <a:avLst/>
          </a:prstGeom>
        </p:spPr>
        <p:txBody>
          <a:bodyPr lIns="116975" tIns="58482" rIns="116975" bIns="58482" anchor="b"/>
          <a:lstStyle>
            <a:lvl1pPr marL="0" indent="0">
              <a:buNone/>
              <a:defRPr sz="3700" b="1">
                <a:solidFill>
                  <a:srgbClr val="009645"/>
                </a:solidFill>
              </a:defRPr>
            </a:lvl1pPr>
            <a:lvl2pPr marL="701750" indent="0">
              <a:buNone/>
              <a:defRPr sz="3100" b="1"/>
            </a:lvl2pPr>
            <a:lvl3pPr marL="1403507" indent="0">
              <a:buNone/>
              <a:defRPr sz="2800" b="1"/>
            </a:lvl3pPr>
            <a:lvl4pPr marL="2105263" indent="0">
              <a:buNone/>
              <a:defRPr sz="2600" b="1"/>
            </a:lvl4pPr>
            <a:lvl5pPr marL="2807015" indent="0">
              <a:buNone/>
              <a:defRPr sz="2600" b="1"/>
            </a:lvl5pPr>
            <a:lvl6pPr marL="3508753" indent="0">
              <a:buNone/>
              <a:defRPr sz="2600" b="1"/>
            </a:lvl6pPr>
            <a:lvl7pPr marL="4210552" indent="0">
              <a:buNone/>
              <a:defRPr sz="2600" b="1"/>
            </a:lvl7pPr>
            <a:lvl8pPr marL="4912287" indent="0">
              <a:buNone/>
              <a:defRPr sz="2600" b="1"/>
            </a:lvl8pPr>
            <a:lvl9pPr marL="5614032" indent="0">
              <a:buNone/>
              <a:defRPr sz="2600" b="1"/>
            </a:lvl9pPr>
          </a:lstStyle>
          <a:p>
            <a:pPr lvl="0"/>
            <a:r>
              <a:rPr lang="en-US"/>
              <a:t>Click to edit Master text styles</a:t>
            </a:r>
          </a:p>
        </p:txBody>
      </p:sp>
      <p:sp>
        <p:nvSpPr>
          <p:cNvPr id="6" name="Content Placeholder 5"/>
          <p:cNvSpPr>
            <a:spLocks noGrp="1"/>
          </p:cNvSpPr>
          <p:nvPr>
            <p:ph sz="quarter" idx="4"/>
          </p:nvPr>
        </p:nvSpPr>
        <p:spPr>
          <a:xfrm>
            <a:off x="6193461" y="2174891"/>
            <a:ext cx="5619327" cy="3717925"/>
          </a:xfrm>
          <a:prstGeom prst="rect">
            <a:avLst/>
          </a:prstGeom>
        </p:spPr>
        <p:txBody>
          <a:bodyPr lIns="116975" tIns="58482" rIns="116975" bIns="58482"/>
          <a:lstStyle>
            <a:lvl1pPr>
              <a:defRPr sz="3500" b="0">
                <a:solidFill>
                  <a:schemeClr val="tx2"/>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pic>
        <p:nvPicPr>
          <p:cNvPr id="12" name="Picture 11"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3" name="Slide Number Placeholder 3"/>
          <p:cNvSpPr>
            <a:spLocks noGrp="1"/>
          </p:cNvSpPr>
          <p:nvPr>
            <p:ph type="sldNum" sz="quarter" idx="12"/>
          </p:nvPr>
        </p:nvSpPr>
        <p:spPr>
          <a:xfrm>
            <a:off x="9123845" y="6342462"/>
            <a:ext cx="2844800" cy="365125"/>
          </a:xfrm>
          <a:prstGeom prst="rect">
            <a:avLst/>
          </a:prstGeom>
        </p:spPr>
        <p:txBody>
          <a:bodyPr lIns="116975" tIns="58482" rIns="116975" bIns="58482" anchor="ctr"/>
          <a:lstStyle>
            <a:lvl1pPr algn="r">
              <a:defRPr sz="1800">
                <a:solidFill>
                  <a:schemeClr val="tx1"/>
                </a:solidFill>
              </a:defRPr>
            </a:lvl1pPr>
          </a:lstStyle>
          <a:p>
            <a:pPr defTabSz="912361"/>
            <a:fld id="{5D762165-7DD1-43A8-AF3E-02B3DB1B40E1}" type="slidenum">
              <a:rPr lang="en-NZ" smtClean="0">
                <a:solidFill>
                  <a:srgbClr val="1A472B"/>
                </a:solidFill>
              </a:rPr>
              <a:pPr defTabSz="912361"/>
              <a:t>‹#›</a:t>
            </a:fld>
            <a:endParaRPr lang="en-NZ">
              <a:solidFill>
                <a:srgbClr val="1A472B"/>
              </a:solidFill>
            </a:endParaRPr>
          </a:p>
        </p:txBody>
      </p:sp>
      <p:sp>
        <p:nvSpPr>
          <p:cNvPr id="14" name="Footer Placeholder 4"/>
          <p:cNvSpPr>
            <a:spLocks noGrp="1"/>
          </p:cNvSpPr>
          <p:nvPr>
            <p:ph type="ftr" sz="quarter" idx="1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pic>
        <p:nvPicPr>
          <p:cNvPr id="16" name="Picture 15"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274753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rtiary chart">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3" name="Picture 2" descr="Grey_Panel992x662.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30319" y="162561"/>
            <a:ext cx="11748751" cy="5880298"/>
          </a:xfrm>
          <a:prstGeom prst="rect">
            <a:avLst/>
          </a:prstGeom>
        </p:spPr>
      </p:pic>
      <p:sp>
        <p:nvSpPr>
          <p:cNvPr id="11" name="Slide Number Placeholder 3"/>
          <p:cNvSpPr>
            <a:spLocks noGrp="1"/>
          </p:cNvSpPr>
          <p:nvPr>
            <p:ph type="sldNum" sz="quarter" idx="12"/>
          </p:nvPr>
        </p:nvSpPr>
        <p:spPr>
          <a:xfrm>
            <a:off x="9123845" y="6342462"/>
            <a:ext cx="2844800" cy="365125"/>
          </a:xfrm>
          <a:prstGeom prst="rect">
            <a:avLst/>
          </a:prstGeom>
        </p:spPr>
        <p:txBody>
          <a:bodyPr lIns="116975" tIns="58482" rIns="116975" bIns="58482" anchor="ctr"/>
          <a:lstStyle>
            <a:lvl1pPr algn="r">
              <a:defRPr sz="1800">
                <a:solidFill>
                  <a:schemeClr val="tx1"/>
                </a:solidFill>
              </a:defRPr>
            </a:lvl1pPr>
          </a:lstStyle>
          <a:p>
            <a:pPr defTabSz="912361"/>
            <a:fld id="{5D762165-7DD1-43A8-AF3E-02B3DB1B40E1}" type="slidenum">
              <a:rPr lang="en-NZ" smtClean="0">
                <a:solidFill>
                  <a:srgbClr val="1A472B"/>
                </a:solidFill>
              </a:rPr>
              <a:pPr defTabSz="912361"/>
              <a:t>‹#›</a:t>
            </a:fld>
            <a:endParaRPr lang="en-NZ">
              <a:solidFill>
                <a:srgbClr val="1A472B"/>
              </a:solidFill>
            </a:endParaRPr>
          </a:p>
        </p:txBody>
      </p:sp>
      <p:sp>
        <p:nvSpPr>
          <p:cNvPr id="12"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sp>
        <p:nvSpPr>
          <p:cNvPr id="7" name="Chart Placeholder 6"/>
          <p:cNvSpPr>
            <a:spLocks noGrp="1"/>
          </p:cNvSpPr>
          <p:nvPr>
            <p:ph type="chart" sz="quarter" idx="13"/>
          </p:nvPr>
        </p:nvSpPr>
        <p:spPr>
          <a:xfrm>
            <a:off x="230724" y="161931"/>
            <a:ext cx="11747501" cy="5881688"/>
          </a:xfrm>
          <a:prstGeom prst="rect">
            <a:avLst/>
          </a:prstGeom>
        </p:spPr>
        <p:txBody>
          <a:bodyPr vert="horz" lIns="116975" tIns="58482" rIns="116975" bIns="58482"/>
          <a:lstStyle/>
          <a:p>
            <a:r>
              <a:rPr lang="en-US"/>
              <a:t>Click icon to add chart</a:t>
            </a:r>
            <a:endParaRPr lang="en-US" dirty="0"/>
          </a:p>
        </p:txBody>
      </p:sp>
    </p:spTree>
    <p:extLst>
      <p:ext uri="{BB962C8B-B14F-4D97-AF65-F5344CB8AC3E}">
        <p14:creationId xmlns:p14="http://schemas.microsoft.com/office/powerpoint/2010/main" val="1330051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Tree>
    <p:extLst>
      <p:ext uri="{BB962C8B-B14F-4D97-AF65-F5344CB8AC3E}">
        <p14:creationId xmlns:p14="http://schemas.microsoft.com/office/powerpoint/2010/main" val="1622594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6" name="Picture 5"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04449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62"/>
            <a:ext cx="2844800" cy="365125"/>
          </a:xfrm>
          <a:prstGeom prst="rect">
            <a:avLst/>
          </a:prstGeom>
        </p:spPr>
        <p:txBody>
          <a:bodyPr lIns="116975" tIns="58482" rIns="116975" bIns="58482" anchor="ctr"/>
          <a:lstStyle>
            <a:lvl1pPr algn="r">
              <a:defRPr sz="1800">
                <a:solidFill>
                  <a:schemeClr val="bg1"/>
                </a:solidFill>
              </a:defRPr>
            </a:lvl1pPr>
          </a:lstStyle>
          <a:p>
            <a:pPr defTabSz="912361"/>
            <a:fld id="{5D762165-7DD1-43A8-AF3E-02B3DB1B40E1}" type="slidenum">
              <a:rPr lang="en-NZ" smtClean="0">
                <a:solidFill>
                  <a:prstClr val="white"/>
                </a:solidFill>
              </a:rPr>
              <a:pPr defTabSz="912361"/>
              <a:t>‹#›</a:t>
            </a:fld>
            <a:endParaRPr lang="en-NZ">
              <a:solidFill>
                <a:prstClr val="white"/>
              </a:solidFill>
            </a:endParaRPr>
          </a:p>
        </p:txBody>
      </p:sp>
      <p:sp>
        <p:nvSpPr>
          <p:cNvPr id="7"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spTree>
    <p:extLst>
      <p:ext uri="{BB962C8B-B14F-4D97-AF65-F5344CB8AC3E}">
        <p14:creationId xmlns:p14="http://schemas.microsoft.com/office/powerpoint/2010/main" val="274501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62"/>
            <a:ext cx="2844800" cy="365125"/>
          </a:xfrm>
          <a:prstGeom prst="rect">
            <a:avLst/>
          </a:prstGeom>
        </p:spPr>
        <p:txBody>
          <a:bodyPr lIns="116975" tIns="58482" rIns="116975" bIns="58482" anchor="ctr"/>
          <a:lstStyle>
            <a:lvl1pPr algn="r">
              <a:defRPr sz="1800">
                <a:solidFill>
                  <a:schemeClr val="bg1"/>
                </a:solidFill>
              </a:defRPr>
            </a:lvl1pPr>
          </a:lstStyle>
          <a:p>
            <a:pPr defTabSz="912361"/>
            <a:fld id="{5D762165-7DD1-43A8-AF3E-02B3DB1B40E1}" type="slidenum">
              <a:rPr lang="en-NZ" smtClean="0">
                <a:solidFill>
                  <a:prstClr val="white"/>
                </a:solidFill>
              </a:rPr>
              <a:pPr defTabSz="912361"/>
              <a:t>‹#›</a:t>
            </a:fld>
            <a:endParaRPr lang="en-NZ">
              <a:solidFill>
                <a:prstClr val="white"/>
              </a:solidFill>
            </a:endParaRPr>
          </a:p>
        </p:txBody>
      </p:sp>
      <p:sp>
        <p:nvSpPr>
          <p:cNvPr id="7"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pic>
        <p:nvPicPr>
          <p:cNvPr id="9" name="Picture 8"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886510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secHead" preserve="1">
  <p:cSld name="1_Title page">
    <p:spTree>
      <p:nvGrpSpPr>
        <p:cNvPr id="1" name=""/>
        <p:cNvGrpSpPr/>
        <p:nvPr/>
      </p:nvGrpSpPr>
      <p:grpSpPr>
        <a:xfrm>
          <a:off x="0" y="0"/>
          <a:ext cx="0" cy="0"/>
          <a:chOff x="0" y="0"/>
          <a:chExt cx="0" cy="0"/>
        </a:xfrm>
      </p:grpSpPr>
      <p:pic>
        <p:nvPicPr>
          <p:cNvPr id="7" name="Picture 6" descr="GreenEnd992x73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8232" y="176969"/>
            <a:ext cx="11706381" cy="6514036"/>
          </a:xfrm>
          <a:prstGeom prst="rect">
            <a:avLst/>
          </a:prstGeom>
        </p:spPr>
      </p:pic>
      <p:sp>
        <p:nvSpPr>
          <p:cNvPr id="2" name="Title 1"/>
          <p:cNvSpPr>
            <a:spLocks noGrp="1"/>
          </p:cNvSpPr>
          <p:nvPr>
            <p:ph type="title" hasCustomPrompt="1"/>
          </p:nvPr>
        </p:nvSpPr>
        <p:spPr>
          <a:xfrm>
            <a:off x="448311" y="1289055"/>
            <a:ext cx="10363200" cy="673100"/>
          </a:xfrm>
          <a:prstGeom prst="rect">
            <a:avLst/>
          </a:prstGeom>
        </p:spPr>
        <p:txBody>
          <a:bodyPr lIns="116975" tIns="58482" rIns="116975" bIns="58482" anchor="t"/>
          <a:lstStyle>
            <a:lvl1pPr algn="l">
              <a:defRPr sz="5500" b="0" cap="none" baseline="0">
                <a:solidFill>
                  <a:schemeClr val="bg1"/>
                </a:solidFill>
              </a:defRPr>
            </a:lvl1pPr>
          </a:lstStyle>
          <a:p>
            <a:r>
              <a:rPr lang="en-AU" dirty="0"/>
              <a:t>Client brand promise, Calibri 36pt</a:t>
            </a:r>
            <a:endParaRPr lang="en-US" dirty="0"/>
          </a:p>
        </p:txBody>
      </p:sp>
      <p:sp>
        <p:nvSpPr>
          <p:cNvPr id="3" name="Text Placeholder 2"/>
          <p:cNvSpPr>
            <a:spLocks noGrp="1"/>
          </p:cNvSpPr>
          <p:nvPr>
            <p:ph type="body" idx="1" hasCustomPrompt="1"/>
          </p:nvPr>
        </p:nvSpPr>
        <p:spPr>
          <a:xfrm>
            <a:off x="448311" y="4862837"/>
            <a:ext cx="10363200" cy="515620"/>
          </a:xfrm>
          <a:prstGeom prst="rect">
            <a:avLst/>
          </a:prstGeom>
        </p:spPr>
        <p:txBody>
          <a:bodyPr lIns="116975" tIns="58482" rIns="116975" bIns="58482" anchor="b"/>
          <a:lstStyle>
            <a:lvl1pPr marL="0" indent="0">
              <a:buNone/>
              <a:defRPr sz="2800" b="0" baseline="0">
                <a:solidFill>
                  <a:schemeClr val="bg1"/>
                </a:solidFill>
              </a:defRPr>
            </a:lvl1pPr>
            <a:lvl2pPr marL="701750" indent="0">
              <a:buNone/>
              <a:defRPr sz="2800">
                <a:solidFill>
                  <a:schemeClr val="tx1">
                    <a:tint val="75000"/>
                  </a:schemeClr>
                </a:solidFill>
              </a:defRPr>
            </a:lvl2pPr>
            <a:lvl3pPr marL="1403507" indent="0">
              <a:buNone/>
              <a:defRPr sz="2600">
                <a:solidFill>
                  <a:schemeClr val="tx1">
                    <a:tint val="75000"/>
                  </a:schemeClr>
                </a:solidFill>
              </a:defRPr>
            </a:lvl3pPr>
            <a:lvl4pPr marL="2105263" indent="0">
              <a:buNone/>
              <a:defRPr sz="2200">
                <a:solidFill>
                  <a:schemeClr val="tx1">
                    <a:tint val="75000"/>
                  </a:schemeClr>
                </a:solidFill>
              </a:defRPr>
            </a:lvl4pPr>
            <a:lvl5pPr marL="2807015" indent="0">
              <a:buNone/>
              <a:defRPr sz="2200">
                <a:solidFill>
                  <a:schemeClr val="tx1">
                    <a:tint val="75000"/>
                  </a:schemeClr>
                </a:solidFill>
              </a:defRPr>
            </a:lvl5pPr>
            <a:lvl6pPr marL="3508753" indent="0">
              <a:buNone/>
              <a:defRPr sz="2200">
                <a:solidFill>
                  <a:schemeClr val="tx1">
                    <a:tint val="75000"/>
                  </a:schemeClr>
                </a:solidFill>
              </a:defRPr>
            </a:lvl6pPr>
            <a:lvl7pPr marL="4210552" indent="0">
              <a:buNone/>
              <a:defRPr sz="2200">
                <a:solidFill>
                  <a:schemeClr val="tx1">
                    <a:tint val="75000"/>
                  </a:schemeClr>
                </a:solidFill>
              </a:defRPr>
            </a:lvl7pPr>
            <a:lvl8pPr marL="4912287" indent="0">
              <a:buNone/>
              <a:defRPr sz="2200">
                <a:solidFill>
                  <a:schemeClr val="tx1">
                    <a:tint val="75000"/>
                  </a:schemeClr>
                </a:solidFill>
              </a:defRPr>
            </a:lvl8pPr>
            <a:lvl9pPr marL="5614032" indent="0">
              <a:buNone/>
              <a:defRPr sz="2200">
                <a:solidFill>
                  <a:schemeClr val="tx1">
                    <a:tint val="75000"/>
                  </a:schemeClr>
                </a:solidFill>
              </a:defRPr>
            </a:lvl9pPr>
          </a:lstStyle>
          <a:p>
            <a:pPr lvl="0"/>
            <a:r>
              <a:rPr lang="en-AU" dirty="0"/>
              <a:t>Click to add subhead, Calibri 18pt</a:t>
            </a:r>
          </a:p>
        </p:txBody>
      </p:sp>
      <p:sp>
        <p:nvSpPr>
          <p:cNvPr id="6" name="Footer Placeholder 4"/>
          <p:cNvSpPr>
            <a:spLocks noGrp="1"/>
          </p:cNvSpPr>
          <p:nvPr>
            <p:ph type="ftr" sz="quarter" idx="3"/>
          </p:nvPr>
        </p:nvSpPr>
        <p:spPr>
          <a:xfrm>
            <a:off x="230296" y="6356434"/>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spTree>
    <p:extLst>
      <p:ext uri="{BB962C8B-B14F-4D97-AF65-F5344CB8AC3E}">
        <p14:creationId xmlns:p14="http://schemas.microsoft.com/office/powerpoint/2010/main" val="2356392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508"/>
            <a:ext cx="10363200" cy="1470025"/>
          </a:xfrm>
          <a:prstGeom prst="rect">
            <a:avLst/>
          </a:prstGeom>
        </p:spPr>
        <p:txBody>
          <a:bodyPr lIns="116975" tIns="58482" rIns="116975" bIns="58482"/>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lIns="116975" tIns="58482" rIns="116975" bIns="58482"/>
          <a:lstStyle>
            <a:lvl1pPr marL="0" indent="0" algn="ctr">
              <a:buNone/>
              <a:defRPr>
                <a:solidFill>
                  <a:schemeClr val="tx1">
                    <a:tint val="75000"/>
                  </a:schemeClr>
                </a:solidFill>
              </a:defRPr>
            </a:lvl1pPr>
            <a:lvl2pPr marL="701750" indent="0" algn="ctr">
              <a:buNone/>
              <a:defRPr>
                <a:solidFill>
                  <a:schemeClr val="tx1">
                    <a:tint val="75000"/>
                  </a:schemeClr>
                </a:solidFill>
              </a:defRPr>
            </a:lvl2pPr>
            <a:lvl3pPr marL="1403507" indent="0" algn="ctr">
              <a:buNone/>
              <a:defRPr>
                <a:solidFill>
                  <a:schemeClr val="tx1">
                    <a:tint val="75000"/>
                  </a:schemeClr>
                </a:solidFill>
              </a:defRPr>
            </a:lvl3pPr>
            <a:lvl4pPr marL="2105263" indent="0" algn="ctr">
              <a:buNone/>
              <a:defRPr>
                <a:solidFill>
                  <a:schemeClr val="tx1">
                    <a:tint val="75000"/>
                  </a:schemeClr>
                </a:solidFill>
              </a:defRPr>
            </a:lvl4pPr>
            <a:lvl5pPr marL="2807015" indent="0" algn="ctr">
              <a:buNone/>
              <a:defRPr>
                <a:solidFill>
                  <a:schemeClr val="tx1">
                    <a:tint val="75000"/>
                  </a:schemeClr>
                </a:solidFill>
              </a:defRPr>
            </a:lvl5pPr>
            <a:lvl6pPr marL="3508753" indent="0" algn="ctr">
              <a:buNone/>
              <a:defRPr>
                <a:solidFill>
                  <a:schemeClr val="tx1">
                    <a:tint val="75000"/>
                  </a:schemeClr>
                </a:solidFill>
              </a:defRPr>
            </a:lvl6pPr>
            <a:lvl7pPr marL="4210552" indent="0" algn="ctr">
              <a:buNone/>
              <a:defRPr>
                <a:solidFill>
                  <a:schemeClr val="tx1">
                    <a:tint val="75000"/>
                  </a:schemeClr>
                </a:solidFill>
              </a:defRPr>
            </a:lvl7pPr>
            <a:lvl8pPr marL="4912287" indent="0" algn="ctr">
              <a:buNone/>
              <a:defRPr>
                <a:solidFill>
                  <a:schemeClr val="tx1">
                    <a:tint val="75000"/>
                  </a:schemeClr>
                </a:solidFill>
              </a:defRPr>
            </a:lvl8pPr>
            <a:lvl9pPr marL="561403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230293" y="6356434"/>
            <a:ext cx="2844800" cy="365125"/>
          </a:xfrm>
          <a:prstGeom prst="rect">
            <a:avLst/>
          </a:prstGeom>
        </p:spPr>
        <p:txBody>
          <a:bodyPr lIns="116975" tIns="58482" rIns="116975" bIns="58482"/>
          <a:lstStyle/>
          <a:p>
            <a:pPr defTabSz="912361"/>
            <a:fld id="{505B9593-95F5-4191-8057-F1E447DD5737}" type="datetimeFigureOut">
              <a:rPr lang="en-NZ" smtClean="0">
                <a:solidFill>
                  <a:srgbClr val="1A472B"/>
                </a:solidFill>
              </a:rPr>
              <a:pPr defTabSz="912361"/>
              <a:t>16/07/2024</a:t>
            </a:fld>
            <a:endParaRPr lang="en-NZ">
              <a:solidFill>
                <a:srgbClr val="1A472B"/>
              </a:solidFill>
            </a:endParaRPr>
          </a:p>
        </p:txBody>
      </p:sp>
      <p:sp>
        <p:nvSpPr>
          <p:cNvPr id="5" name="Footer Placeholder 4"/>
          <p:cNvSpPr>
            <a:spLocks noGrp="1"/>
          </p:cNvSpPr>
          <p:nvPr>
            <p:ph type="ftr" sz="quarter" idx="11"/>
          </p:nvPr>
        </p:nvSpPr>
        <p:spPr>
          <a:xfrm>
            <a:off x="3075096" y="6356434"/>
            <a:ext cx="5879253" cy="365125"/>
          </a:xfrm>
          <a:prstGeom prst="rect">
            <a:avLst/>
          </a:prstGeom>
        </p:spPr>
        <p:txBody>
          <a:bodyPr lIns="116975" tIns="58482" rIns="116975" bIns="58482"/>
          <a:lstStyle/>
          <a:p>
            <a:pPr defTabSz="912361"/>
            <a:endParaRPr lang="en-NZ">
              <a:solidFill>
                <a:srgbClr val="1A472B"/>
              </a:solidFill>
            </a:endParaRPr>
          </a:p>
        </p:txBody>
      </p:sp>
      <p:sp>
        <p:nvSpPr>
          <p:cNvPr id="6" name="Slide Number Placeholder 5"/>
          <p:cNvSpPr>
            <a:spLocks noGrp="1"/>
          </p:cNvSpPr>
          <p:nvPr>
            <p:ph type="sldNum" sz="quarter" idx="12"/>
          </p:nvPr>
        </p:nvSpPr>
        <p:spPr>
          <a:xfrm>
            <a:off x="9089813" y="6342462"/>
            <a:ext cx="2844800" cy="365125"/>
          </a:xfrm>
          <a:prstGeom prst="rect">
            <a:avLst/>
          </a:prstGeom>
        </p:spPr>
        <p:txBody>
          <a:bodyPr lIns="116975" tIns="58482" rIns="116975" bIns="58482"/>
          <a:lstStyle/>
          <a:p>
            <a:pPr defTabSz="912361"/>
            <a:fld id="{5D762165-7DD1-43A8-AF3E-02B3DB1B40E1}" type="slidenum">
              <a:rPr lang="en-NZ" smtClean="0">
                <a:solidFill>
                  <a:srgbClr val="1A472B"/>
                </a:solidFill>
              </a:rPr>
              <a:pPr defTabSz="912361"/>
              <a:t>‹#›</a:t>
            </a:fld>
            <a:endParaRPr lang="en-NZ">
              <a:solidFill>
                <a:srgbClr val="1A472B"/>
              </a:solidFill>
            </a:endParaRPr>
          </a:p>
        </p:txBody>
      </p:sp>
    </p:spTree>
    <p:extLst>
      <p:ext uri="{BB962C8B-B14F-4D97-AF65-F5344CB8AC3E}">
        <p14:creationId xmlns:p14="http://schemas.microsoft.com/office/powerpoint/2010/main" val="4221170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lIns="116975" tIns="58482" rIns="116975" bIns="58482"/>
          <a:lstStyle/>
          <a:p>
            <a:r>
              <a:rPr lang="en-US"/>
              <a:t>Click to edit Master title style</a:t>
            </a:r>
            <a:endParaRPr lang="en-NZ"/>
          </a:p>
        </p:txBody>
      </p:sp>
      <p:sp>
        <p:nvSpPr>
          <p:cNvPr id="3" name="Content Placeholder 2"/>
          <p:cNvSpPr>
            <a:spLocks noGrp="1"/>
          </p:cNvSpPr>
          <p:nvPr>
            <p:ph idx="1"/>
          </p:nvPr>
        </p:nvSpPr>
        <p:spPr>
          <a:xfrm>
            <a:off x="609600" y="1600206"/>
            <a:ext cx="10972800" cy="4525963"/>
          </a:xfrm>
          <a:prstGeom prst="rect">
            <a:avLst/>
          </a:prstGeom>
        </p:spPr>
        <p:txBody>
          <a:bodyPr lIns="116975" tIns="58482" rIns="116975" bIns="5848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p:cNvSpPr>
            <a:spLocks noGrp="1"/>
          </p:cNvSpPr>
          <p:nvPr>
            <p:ph type="dt" sz="half" idx="10"/>
          </p:nvPr>
        </p:nvSpPr>
        <p:spPr>
          <a:xfrm>
            <a:off x="609600" y="6356433"/>
            <a:ext cx="2844800" cy="365125"/>
          </a:xfrm>
          <a:prstGeom prst="rect">
            <a:avLst/>
          </a:prstGeom>
        </p:spPr>
        <p:txBody>
          <a:bodyPr lIns="116975" tIns="58482" rIns="116975" bIns="58482"/>
          <a:lstStyle/>
          <a:p>
            <a:pPr defTabSz="912361"/>
            <a:fld id="{505B9593-95F5-4191-8057-F1E447DD5737}" type="datetimeFigureOut">
              <a:rPr lang="en-NZ" smtClean="0">
                <a:solidFill>
                  <a:srgbClr val="1A472B"/>
                </a:solidFill>
              </a:rPr>
              <a:pPr defTabSz="912361"/>
              <a:t>16/07/2024</a:t>
            </a:fld>
            <a:endParaRPr lang="en-NZ">
              <a:solidFill>
                <a:srgbClr val="1A472B"/>
              </a:solidFill>
            </a:endParaRPr>
          </a:p>
        </p:txBody>
      </p:sp>
      <p:sp>
        <p:nvSpPr>
          <p:cNvPr id="5" name="Footer Placeholder 4"/>
          <p:cNvSpPr>
            <a:spLocks noGrp="1"/>
          </p:cNvSpPr>
          <p:nvPr>
            <p:ph type="ftr" sz="quarter" idx="11"/>
          </p:nvPr>
        </p:nvSpPr>
        <p:spPr>
          <a:xfrm>
            <a:off x="4165600" y="6356433"/>
            <a:ext cx="3860800" cy="365125"/>
          </a:xfrm>
          <a:prstGeom prst="rect">
            <a:avLst/>
          </a:prstGeom>
        </p:spPr>
        <p:txBody>
          <a:bodyPr lIns="116975" tIns="58482" rIns="116975" bIns="58482"/>
          <a:lstStyle/>
          <a:p>
            <a:pPr defTabSz="912361"/>
            <a:endParaRPr lang="en-NZ">
              <a:solidFill>
                <a:srgbClr val="1A472B"/>
              </a:solidFill>
            </a:endParaRPr>
          </a:p>
        </p:txBody>
      </p:sp>
      <p:sp>
        <p:nvSpPr>
          <p:cNvPr id="6" name="Slide Number Placeholder 5"/>
          <p:cNvSpPr>
            <a:spLocks noGrp="1"/>
          </p:cNvSpPr>
          <p:nvPr>
            <p:ph type="sldNum" sz="quarter" idx="12"/>
          </p:nvPr>
        </p:nvSpPr>
        <p:spPr>
          <a:xfrm>
            <a:off x="8737600" y="6356433"/>
            <a:ext cx="2844800" cy="365125"/>
          </a:xfrm>
          <a:prstGeom prst="rect">
            <a:avLst/>
          </a:prstGeom>
        </p:spPr>
        <p:txBody>
          <a:bodyPr lIns="116975" tIns="58482" rIns="116975" bIns="58482"/>
          <a:lstStyle/>
          <a:p>
            <a:pPr defTabSz="912361"/>
            <a:fld id="{5D762165-7DD1-43A8-AF3E-02B3DB1B40E1}" type="slidenum">
              <a:rPr lang="en-NZ" smtClean="0">
                <a:solidFill>
                  <a:srgbClr val="1A472B"/>
                </a:solidFill>
              </a:rPr>
              <a:pPr defTabSz="912361"/>
              <a:t>‹#›</a:t>
            </a:fld>
            <a:endParaRPr lang="en-NZ">
              <a:solidFill>
                <a:srgbClr val="1A472B"/>
              </a:solidFill>
            </a:endParaRPr>
          </a:p>
        </p:txBody>
      </p:sp>
    </p:spTree>
    <p:extLst>
      <p:ext uri="{BB962C8B-B14F-4D97-AF65-F5344CB8AC3E}">
        <p14:creationId xmlns:p14="http://schemas.microsoft.com/office/powerpoint/2010/main" val="1385477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Main content w kowhaiwhai_Print option">
    <p:spTree>
      <p:nvGrpSpPr>
        <p:cNvPr id="1" name=""/>
        <p:cNvGrpSpPr/>
        <p:nvPr/>
      </p:nvGrpSpPr>
      <p:grpSpPr>
        <a:xfrm>
          <a:off x="0" y="0"/>
          <a:ext cx="0" cy="0"/>
          <a:chOff x="0" y="0"/>
          <a:chExt cx="0" cy="0"/>
        </a:xfrm>
      </p:grpSpPr>
      <p:pic>
        <p:nvPicPr>
          <p:cNvPr id="14" name="Picture 13" descr="Footer03_1024x74.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97211"/>
            <a:ext cx="12192000" cy="144860"/>
          </a:xfrm>
          <a:prstGeom prst="rect">
            <a:avLst/>
          </a:prstGeom>
        </p:spPr>
      </p:pic>
      <p:pic>
        <p:nvPicPr>
          <p:cNvPr id="5" name="Picture 4" descr="Logo177x78.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9561784" y="302885"/>
            <a:ext cx="2372829" cy="784241"/>
          </a:xfrm>
          <a:prstGeom prst="rect">
            <a:avLst/>
          </a:prstGeom>
        </p:spPr>
      </p:pic>
      <p:sp>
        <p:nvSpPr>
          <p:cNvPr id="8" name="Title Placeholder 1"/>
          <p:cNvSpPr>
            <a:spLocks noGrp="1"/>
          </p:cNvSpPr>
          <p:nvPr>
            <p:ph type="title" hasCustomPrompt="1"/>
          </p:nvPr>
        </p:nvSpPr>
        <p:spPr>
          <a:xfrm>
            <a:off x="230293" y="173038"/>
            <a:ext cx="8880000" cy="1143000"/>
          </a:xfrm>
          <a:prstGeom prst="rect">
            <a:avLst/>
          </a:prstGeom>
        </p:spPr>
        <p:txBody>
          <a:bodyPr vert="horz" lIns="116975" tIns="58482" rIns="116975" bIns="58482" rtlCol="0" anchor="ctr">
            <a:normAutofit/>
          </a:bodyPr>
          <a:lstStyle>
            <a:lvl1pPr>
              <a:defRPr>
                <a:solidFill>
                  <a:schemeClr val="tx1"/>
                </a:solidFill>
              </a:defRPr>
            </a:lvl1pPr>
          </a:lstStyle>
          <a:p>
            <a:r>
              <a:rPr lang="en-AU" dirty="0"/>
              <a:t>Click to add title - Calibri 36pt</a:t>
            </a:r>
            <a:endParaRPr lang="en-US" dirty="0"/>
          </a:p>
        </p:txBody>
      </p:sp>
      <p:sp>
        <p:nvSpPr>
          <p:cNvPr id="3" name="Text Placeholder 2"/>
          <p:cNvSpPr>
            <a:spLocks noGrp="1"/>
          </p:cNvSpPr>
          <p:nvPr>
            <p:ph type="body" sz="quarter" idx="13" hasCustomPrompt="1"/>
          </p:nvPr>
        </p:nvSpPr>
        <p:spPr>
          <a:xfrm>
            <a:off x="230742" y="1419246"/>
            <a:ext cx="11703049" cy="4702175"/>
          </a:xfrm>
          <a:prstGeom prst="rect">
            <a:avLst/>
          </a:prstGeom>
        </p:spPr>
        <p:txBody>
          <a:bodyPr vert="horz" lIns="116975" tIns="58482" rIns="116975" bIns="58482"/>
          <a:lstStyle>
            <a:lvl1pPr>
              <a:defRPr baseline="0">
                <a:solidFill>
                  <a:schemeClr val="tx1"/>
                </a:solidFill>
              </a:defRPr>
            </a:lvl1pPr>
            <a:lvl2pPr marL="0" indent="0">
              <a:tabLst/>
              <a:defRPr>
                <a:solidFill>
                  <a:schemeClr val="tx1"/>
                </a:solidFill>
              </a:defRPr>
            </a:lvl2pPr>
            <a:lvl3pPr>
              <a:defRPr>
                <a:solidFill>
                  <a:schemeClr val="tx1"/>
                </a:solidFill>
              </a:defRPr>
            </a:lvl3pPr>
            <a:lvl4pPr>
              <a:defRPr>
                <a:solidFill>
                  <a:schemeClr val="tx1"/>
                </a:solidFill>
              </a:defRPr>
            </a:lvl4pPr>
            <a:lvl5pPr marL="2090659" indent="-438580">
              <a:buFont typeface="Arial"/>
              <a:buChar char="•"/>
              <a:defRPr>
                <a:solidFill>
                  <a:schemeClr val="tx1"/>
                </a:solidFill>
              </a:defRPr>
            </a:lvl5pPr>
          </a:lstStyle>
          <a:p>
            <a:pPr lvl="0"/>
            <a:r>
              <a:rPr lang="en-AU" dirty="0"/>
              <a:t>Click to add text. Sub heading – Calibri Bold 24pt</a:t>
            </a:r>
          </a:p>
          <a:p>
            <a:pPr lvl="1"/>
            <a:r>
              <a:rPr lang="en-AU" dirty="0"/>
              <a:t>Second level – Calibri 24pt</a:t>
            </a:r>
          </a:p>
          <a:p>
            <a:pPr lvl="2"/>
            <a:r>
              <a:rPr lang="en-AU" dirty="0"/>
              <a:t>Third level – Calibri Bold 22pt</a:t>
            </a:r>
          </a:p>
          <a:p>
            <a:pPr lvl="3"/>
            <a:r>
              <a:rPr lang="en-AU" dirty="0"/>
              <a:t>Fourth level – Calibri 18pt</a:t>
            </a:r>
          </a:p>
          <a:p>
            <a:pPr lvl="4"/>
            <a:r>
              <a:rPr lang="en-AU" dirty="0"/>
              <a:t>Fifth level – Calibri 16pt</a:t>
            </a:r>
            <a:endParaRPr lang="en-US" dirty="0"/>
          </a:p>
          <a:p>
            <a:pPr lvl="0"/>
            <a:endParaRPr lang="en-US" dirty="0"/>
          </a:p>
        </p:txBody>
      </p:sp>
      <p:sp>
        <p:nvSpPr>
          <p:cNvPr id="9" name="Text Placeholder 8"/>
          <p:cNvSpPr>
            <a:spLocks noGrp="1"/>
          </p:cNvSpPr>
          <p:nvPr>
            <p:ph type="body" sz="quarter" idx="14" hasCustomPrompt="1"/>
          </p:nvPr>
        </p:nvSpPr>
        <p:spPr>
          <a:xfrm>
            <a:off x="230720" y="6342146"/>
            <a:ext cx="4995333" cy="365125"/>
          </a:xfrm>
          <a:prstGeom prst="rect">
            <a:avLst/>
          </a:prstGeom>
        </p:spPr>
        <p:txBody>
          <a:bodyPr vert="horz" lIns="116975" tIns="58482" rIns="116975" bIns="58482" anchor="ctr" anchorCtr="0"/>
          <a:lstStyle>
            <a:lvl1pPr marL="0" marR="0" indent="0" algn="l" defTabSz="701750" rtl="0" eaLnBrk="1" fontAlgn="auto" latinLnBrk="0" hangingPunct="1">
              <a:lnSpc>
                <a:spcPct val="100000"/>
              </a:lnSpc>
              <a:spcBef>
                <a:spcPct val="20000"/>
              </a:spcBef>
              <a:spcAft>
                <a:spcPts val="0"/>
              </a:spcAft>
              <a:buClrTx/>
              <a:buSzTx/>
              <a:buFont typeface="Courier New"/>
              <a:buNone/>
              <a:tabLst/>
              <a:defRPr sz="1800" b="0">
                <a:solidFill>
                  <a:schemeClr val="tx1"/>
                </a:solidFill>
              </a:defRPr>
            </a:lvl1pPr>
          </a:lstStyle>
          <a:p>
            <a:pPr marL="0" marR="0" lvl="0" indent="0" algn="l" defTabSz="701750" rtl="0" eaLnBrk="1" fontAlgn="auto" latinLnBrk="0" hangingPunct="1">
              <a:lnSpc>
                <a:spcPct val="100000"/>
              </a:lnSpc>
              <a:spcBef>
                <a:spcPct val="20000"/>
              </a:spcBef>
              <a:spcAft>
                <a:spcPts val="0"/>
              </a:spcAft>
              <a:buClrTx/>
              <a:buSzTx/>
              <a:buFont typeface="Courier New"/>
              <a:buNone/>
              <a:tabLst/>
              <a:defRPr/>
            </a:pPr>
            <a:r>
              <a:rPr lang="en-US" dirty="0">
                <a:solidFill>
                  <a:srgbClr val="1A472B"/>
                </a:solidFill>
              </a:rPr>
              <a:t>Click to add title in Calibri 12pt</a:t>
            </a:r>
            <a:endParaRPr lang="en-US" dirty="0">
              <a:solidFill>
                <a:schemeClr val="bg2"/>
              </a:solidFill>
            </a:endParaRPr>
          </a:p>
        </p:txBody>
      </p:sp>
      <p:sp>
        <p:nvSpPr>
          <p:cNvPr id="13" name="Text Placeholder 12"/>
          <p:cNvSpPr>
            <a:spLocks noGrp="1"/>
          </p:cNvSpPr>
          <p:nvPr>
            <p:ph type="body" sz="quarter" idx="15" hasCustomPrompt="1"/>
          </p:nvPr>
        </p:nvSpPr>
        <p:spPr>
          <a:xfrm>
            <a:off x="11430937" y="6342145"/>
            <a:ext cx="503767" cy="347663"/>
          </a:xfrm>
          <a:prstGeom prst="rect">
            <a:avLst/>
          </a:prstGeom>
        </p:spPr>
        <p:txBody>
          <a:bodyPr vert="horz" lIns="116975" tIns="58482" rIns="116975" bIns="58482" anchor="ctr" anchorCtr="0"/>
          <a:lstStyle>
            <a:lvl1pPr algn="r">
              <a:defRPr sz="1800">
                <a:solidFill>
                  <a:schemeClr val="tx1"/>
                </a:solidFill>
              </a:defRPr>
            </a:lvl1pPr>
          </a:lstStyle>
          <a:p>
            <a:pPr lvl="0"/>
            <a:fld id="{4D4F556E-231C-B544-9E8A-43AA8493A8CA}" type="slidenum">
              <a:rPr lang="en-US" smtClean="0"/>
              <a:t>‹#›</a:t>
            </a:fld>
            <a:endParaRPr lang="en-US" dirty="0"/>
          </a:p>
        </p:txBody>
      </p:sp>
    </p:spTree>
    <p:extLst>
      <p:ext uri="{BB962C8B-B14F-4D97-AF65-F5344CB8AC3E}">
        <p14:creationId xmlns:p14="http://schemas.microsoft.com/office/powerpoint/2010/main" val="344434166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Plain content">
    <p:spTree>
      <p:nvGrpSpPr>
        <p:cNvPr id="1" name=""/>
        <p:cNvGrpSpPr/>
        <p:nvPr/>
      </p:nvGrpSpPr>
      <p:grpSpPr>
        <a:xfrm>
          <a:off x="0" y="0"/>
          <a:ext cx="0" cy="0"/>
          <a:chOff x="0" y="0"/>
          <a:chExt cx="0" cy="0"/>
        </a:xfrm>
      </p:grpSpPr>
      <p:pic>
        <p:nvPicPr>
          <p:cNvPr id="7" name="Picture 6"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1"/>
            <a:ext cx="12192000" cy="660797"/>
          </a:xfrm>
          <a:prstGeom prst="rect">
            <a:avLst/>
          </a:prstGeom>
        </p:spPr>
      </p:pic>
      <p:sp>
        <p:nvSpPr>
          <p:cNvPr id="11" name="Slide Number Placeholder 3"/>
          <p:cNvSpPr>
            <a:spLocks noGrp="1"/>
          </p:cNvSpPr>
          <p:nvPr>
            <p:ph type="sldNum" sz="quarter" idx="12"/>
          </p:nvPr>
        </p:nvSpPr>
        <p:spPr>
          <a:xfrm>
            <a:off x="9123845" y="6342462"/>
            <a:ext cx="2844800" cy="365125"/>
          </a:xfrm>
          <a:prstGeom prst="rect">
            <a:avLst/>
          </a:prstGeom>
        </p:spPr>
        <p:txBody>
          <a:bodyPr lIns="116975" tIns="58482" rIns="116975" bIns="58482" anchor="ctr"/>
          <a:lstStyle>
            <a:lvl1pPr algn="r">
              <a:defRPr sz="1800">
                <a:solidFill>
                  <a:schemeClr val="tx1"/>
                </a:solidFill>
              </a:defRPr>
            </a:lvl1pPr>
          </a:lstStyle>
          <a:p>
            <a:pPr defTabSz="912361"/>
            <a:fld id="{5D762165-7DD1-43A8-AF3E-02B3DB1B40E1}" type="slidenum">
              <a:rPr lang="en-NZ" smtClean="0">
                <a:solidFill>
                  <a:srgbClr val="1A472B"/>
                </a:solidFill>
              </a:rPr>
              <a:pPr defTabSz="912361"/>
              <a:t>‹#›</a:t>
            </a:fld>
            <a:endParaRPr lang="en-NZ">
              <a:solidFill>
                <a:srgbClr val="1A472B"/>
              </a:solidFill>
            </a:endParaRPr>
          </a:p>
        </p:txBody>
      </p:sp>
      <p:sp>
        <p:nvSpPr>
          <p:cNvPr id="12" name="Footer Placeholder 4"/>
          <p:cNvSpPr>
            <a:spLocks noGrp="1"/>
          </p:cNvSpPr>
          <p:nvPr>
            <p:ph type="ftr" sz="quarter" idx="3"/>
          </p:nvPr>
        </p:nvSpPr>
        <p:spPr>
          <a:xfrm>
            <a:off x="230296" y="6356433"/>
            <a:ext cx="5879253" cy="365125"/>
          </a:xfrm>
          <a:prstGeom prst="rect">
            <a:avLst/>
          </a:prstGeom>
        </p:spPr>
        <p:txBody>
          <a:bodyPr vert="horz" lIns="116975" tIns="58482" rIns="116975" bIns="58482" rtlCol="0" anchor="ctr"/>
          <a:lstStyle>
            <a:lvl1pPr algn="l">
              <a:defRPr sz="1800">
                <a:solidFill>
                  <a:schemeClr val="tx1">
                    <a:tint val="75000"/>
                  </a:schemeClr>
                </a:solidFill>
              </a:defRPr>
            </a:lvl1pPr>
          </a:lstStyle>
          <a:p>
            <a:pPr defTabSz="912361"/>
            <a:endParaRPr lang="en-NZ">
              <a:solidFill>
                <a:srgbClr val="1A472B">
                  <a:tint val="75000"/>
                </a:srgbClr>
              </a:solidFill>
            </a:endParaRPr>
          </a:p>
        </p:txBody>
      </p:sp>
      <p:sp>
        <p:nvSpPr>
          <p:cNvPr id="8" name="Title Placeholder 1"/>
          <p:cNvSpPr>
            <a:spLocks noGrp="1"/>
          </p:cNvSpPr>
          <p:nvPr>
            <p:ph type="title" hasCustomPrompt="1"/>
          </p:nvPr>
        </p:nvSpPr>
        <p:spPr>
          <a:xfrm>
            <a:off x="230293" y="173038"/>
            <a:ext cx="8880000" cy="1143000"/>
          </a:xfrm>
          <a:prstGeom prst="rect">
            <a:avLst/>
          </a:prstGeom>
        </p:spPr>
        <p:txBody>
          <a:bodyPr vert="horz" lIns="116975" tIns="58482" rIns="116975" bIns="58482" rtlCol="0" anchor="ctr">
            <a:normAutofit/>
          </a:bodyPr>
          <a:lstStyle>
            <a:lvl1pPr>
              <a:defRPr>
                <a:solidFill>
                  <a:schemeClr val="tx1"/>
                </a:solidFill>
              </a:defRPr>
            </a:lvl1pPr>
          </a:lstStyle>
          <a:p>
            <a:r>
              <a:rPr lang="en-AU" dirty="0"/>
              <a:t>Click to add title - Calibri 36pt</a:t>
            </a:r>
            <a:endParaRPr lang="en-US" dirty="0"/>
          </a:p>
        </p:txBody>
      </p:sp>
      <p:pic>
        <p:nvPicPr>
          <p:cNvPr id="10" name="Picture 9"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749083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Logo with no footer for pictur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0293" y="173038"/>
            <a:ext cx="8880000" cy="1143000"/>
          </a:xfrm>
          <a:prstGeom prst="rect">
            <a:avLst/>
          </a:prstGeom>
        </p:spPr>
        <p:txBody>
          <a:bodyPr lIns="116975" tIns="58482" rIns="116975" bIns="58482" anchor="ctr"/>
          <a:lstStyle>
            <a:lvl1pPr>
              <a:defRPr/>
            </a:lvl1pPr>
          </a:lstStyle>
          <a:p>
            <a:r>
              <a:rPr lang="en-AU" dirty="0"/>
              <a:t>Click to add title - Calibri 36pt</a:t>
            </a:r>
            <a:endParaRPr lang="en-US" dirty="0"/>
          </a:p>
        </p:txBody>
      </p:sp>
      <p:pic>
        <p:nvPicPr>
          <p:cNvPr id="4" name="Picture 3" descr="Logo 1024x700.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408857457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Special - Values 4 or section title page">
    <p:spTree>
      <p:nvGrpSpPr>
        <p:cNvPr id="1" name=""/>
        <p:cNvGrpSpPr/>
        <p:nvPr/>
      </p:nvGrpSpPr>
      <p:grpSpPr>
        <a:xfrm>
          <a:off x="0" y="0"/>
          <a:ext cx="0" cy="0"/>
          <a:chOff x="0" y="0"/>
          <a:chExt cx="0" cy="0"/>
        </a:xfrm>
      </p:grpSpPr>
      <p:pic>
        <p:nvPicPr>
          <p:cNvPr id="6" name="Picture 5" descr="Vitality_0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5506" y="135227"/>
            <a:ext cx="11700121" cy="5883508"/>
          </a:xfrm>
          <a:prstGeom prst="rect">
            <a:avLst/>
          </a:prstGeom>
        </p:spPr>
      </p:pic>
      <p:pic>
        <p:nvPicPr>
          <p:cNvPr id="14" name="Picture 13" descr="End04_LogoGreen_992x736.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32927" y="5714405"/>
            <a:ext cx="11692695" cy="965089"/>
          </a:xfrm>
          <a:prstGeom prst="rect">
            <a:avLst/>
          </a:prstGeom>
        </p:spPr>
      </p:pic>
      <p:sp>
        <p:nvSpPr>
          <p:cNvPr id="15" name="Text Placeholder 3"/>
          <p:cNvSpPr>
            <a:spLocks noGrp="1"/>
          </p:cNvSpPr>
          <p:nvPr>
            <p:ph type="body" sz="quarter" idx="10" hasCustomPrompt="1"/>
          </p:nvPr>
        </p:nvSpPr>
        <p:spPr>
          <a:xfrm>
            <a:off x="584201" y="555532"/>
            <a:ext cx="4682067" cy="622300"/>
          </a:xfrm>
          <a:prstGeom prst="rect">
            <a:avLst/>
          </a:prstGeom>
        </p:spPr>
        <p:txBody>
          <a:bodyPr vert="horz" lIns="116975" tIns="58482" rIns="116975" bIns="58482"/>
          <a:lstStyle>
            <a:lvl1pPr>
              <a:defRPr sz="4600" b="0"/>
            </a:lvl1pPr>
          </a:lstStyle>
          <a:p>
            <a:pPr lvl="0"/>
            <a:r>
              <a:rPr lang="en-AU" dirty="0"/>
              <a:t>Vitality</a:t>
            </a:r>
            <a:endParaRPr lang="en-US" dirty="0"/>
          </a:p>
        </p:txBody>
      </p:sp>
      <p:sp>
        <p:nvSpPr>
          <p:cNvPr id="16" name="Text Placeholder 16"/>
          <p:cNvSpPr>
            <a:spLocks noGrp="1"/>
          </p:cNvSpPr>
          <p:nvPr>
            <p:ph type="body" sz="quarter" idx="11" hasCustomPrompt="1"/>
          </p:nvPr>
        </p:nvSpPr>
        <p:spPr>
          <a:xfrm>
            <a:off x="584214" y="1338731"/>
            <a:ext cx="7498601" cy="1727200"/>
          </a:xfrm>
          <a:prstGeom prst="rect">
            <a:avLst/>
          </a:prstGeom>
        </p:spPr>
        <p:txBody>
          <a:bodyPr vert="horz" lIns="116975" tIns="58482" rIns="116975" bIns="58482"/>
          <a:lstStyle>
            <a:lvl1pPr>
              <a:defRPr b="0" baseline="0">
                <a:solidFill>
                  <a:schemeClr val="bg1"/>
                </a:solidFill>
              </a:defRPr>
            </a:lvl1pPr>
          </a:lstStyle>
          <a:p>
            <a:r>
              <a:rPr lang="en-US" sz="3100" dirty="0">
                <a:solidFill>
                  <a:srgbClr val="FFFFFF"/>
                </a:solidFill>
              </a:rPr>
              <a:t>Fresh thinking and action to enable success through new solutions.</a:t>
            </a:r>
          </a:p>
        </p:txBody>
      </p:sp>
    </p:spTree>
    <p:extLst>
      <p:ext uri="{BB962C8B-B14F-4D97-AF65-F5344CB8AC3E}">
        <p14:creationId xmlns:p14="http://schemas.microsoft.com/office/powerpoint/2010/main" val="3910535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C13B98D-9B0A-40BE-A045-BB184C9FE2FE}" type="datetimeFigureOut">
              <a:rPr lang="en-GB">
                <a:solidFill>
                  <a:prstClr val="black">
                    <a:tint val="75000"/>
                  </a:prstClr>
                </a:solidFill>
              </a:rPr>
              <a:pPr>
                <a:defRPr/>
              </a:pPr>
              <a:t>16/07/2024</a:t>
            </a:fld>
            <a:endParaRPr lang="en-GB">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GB">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fld id="{94F2E7EF-70C1-4C6D-B623-20ADA9B60690}" type="slidenum">
              <a:rPr lang="en-GB" altLang="en-US"/>
              <a:pPr/>
              <a:t>‹#›</a:t>
            </a:fld>
            <a:endParaRPr lang="en-GB" altLang="en-US"/>
          </a:p>
        </p:txBody>
      </p:sp>
    </p:spTree>
    <p:extLst>
      <p:ext uri="{BB962C8B-B14F-4D97-AF65-F5344CB8AC3E}">
        <p14:creationId xmlns:p14="http://schemas.microsoft.com/office/powerpoint/2010/main" val="17428211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cxnSp>
        <p:nvCxnSpPr>
          <p:cNvPr id="2" name="Straight Connector 1"/>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Picture 7"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7"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448061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secHead" preserve="1">
  <p:cSld name="Title page">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89653" y="130941"/>
            <a:ext cx="11818768" cy="6576572"/>
          </a:xfrm>
          <a:prstGeom prst="rect">
            <a:avLst/>
          </a:prstGeom>
        </p:spPr>
      </p:pic>
      <p:sp>
        <p:nvSpPr>
          <p:cNvPr id="2" name="Title 1"/>
          <p:cNvSpPr>
            <a:spLocks noGrp="1"/>
          </p:cNvSpPr>
          <p:nvPr>
            <p:ph type="title"/>
          </p:nvPr>
        </p:nvSpPr>
        <p:spPr>
          <a:xfrm>
            <a:off x="963085" y="4406909"/>
            <a:ext cx="10363200" cy="1362076"/>
          </a:xfrm>
          <a:prstGeom prst="rect">
            <a:avLst/>
          </a:prstGeom>
        </p:spPr>
        <p:txBody>
          <a:bodyPr lIns="116993" tIns="58491" rIns="116993" bIns="58491" anchor="t"/>
          <a:lstStyle>
            <a:lvl1pPr algn="l">
              <a:defRPr sz="6200" b="1" cap="all"/>
            </a:lvl1pPr>
          </a:lstStyle>
          <a:p>
            <a:r>
              <a:rPr lang="en-US"/>
              <a:t>Click to edit Master title style</a:t>
            </a:r>
            <a:endParaRPr lang="en-US" dirty="0"/>
          </a:p>
        </p:txBody>
      </p:sp>
      <p:sp>
        <p:nvSpPr>
          <p:cNvPr id="3" name="Text Placeholder 2"/>
          <p:cNvSpPr>
            <a:spLocks noGrp="1"/>
          </p:cNvSpPr>
          <p:nvPr>
            <p:ph type="body" idx="1"/>
          </p:nvPr>
        </p:nvSpPr>
        <p:spPr>
          <a:xfrm>
            <a:off x="963085" y="2906713"/>
            <a:ext cx="10363200" cy="1500187"/>
          </a:xfrm>
          <a:prstGeom prst="rect">
            <a:avLst/>
          </a:prstGeom>
        </p:spPr>
        <p:txBody>
          <a:bodyPr lIns="116993" tIns="58491" rIns="116993" bIns="58491" anchor="b"/>
          <a:lstStyle>
            <a:lvl1pPr marL="0" indent="0">
              <a:buNone/>
              <a:defRPr sz="3100">
                <a:solidFill>
                  <a:schemeClr val="bg1"/>
                </a:solidFill>
              </a:defRPr>
            </a:lvl1pPr>
            <a:lvl2pPr marL="701863" indent="0">
              <a:buNone/>
              <a:defRPr sz="2800">
                <a:solidFill>
                  <a:schemeClr val="tx1">
                    <a:tint val="75000"/>
                  </a:schemeClr>
                </a:solidFill>
              </a:defRPr>
            </a:lvl2pPr>
            <a:lvl3pPr marL="1403731" indent="0">
              <a:buNone/>
              <a:defRPr sz="2600">
                <a:solidFill>
                  <a:schemeClr val="tx1">
                    <a:tint val="75000"/>
                  </a:schemeClr>
                </a:solidFill>
              </a:defRPr>
            </a:lvl3pPr>
            <a:lvl4pPr marL="2105600" indent="0">
              <a:buNone/>
              <a:defRPr sz="2200">
                <a:solidFill>
                  <a:schemeClr val="tx1">
                    <a:tint val="75000"/>
                  </a:schemeClr>
                </a:solidFill>
              </a:defRPr>
            </a:lvl4pPr>
            <a:lvl5pPr marL="2807465" indent="0">
              <a:buNone/>
              <a:defRPr sz="2200">
                <a:solidFill>
                  <a:schemeClr val="tx1">
                    <a:tint val="75000"/>
                  </a:schemeClr>
                </a:solidFill>
              </a:defRPr>
            </a:lvl5pPr>
            <a:lvl6pPr marL="3509316" indent="0">
              <a:buNone/>
              <a:defRPr sz="2200">
                <a:solidFill>
                  <a:schemeClr val="tx1">
                    <a:tint val="75000"/>
                  </a:schemeClr>
                </a:solidFill>
              </a:defRPr>
            </a:lvl6pPr>
            <a:lvl7pPr marL="4211225" indent="0">
              <a:buNone/>
              <a:defRPr sz="2200">
                <a:solidFill>
                  <a:schemeClr val="tx1">
                    <a:tint val="75000"/>
                  </a:schemeClr>
                </a:solidFill>
              </a:defRPr>
            </a:lvl7pPr>
            <a:lvl8pPr marL="4913073" indent="0">
              <a:buNone/>
              <a:defRPr sz="2200">
                <a:solidFill>
                  <a:schemeClr val="tx1">
                    <a:tint val="75000"/>
                  </a:schemeClr>
                </a:solidFill>
              </a:defRPr>
            </a:lvl8pPr>
            <a:lvl9pPr marL="5614932" indent="0">
              <a:buNone/>
              <a:defRPr sz="2200">
                <a:solidFill>
                  <a:schemeClr val="tx1">
                    <a:tint val="75000"/>
                  </a:schemeClr>
                </a:solidFill>
              </a:defRPr>
            </a:lvl9pPr>
          </a:lstStyle>
          <a:p>
            <a:pPr lvl="0"/>
            <a:r>
              <a:rPr lang="en-US"/>
              <a:t>Click to edit Master text styles</a:t>
            </a:r>
          </a:p>
        </p:txBody>
      </p:sp>
      <p:sp>
        <p:nvSpPr>
          <p:cNvPr id="9" name="Footer Placeholder 4"/>
          <p:cNvSpPr>
            <a:spLocks noGrp="1"/>
          </p:cNvSpPr>
          <p:nvPr>
            <p:ph type="ftr" sz="quarter" idx="3"/>
          </p:nvPr>
        </p:nvSpPr>
        <p:spPr>
          <a:xfrm>
            <a:off x="6055360" y="6342458"/>
            <a:ext cx="5879253" cy="365125"/>
          </a:xfrm>
          <a:prstGeom prst="rect">
            <a:avLst/>
          </a:prstGeom>
        </p:spPr>
        <p:txBody>
          <a:bodyPr vert="horz" lIns="116993" tIns="58491" rIns="116993" bIns="58491" rtlCol="0" anchor="ctr"/>
          <a:lstStyle>
            <a:lvl1pPr algn="r">
              <a:defRPr sz="1800">
                <a:solidFill>
                  <a:schemeClr val="tx2"/>
                </a:solidFill>
              </a:defRPr>
            </a:lvl1pPr>
          </a:lstStyle>
          <a:p>
            <a:pPr defTabSz="912507"/>
            <a:endParaRPr lang="en-NZ">
              <a:solidFill>
                <a:srgbClr val="666366"/>
              </a:solidFill>
            </a:endParaRPr>
          </a:p>
        </p:txBody>
      </p:sp>
    </p:spTree>
    <p:extLst>
      <p:ext uri="{BB962C8B-B14F-4D97-AF65-F5344CB8AC3E}">
        <p14:creationId xmlns:p14="http://schemas.microsoft.com/office/powerpoint/2010/main" val="4287139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pic>
        <p:nvPicPr>
          <p:cNvPr id="6" name="Picture 5"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58"/>
            <a:ext cx="2844800" cy="365125"/>
          </a:xfrm>
          <a:prstGeom prst="rect">
            <a:avLst/>
          </a:prstGeom>
        </p:spPr>
        <p:txBody>
          <a:bodyPr lIns="116993" tIns="58491" rIns="116993" bIns="58491" anchor="ctr"/>
          <a:lstStyle>
            <a:lvl1pPr algn="r">
              <a:defRPr sz="1800">
                <a:solidFill>
                  <a:schemeClr val="tx1"/>
                </a:solidFill>
              </a:defRPr>
            </a:lvl1pPr>
          </a:lstStyle>
          <a:p>
            <a:pPr defTabSz="912507"/>
            <a:fld id="{5D762165-7DD1-43A8-AF3E-02B3DB1B40E1}" type="slidenum">
              <a:rPr lang="en-NZ" smtClean="0">
                <a:solidFill>
                  <a:srgbClr val="1A472B"/>
                </a:solidFill>
              </a:rPr>
              <a:pPr defTabSz="912507"/>
              <a:t>‹#›</a:t>
            </a:fld>
            <a:endParaRPr lang="en-NZ">
              <a:solidFill>
                <a:srgbClr val="1A472B"/>
              </a:solidFill>
            </a:endParaRPr>
          </a:p>
        </p:txBody>
      </p:sp>
      <p:sp>
        <p:nvSpPr>
          <p:cNvPr id="12"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spTree>
    <p:extLst>
      <p:ext uri="{BB962C8B-B14F-4D97-AF65-F5344CB8AC3E}">
        <p14:creationId xmlns:p14="http://schemas.microsoft.com/office/powerpoint/2010/main" val="115199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Primary text only">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58"/>
            <a:ext cx="2844800" cy="365125"/>
          </a:xfrm>
          <a:prstGeom prst="rect">
            <a:avLst/>
          </a:prstGeom>
        </p:spPr>
        <p:txBody>
          <a:bodyPr lIns="116993" tIns="58491" rIns="116993" bIns="58491" anchor="ctr"/>
          <a:lstStyle>
            <a:lvl1pPr algn="r">
              <a:defRPr sz="1800">
                <a:solidFill>
                  <a:schemeClr val="bg1"/>
                </a:solidFill>
              </a:defRPr>
            </a:lvl1pPr>
          </a:lstStyle>
          <a:p>
            <a:pPr defTabSz="912507"/>
            <a:fld id="{5D762165-7DD1-43A8-AF3E-02B3DB1B40E1}" type="slidenum">
              <a:rPr lang="en-NZ" smtClean="0">
                <a:solidFill>
                  <a:prstClr val="white"/>
                </a:solidFill>
              </a:rPr>
              <a:pPr defTabSz="912507"/>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6993" tIns="58491" rIns="116993" bIns="58491"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sp>
        <p:nvSpPr>
          <p:cNvPr id="2" name="TextBox 1"/>
          <p:cNvSpPr txBox="1"/>
          <p:nvPr/>
        </p:nvSpPr>
        <p:spPr>
          <a:xfrm>
            <a:off x="209813" y="1398341"/>
            <a:ext cx="11704320" cy="4644516"/>
          </a:xfrm>
          <a:prstGeom prst="rect">
            <a:avLst/>
          </a:prstGeom>
          <a:noFill/>
        </p:spPr>
        <p:txBody>
          <a:bodyPr wrap="square" lIns="116993" tIns="58491" rIns="116993" bIns="58491" rtlCol="0">
            <a:normAutofit/>
          </a:bodyPr>
          <a:lstStyle/>
          <a:p>
            <a:pPr defTabSz="912507">
              <a:lnSpc>
                <a:spcPct val="130000"/>
              </a:lnSpc>
            </a:pPr>
            <a:r>
              <a:rPr lang="en-US" sz="3700" b="1" dirty="0">
                <a:solidFill>
                  <a:prstClr val="white"/>
                </a:solidFill>
              </a:rPr>
              <a:t>Click to add subhead 01 – Calibri Bold 24pt</a:t>
            </a:r>
          </a:p>
          <a:p>
            <a:pPr defTabSz="912507">
              <a:lnSpc>
                <a:spcPct val="130000"/>
              </a:lnSpc>
            </a:pPr>
            <a:r>
              <a:rPr lang="en-US" sz="3500" dirty="0">
                <a:solidFill>
                  <a:prstClr val="white"/>
                </a:solidFill>
              </a:rPr>
              <a:t>Click to add body text 01 – Calibri 22pt</a:t>
            </a:r>
          </a:p>
          <a:p>
            <a:pPr defTabSz="701863">
              <a:lnSpc>
                <a:spcPct val="130000"/>
              </a:lnSpc>
              <a:defRPr/>
            </a:pPr>
            <a:r>
              <a:rPr lang="en-US" sz="2800" dirty="0">
                <a:solidFill>
                  <a:prstClr val="white"/>
                </a:solidFill>
              </a:rPr>
              <a:t>Click to add body text 02 – Calibri 18pt</a:t>
            </a:r>
          </a:p>
          <a:p>
            <a:pPr defTabSz="912507">
              <a:lnSpc>
                <a:spcPct val="130000"/>
              </a:lnSpc>
            </a:pPr>
            <a:endParaRPr lang="en-US" sz="3500" dirty="0">
              <a:solidFill>
                <a:prstClr val="white"/>
              </a:solidFill>
            </a:endParaRPr>
          </a:p>
        </p:txBody>
      </p:sp>
      <p:pic>
        <p:nvPicPr>
          <p:cNvPr id="9" name="Picture 8"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973488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Primary bulleted text">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58"/>
            <a:ext cx="2844800" cy="365125"/>
          </a:xfrm>
          <a:prstGeom prst="rect">
            <a:avLst/>
          </a:prstGeom>
        </p:spPr>
        <p:txBody>
          <a:bodyPr lIns="116993" tIns="58491" rIns="116993" bIns="58491" anchor="ctr"/>
          <a:lstStyle>
            <a:lvl1pPr algn="r">
              <a:defRPr sz="1800">
                <a:solidFill>
                  <a:schemeClr val="bg1"/>
                </a:solidFill>
              </a:defRPr>
            </a:lvl1pPr>
          </a:lstStyle>
          <a:p>
            <a:pPr defTabSz="912507"/>
            <a:fld id="{5D762165-7DD1-43A8-AF3E-02B3DB1B40E1}" type="slidenum">
              <a:rPr lang="en-NZ" smtClean="0">
                <a:solidFill>
                  <a:prstClr val="white"/>
                </a:solidFill>
              </a:rPr>
              <a:pPr defTabSz="912507"/>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6993" tIns="58491" rIns="116993" bIns="58491"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6993" tIns="58491" rIns="116993" bIns="58491" rtlCol="0">
            <a:normAutofit/>
          </a:bodyPr>
          <a:lstStyle>
            <a:lvl1pPr marL="0" indent="0">
              <a:lnSpc>
                <a:spcPct val="120000"/>
              </a:lnSpc>
              <a:buFont typeface="Arial"/>
              <a:buNone/>
              <a:defRPr sz="3700" b="1">
                <a:solidFill>
                  <a:schemeClr val="bg1"/>
                </a:solidFill>
                <a:latin typeface="+mn-lt"/>
              </a:defRPr>
            </a:lvl1pPr>
            <a:lvl2pPr marL="828585" indent="-438650">
              <a:lnSpc>
                <a:spcPct val="120000"/>
              </a:lnSpc>
              <a:buFont typeface="Arial"/>
              <a:buChar char="•"/>
              <a:defRPr sz="3500">
                <a:solidFill>
                  <a:schemeClr val="bg1"/>
                </a:solidFill>
                <a:latin typeface="+mn-lt"/>
              </a:defRPr>
            </a:lvl2pPr>
            <a:lvl3pPr marL="1788781" indent="-526411">
              <a:lnSpc>
                <a:spcPct val="120000"/>
              </a:lnSpc>
              <a:buFont typeface="Arial"/>
              <a:buChar char="•"/>
              <a:defRPr sz="2800">
                <a:solidFill>
                  <a:schemeClr val="bg1"/>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42790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Secondary full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8" name="Picture 7" descr="Footer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58"/>
            <a:ext cx="2844800" cy="365125"/>
          </a:xfrm>
          <a:prstGeom prst="rect">
            <a:avLst/>
          </a:prstGeom>
        </p:spPr>
        <p:txBody>
          <a:bodyPr lIns="116993" tIns="58491" rIns="116993" bIns="58491" anchor="ctr"/>
          <a:lstStyle>
            <a:lvl1pPr algn="r">
              <a:defRPr sz="1800">
                <a:solidFill>
                  <a:schemeClr val="bg1"/>
                </a:solidFill>
              </a:defRPr>
            </a:lvl1pPr>
          </a:lstStyle>
          <a:p>
            <a:pPr defTabSz="912507"/>
            <a:fld id="{5D762165-7DD1-43A8-AF3E-02B3DB1B40E1}" type="slidenum">
              <a:rPr lang="en-NZ" smtClean="0">
                <a:solidFill>
                  <a:prstClr val="white"/>
                </a:solidFill>
              </a:rPr>
              <a:pPr defTabSz="912507"/>
              <a:t>‹#›</a:t>
            </a:fld>
            <a:endParaRPr lang="en-NZ">
              <a:solidFill>
                <a:prstClr val="white"/>
              </a:solidFill>
            </a:endParaRPr>
          </a:p>
        </p:txBody>
      </p:sp>
      <p:sp>
        <p:nvSpPr>
          <p:cNvPr id="6" name="Title Placeholder 1"/>
          <p:cNvSpPr>
            <a:spLocks noGrp="1"/>
          </p:cNvSpPr>
          <p:nvPr>
            <p:ph type="title"/>
          </p:nvPr>
        </p:nvSpPr>
        <p:spPr>
          <a:xfrm>
            <a:off x="230293" y="173039"/>
            <a:ext cx="8880000" cy="1143000"/>
          </a:xfrm>
          <a:prstGeom prst="rect">
            <a:avLst/>
          </a:prstGeom>
        </p:spPr>
        <p:txBody>
          <a:bodyPr vert="horz" lIns="116993" tIns="58491" rIns="116993" bIns="58491" rtlCol="0" anchor="ctr">
            <a:normAutofit/>
          </a:bodyPr>
          <a:lstStyle/>
          <a:p>
            <a:r>
              <a:rPr lang="en-US"/>
              <a:t>Click to edit Master title style</a:t>
            </a:r>
            <a:endParaRPr lang="en-US" dirty="0"/>
          </a:p>
        </p:txBody>
      </p:sp>
      <p:sp>
        <p:nvSpPr>
          <p:cNvPr id="7"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6993" tIns="58491" rIns="116993" bIns="58491" rtlCol="0">
            <a:normAutofit/>
          </a:bodyPr>
          <a:lstStyle>
            <a:lvl1pPr marL="0" indent="0">
              <a:lnSpc>
                <a:spcPct val="120000"/>
              </a:lnSpc>
              <a:buFont typeface="Arial"/>
              <a:buNone/>
              <a:defRPr sz="3700" b="1">
                <a:solidFill>
                  <a:schemeClr val="tx2"/>
                </a:solidFill>
                <a:latin typeface="+mn-lt"/>
              </a:defRPr>
            </a:lvl1pPr>
            <a:lvl2pPr marL="828585" indent="-438650">
              <a:lnSpc>
                <a:spcPct val="120000"/>
              </a:lnSpc>
              <a:buFont typeface="Arial"/>
              <a:buChar char="•"/>
              <a:defRPr sz="3500">
                <a:solidFill>
                  <a:schemeClr val="tx2"/>
                </a:solidFill>
                <a:latin typeface="+mn-lt"/>
              </a:defRPr>
            </a:lvl2pPr>
            <a:lvl3pPr marL="1788781" indent="-526411">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669677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Secondary half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6993" tIns="58491" rIns="116993" bIns="58491"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6993" tIns="58491" rIns="116993" bIns="58491" rtlCol="0">
            <a:normAutofit/>
          </a:bodyPr>
          <a:lstStyle>
            <a:lvl1pPr marL="0" indent="0">
              <a:lnSpc>
                <a:spcPct val="120000"/>
              </a:lnSpc>
              <a:buFont typeface="Arial"/>
              <a:buNone/>
              <a:defRPr sz="3700" b="1">
                <a:solidFill>
                  <a:schemeClr val="tx2"/>
                </a:solidFill>
                <a:latin typeface="+mn-lt"/>
              </a:defRPr>
            </a:lvl1pPr>
            <a:lvl2pPr marL="828585" indent="-438650">
              <a:lnSpc>
                <a:spcPct val="120000"/>
              </a:lnSpc>
              <a:buFont typeface="Arial"/>
              <a:buChar char="•"/>
              <a:defRPr sz="3500">
                <a:solidFill>
                  <a:schemeClr val="tx2"/>
                </a:solidFill>
                <a:latin typeface="+mn-lt"/>
              </a:defRPr>
            </a:lvl2pPr>
            <a:lvl3pPr marL="1788781" indent="-526411">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sp>
        <p:nvSpPr>
          <p:cNvPr id="11" name="Slide Number Placeholder 3"/>
          <p:cNvSpPr>
            <a:spLocks noGrp="1"/>
          </p:cNvSpPr>
          <p:nvPr>
            <p:ph type="sldNum" sz="quarter" idx="12"/>
          </p:nvPr>
        </p:nvSpPr>
        <p:spPr>
          <a:xfrm>
            <a:off x="9123845" y="6342458"/>
            <a:ext cx="2844800" cy="365125"/>
          </a:xfrm>
          <a:prstGeom prst="rect">
            <a:avLst/>
          </a:prstGeom>
        </p:spPr>
        <p:txBody>
          <a:bodyPr lIns="116993" tIns="58491" rIns="116993" bIns="58491" anchor="ctr"/>
          <a:lstStyle>
            <a:lvl1pPr algn="r">
              <a:defRPr sz="1800">
                <a:solidFill>
                  <a:schemeClr val="tx1"/>
                </a:solidFill>
              </a:defRPr>
            </a:lvl1pPr>
          </a:lstStyle>
          <a:p>
            <a:pPr defTabSz="912507"/>
            <a:fld id="{5D762165-7DD1-43A8-AF3E-02B3DB1B40E1}" type="slidenum">
              <a:rPr lang="en-NZ" smtClean="0">
                <a:solidFill>
                  <a:srgbClr val="1A472B"/>
                </a:solidFill>
              </a:rPr>
              <a:pPr defTabSz="912507"/>
              <a:t>‹#›</a:t>
            </a:fld>
            <a:endParaRPr lang="en-NZ">
              <a:solidFill>
                <a:srgbClr val="1A472B"/>
              </a:solidFill>
            </a:endParaRPr>
          </a:p>
        </p:txBody>
      </p:sp>
      <p:sp>
        <p:nvSpPr>
          <p:cNvPr id="12"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754580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58"/>
            <a:ext cx="2844800" cy="365125"/>
          </a:xfrm>
          <a:prstGeom prst="rect">
            <a:avLst/>
          </a:prstGeom>
        </p:spPr>
        <p:txBody>
          <a:bodyPr lIns="116993" tIns="58491" rIns="116993" bIns="58491" anchor="ctr"/>
          <a:lstStyle>
            <a:lvl1pPr algn="r">
              <a:defRPr sz="1800">
                <a:solidFill>
                  <a:schemeClr val="tx1"/>
                </a:solidFill>
              </a:defRPr>
            </a:lvl1pPr>
          </a:lstStyle>
          <a:p>
            <a:pPr defTabSz="912507"/>
            <a:fld id="{5D762165-7DD1-43A8-AF3E-02B3DB1B40E1}" type="slidenum">
              <a:rPr lang="en-NZ" smtClean="0">
                <a:solidFill>
                  <a:srgbClr val="1A472B"/>
                </a:solidFill>
              </a:rPr>
              <a:pPr defTabSz="912507"/>
              <a:t>‹#›</a:t>
            </a:fld>
            <a:endParaRPr lang="en-NZ">
              <a:solidFill>
                <a:srgbClr val="1A472B"/>
              </a:solidFill>
            </a:endParaRPr>
          </a:p>
        </p:txBody>
      </p:sp>
      <p:sp>
        <p:nvSpPr>
          <p:cNvPr id="12"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spTree>
    <p:extLst>
      <p:ext uri="{BB962C8B-B14F-4D97-AF65-F5344CB8AC3E}">
        <p14:creationId xmlns:p14="http://schemas.microsoft.com/office/powerpoint/2010/main" val="3761065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ertiary values 1">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58"/>
            <a:ext cx="2844800" cy="365125"/>
          </a:xfrm>
          <a:prstGeom prst="rect">
            <a:avLst/>
          </a:prstGeom>
        </p:spPr>
        <p:txBody>
          <a:bodyPr lIns="116993" tIns="58491" rIns="116993" bIns="58491" anchor="ctr"/>
          <a:lstStyle>
            <a:lvl1pPr algn="r">
              <a:defRPr sz="1800">
                <a:solidFill>
                  <a:schemeClr val="tx1"/>
                </a:solidFill>
              </a:defRPr>
            </a:lvl1pPr>
          </a:lstStyle>
          <a:p>
            <a:pPr defTabSz="912507"/>
            <a:fld id="{5D762165-7DD1-43A8-AF3E-02B3DB1B40E1}" type="slidenum">
              <a:rPr lang="en-NZ" smtClean="0">
                <a:solidFill>
                  <a:srgbClr val="1A472B"/>
                </a:solidFill>
              </a:rPr>
              <a:pPr defTabSz="912507"/>
              <a:t>‹#›</a:t>
            </a:fld>
            <a:endParaRPr lang="en-NZ">
              <a:solidFill>
                <a:srgbClr val="1A472B"/>
              </a:solidFill>
            </a:endParaRPr>
          </a:p>
        </p:txBody>
      </p:sp>
      <p:sp>
        <p:nvSpPr>
          <p:cNvPr id="12"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spTree>
    <p:extLst>
      <p:ext uri="{BB962C8B-B14F-4D97-AF65-F5344CB8AC3E}">
        <p14:creationId xmlns:p14="http://schemas.microsoft.com/office/powerpoint/2010/main" val="549884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ertiary values 2">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58"/>
            <a:ext cx="2844800" cy="365125"/>
          </a:xfrm>
          <a:prstGeom prst="rect">
            <a:avLst/>
          </a:prstGeom>
        </p:spPr>
        <p:txBody>
          <a:bodyPr lIns="116993" tIns="58491" rIns="116993" bIns="58491" anchor="ctr"/>
          <a:lstStyle>
            <a:lvl1pPr algn="r">
              <a:defRPr sz="1800">
                <a:solidFill>
                  <a:schemeClr val="tx1"/>
                </a:solidFill>
              </a:defRPr>
            </a:lvl1pPr>
          </a:lstStyle>
          <a:p>
            <a:pPr defTabSz="912507"/>
            <a:fld id="{5D762165-7DD1-43A8-AF3E-02B3DB1B40E1}" type="slidenum">
              <a:rPr lang="en-NZ" smtClean="0">
                <a:solidFill>
                  <a:srgbClr val="1A472B"/>
                </a:solidFill>
              </a:rPr>
              <a:pPr defTabSz="912507"/>
              <a:t>‹#›</a:t>
            </a:fld>
            <a:endParaRPr lang="en-NZ">
              <a:solidFill>
                <a:srgbClr val="1A472B"/>
              </a:solidFill>
            </a:endParaRPr>
          </a:p>
        </p:txBody>
      </p:sp>
      <p:sp>
        <p:nvSpPr>
          <p:cNvPr id="12"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spTree>
    <p:extLst>
      <p:ext uri="{BB962C8B-B14F-4D97-AF65-F5344CB8AC3E}">
        <p14:creationId xmlns:p14="http://schemas.microsoft.com/office/powerpoint/2010/main" val="3229730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ertiary values 3">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58"/>
            <a:ext cx="2844800" cy="365125"/>
          </a:xfrm>
          <a:prstGeom prst="rect">
            <a:avLst/>
          </a:prstGeom>
        </p:spPr>
        <p:txBody>
          <a:bodyPr lIns="116993" tIns="58491" rIns="116993" bIns="58491" anchor="ctr"/>
          <a:lstStyle>
            <a:lvl1pPr algn="r">
              <a:defRPr sz="1800">
                <a:solidFill>
                  <a:schemeClr val="tx1"/>
                </a:solidFill>
              </a:defRPr>
            </a:lvl1pPr>
          </a:lstStyle>
          <a:p>
            <a:pPr defTabSz="912507"/>
            <a:fld id="{5D762165-7DD1-43A8-AF3E-02B3DB1B40E1}" type="slidenum">
              <a:rPr lang="en-NZ" smtClean="0">
                <a:solidFill>
                  <a:srgbClr val="1A472B"/>
                </a:solidFill>
              </a:rPr>
              <a:pPr defTabSz="912507"/>
              <a:t>‹#›</a:t>
            </a:fld>
            <a:endParaRPr lang="en-NZ">
              <a:solidFill>
                <a:srgbClr val="1A472B"/>
              </a:solidFill>
            </a:endParaRPr>
          </a:p>
        </p:txBody>
      </p:sp>
      <p:sp>
        <p:nvSpPr>
          <p:cNvPr id="12"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spTree>
    <p:extLst>
      <p:ext uri="{BB962C8B-B14F-4D97-AF65-F5344CB8AC3E}">
        <p14:creationId xmlns:p14="http://schemas.microsoft.com/office/powerpoint/2010/main" val="2653808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ertiary values 4">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58"/>
            <a:ext cx="2844800" cy="365125"/>
          </a:xfrm>
          <a:prstGeom prst="rect">
            <a:avLst/>
          </a:prstGeom>
        </p:spPr>
        <p:txBody>
          <a:bodyPr lIns="116993" tIns="58491" rIns="116993" bIns="58491" anchor="ctr"/>
          <a:lstStyle>
            <a:lvl1pPr algn="r">
              <a:defRPr sz="1800">
                <a:solidFill>
                  <a:schemeClr val="tx1"/>
                </a:solidFill>
              </a:defRPr>
            </a:lvl1pPr>
          </a:lstStyle>
          <a:p>
            <a:pPr defTabSz="912507"/>
            <a:fld id="{5D762165-7DD1-43A8-AF3E-02B3DB1B40E1}" type="slidenum">
              <a:rPr lang="en-NZ" smtClean="0">
                <a:solidFill>
                  <a:srgbClr val="1A472B"/>
                </a:solidFill>
              </a:rPr>
              <a:pPr defTabSz="912507"/>
              <a:t>‹#›</a:t>
            </a:fld>
            <a:endParaRPr lang="en-NZ">
              <a:solidFill>
                <a:srgbClr val="1A472B"/>
              </a:solidFill>
            </a:endParaRPr>
          </a:p>
        </p:txBody>
      </p:sp>
      <p:sp>
        <p:nvSpPr>
          <p:cNvPr id="12"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spTree>
    <p:extLst>
      <p:ext uri="{BB962C8B-B14F-4D97-AF65-F5344CB8AC3E}">
        <p14:creationId xmlns:p14="http://schemas.microsoft.com/office/powerpoint/2010/main" val="3989371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ertiary values 5">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58"/>
            <a:ext cx="2844800" cy="365125"/>
          </a:xfrm>
          <a:prstGeom prst="rect">
            <a:avLst/>
          </a:prstGeom>
        </p:spPr>
        <p:txBody>
          <a:bodyPr lIns="116993" tIns="58491" rIns="116993" bIns="58491" anchor="ctr"/>
          <a:lstStyle>
            <a:lvl1pPr algn="r">
              <a:defRPr sz="1800">
                <a:solidFill>
                  <a:schemeClr val="tx1"/>
                </a:solidFill>
              </a:defRPr>
            </a:lvl1pPr>
          </a:lstStyle>
          <a:p>
            <a:pPr defTabSz="912507"/>
            <a:fld id="{5D762165-7DD1-43A8-AF3E-02B3DB1B40E1}" type="slidenum">
              <a:rPr lang="en-NZ" smtClean="0">
                <a:solidFill>
                  <a:srgbClr val="1A472B"/>
                </a:solidFill>
              </a:rPr>
              <a:pPr defTabSz="912507"/>
              <a:t>‹#›</a:t>
            </a:fld>
            <a:endParaRPr lang="en-NZ">
              <a:solidFill>
                <a:srgbClr val="1A472B"/>
              </a:solidFill>
            </a:endParaRPr>
          </a:p>
        </p:txBody>
      </p:sp>
      <p:sp>
        <p:nvSpPr>
          <p:cNvPr id="12"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spTree>
    <p:extLst>
      <p:ext uri="{BB962C8B-B14F-4D97-AF65-F5344CB8AC3E}">
        <p14:creationId xmlns:p14="http://schemas.microsoft.com/office/powerpoint/2010/main" val="2793405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ertiary with photos">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6993" tIns="58491" rIns="116993" bIns="58491"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6" y="1388265"/>
            <a:ext cx="5879253" cy="4654594"/>
          </a:xfrm>
          <a:prstGeom prst="rect">
            <a:avLst/>
          </a:prstGeom>
        </p:spPr>
        <p:txBody>
          <a:bodyPr vert="horz" lIns="116993" tIns="58491" rIns="116993" bIns="58491" rtlCol="0">
            <a:normAutofit/>
          </a:bodyPr>
          <a:lstStyle>
            <a:lvl1pPr marL="0" marR="0" indent="0" algn="l" defTabSz="701863" rtl="0" eaLnBrk="1" fontAlgn="auto" latinLnBrk="0" hangingPunct="1">
              <a:lnSpc>
                <a:spcPct val="130000"/>
              </a:lnSpc>
              <a:spcBef>
                <a:spcPct val="0"/>
              </a:spcBef>
              <a:spcAft>
                <a:spcPts val="0"/>
              </a:spcAft>
              <a:buClrTx/>
              <a:buSzTx/>
              <a:buFont typeface="Arial"/>
              <a:buNone/>
              <a:tabLst/>
              <a:defRPr lang="en-AU" sz="3700" smtClean="0">
                <a:effectLst/>
              </a:defRPr>
            </a:lvl1pPr>
            <a:lvl2pPr marL="0" indent="0">
              <a:lnSpc>
                <a:spcPct val="120000"/>
              </a:lnSpc>
              <a:buFont typeface="Arial"/>
              <a:buNone/>
              <a:tabLst/>
              <a:defRPr sz="3500">
                <a:solidFill>
                  <a:schemeClr val="tx2"/>
                </a:solidFill>
                <a:latin typeface="+mn-lt"/>
              </a:defRPr>
            </a:lvl2pPr>
            <a:lvl3pPr marL="438650" indent="-438650">
              <a:lnSpc>
                <a:spcPct val="130000"/>
              </a:lnSpc>
              <a:buFont typeface="Arial"/>
              <a:buChar char="•"/>
              <a:tabLst/>
              <a:defRPr sz="3500" baseline="0">
                <a:solidFill>
                  <a:schemeClr val="tx2"/>
                </a:solidFill>
                <a:latin typeface="+mn-lt"/>
              </a:defRPr>
            </a:lvl3pPr>
            <a:lvl4pPr marL="0" indent="0">
              <a:buFont typeface="Arial"/>
              <a:buNone/>
              <a:defRPr sz="3700">
                <a:solidFill>
                  <a:schemeClr val="bg1"/>
                </a:solidFill>
              </a:defRPr>
            </a:lvl4pPr>
          </a:lstStyle>
          <a:p>
            <a:pPr lvl="0"/>
            <a:r>
              <a:rPr lang="en-AU" dirty="0"/>
              <a:t>Inserting a new slide</a:t>
            </a:r>
          </a:p>
          <a:p>
            <a:pPr lvl="2"/>
            <a:r>
              <a:rPr lang="en-AU" dirty="0"/>
              <a:t>Click the New Slide dropdown on the Home tab</a:t>
            </a:r>
          </a:p>
          <a:p>
            <a:pPr lvl="2"/>
            <a:r>
              <a:rPr lang="en-AU" dirty="0"/>
              <a:t>Select the desired layout</a:t>
            </a:r>
          </a:p>
          <a:p>
            <a:pPr marL="0" marR="0" lvl="0" indent="0" algn="l" defTabSz="701863" rtl="0" eaLnBrk="1" fontAlgn="auto" latinLnBrk="0" hangingPunct="1">
              <a:lnSpc>
                <a:spcPct val="130000"/>
              </a:lnSpc>
              <a:spcBef>
                <a:spcPct val="0"/>
              </a:spcBef>
              <a:spcAft>
                <a:spcPts val="0"/>
              </a:spcAft>
              <a:buClrTx/>
              <a:buSzTx/>
              <a:buFont typeface="Arial"/>
              <a:buNone/>
              <a:tabLst/>
              <a:defRPr/>
            </a:pPr>
            <a:endParaRPr lang="en-AU" sz="1200" dirty="0">
              <a:effectLst/>
              <a:latin typeface="+mn-lt"/>
              <a:ea typeface="ＭＳ 明朝"/>
              <a:cs typeface="Times New Roman"/>
            </a:endParaRPr>
          </a:p>
          <a:p>
            <a:pPr lvl="0"/>
            <a:endParaRPr lang="en-AU" dirty="0"/>
          </a:p>
        </p:txBody>
      </p:sp>
      <p:sp>
        <p:nvSpPr>
          <p:cNvPr id="11" name="Slide Number Placeholder 3"/>
          <p:cNvSpPr>
            <a:spLocks noGrp="1"/>
          </p:cNvSpPr>
          <p:nvPr>
            <p:ph type="sldNum" sz="quarter" idx="12"/>
          </p:nvPr>
        </p:nvSpPr>
        <p:spPr>
          <a:xfrm>
            <a:off x="9123845" y="6342458"/>
            <a:ext cx="2844800" cy="365125"/>
          </a:xfrm>
          <a:prstGeom prst="rect">
            <a:avLst/>
          </a:prstGeom>
        </p:spPr>
        <p:txBody>
          <a:bodyPr lIns="116993" tIns="58491" rIns="116993" bIns="58491" anchor="ctr"/>
          <a:lstStyle>
            <a:lvl1pPr algn="r">
              <a:defRPr sz="1800">
                <a:solidFill>
                  <a:schemeClr val="tx1"/>
                </a:solidFill>
              </a:defRPr>
            </a:lvl1pPr>
          </a:lstStyle>
          <a:p>
            <a:pPr defTabSz="912507"/>
            <a:fld id="{5D762165-7DD1-43A8-AF3E-02B3DB1B40E1}" type="slidenum">
              <a:rPr lang="en-NZ" smtClean="0">
                <a:solidFill>
                  <a:srgbClr val="1A472B"/>
                </a:solidFill>
              </a:rPr>
              <a:pPr defTabSz="912507"/>
              <a:t>‹#›</a:t>
            </a:fld>
            <a:endParaRPr lang="en-NZ">
              <a:solidFill>
                <a:srgbClr val="1A472B"/>
              </a:solidFill>
            </a:endParaRPr>
          </a:p>
        </p:txBody>
      </p:sp>
      <p:sp>
        <p:nvSpPr>
          <p:cNvPr id="12"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sp>
        <p:nvSpPr>
          <p:cNvPr id="4" name="Picture Placeholder 3"/>
          <p:cNvSpPr>
            <a:spLocks noGrp="1"/>
          </p:cNvSpPr>
          <p:nvPr>
            <p:ph type="pic" sz="quarter" idx="13"/>
          </p:nvPr>
        </p:nvSpPr>
        <p:spPr>
          <a:xfrm>
            <a:off x="6394192" y="1585596"/>
            <a:ext cx="2683104" cy="1990726"/>
          </a:xfrm>
          <a:prstGeom prst="rect">
            <a:avLst/>
          </a:prstGeom>
        </p:spPr>
        <p:txBody>
          <a:bodyPr vert="horz" lIns="116993" tIns="58491" rIns="116993" bIns="58491"/>
          <a:lstStyle/>
          <a:p>
            <a:r>
              <a:rPr lang="en-US"/>
              <a:t>Click icon to add picture</a:t>
            </a:r>
          </a:p>
        </p:txBody>
      </p:sp>
      <p:sp>
        <p:nvSpPr>
          <p:cNvPr id="13" name="Picture Placeholder 3"/>
          <p:cNvSpPr>
            <a:spLocks noGrp="1"/>
          </p:cNvSpPr>
          <p:nvPr>
            <p:ph type="pic" sz="quarter" idx="14"/>
          </p:nvPr>
        </p:nvSpPr>
        <p:spPr>
          <a:xfrm>
            <a:off x="9320320" y="1585596"/>
            <a:ext cx="2648325" cy="1990726"/>
          </a:xfrm>
          <a:prstGeom prst="rect">
            <a:avLst/>
          </a:prstGeom>
        </p:spPr>
        <p:txBody>
          <a:bodyPr vert="horz" lIns="116993" tIns="58491" rIns="116993" bIns="58491"/>
          <a:lstStyle/>
          <a:p>
            <a:r>
              <a:rPr lang="en-US"/>
              <a:t>Click icon to add picture</a:t>
            </a:r>
          </a:p>
        </p:txBody>
      </p:sp>
      <p:pic>
        <p:nvPicPr>
          <p:cNvPr id="15" name="Picture 14"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120299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type="twoTxTwoObj" preserve="1">
  <p:cSld name="Tertiary 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0293" y="173039"/>
            <a:ext cx="8880000" cy="1143000"/>
          </a:xfrm>
          <a:prstGeom prst="rect">
            <a:avLst/>
          </a:prstGeom>
        </p:spPr>
        <p:txBody>
          <a:bodyPr lIns="116993" tIns="58491" rIns="116993" bIns="58491" anchor="ctr"/>
          <a:lstStyle>
            <a:lvl1pPr>
              <a:defRPr/>
            </a:lvl1pPr>
          </a:lstStyle>
          <a:p>
            <a:r>
              <a:rPr lang="en-US"/>
              <a:t>Click to edit Master title style</a:t>
            </a:r>
            <a:endParaRPr lang="en-US" dirty="0"/>
          </a:p>
        </p:txBody>
      </p:sp>
      <p:pic>
        <p:nvPicPr>
          <p:cNvPr id="10" name="Picture 9"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sp>
        <p:nvSpPr>
          <p:cNvPr id="3" name="Text Placeholder 2"/>
          <p:cNvSpPr>
            <a:spLocks noGrp="1"/>
          </p:cNvSpPr>
          <p:nvPr>
            <p:ph type="body" idx="1"/>
          </p:nvPr>
        </p:nvSpPr>
        <p:spPr>
          <a:xfrm>
            <a:off x="379309" y="1535117"/>
            <a:ext cx="5617211" cy="639763"/>
          </a:xfrm>
          <a:prstGeom prst="rect">
            <a:avLst/>
          </a:prstGeom>
        </p:spPr>
        <p:txBody>
          <a:bodyPr lIns="116993" tIns="58491" rIns="116993" bIns="58491" anchor="b"/>
          <a:lstStyle>
            <a:lvl1pPr marL="0" indent="0">
              <a:buNone/>
              <a:defRPr sz="3700" b="1">
                <a:solidFill>
                  <a:schemeClr val="accent1"/>
                </a:solidFill>
              </a:defRPr>
            </a:lvl1pPr>
            <a:lvl2pPr marL="701863" indent="0">
              <a:buNone/>
              <a:defRPr sz="3100" b="1"/>
            </a:lvl2pPr>
            <a:lvl3pPr marL="1403731" indent="0">
              <a:buNone/>
              <a:defRPr sz="2800" b="1"/>
            </a:lvl3pPr>
            <a:lvl4pPr marL="2105600" indent="0">
              <a:buNone/>
              <a:defRPr sz="2600" b="1"/>
            </a:lvl4pPr>
            <a:lvl5pPr marL="2807465" indent="0">
              <a:buNone/>
              <a:defRPr sz="2600" b="1"/>
            </a:lvl5pPr>
            <a:lvl6pPr marL="3509316" indent="0">
              <a:buNone/>
              <a:defRPr sz="2600" b="1"/>
            </a:lvl6pPr>
            <a:lvl7pPr marL="4211225" indent="0">
              <a:buNone/>
              <a:defRPr sz="2600" b="1"/>
            </a:lvl7pPr>
            <a:lvl8pPr marL="4913073" indent="0">
              <a:buNone/>
              <a:defRPr sz="2600" b="1"/>
            </a:lvl8pPr>
            <a:lvl9pPr marL="5614932" indent="0">
              <a:buNone/>
              <a:defRPr sz="2600" b="1"/>
            </a:lvl9pPr>
          </a:lstStyle>
          <a:p>
            <a:pPr lvl="0"/>
            <a:r>
              <a:rPr lang="en-US"/>
              <a:t>Click to edit Master text styles</a:t>
            </a:r>
          </a:p>
        </p:txBody>
      </p:sp>
      <p:sp>
        <p:nvSpPr>
          <p:cNvPr id="4" name="Content Placeholder 3"/>
          <p:cNvSpPr>
            <a:spLocks noGrp="1"/>
          </p:cNvSpPr>
          <p:nvPr>
            <p:ph sz="half" idx="2"/>
          </p:nvPr>
        </p:nvSpPr>
        <p:spPr>
          <a:xfrm>
            <a:off x="379309" y="2174891"/>
            <a:ext cx="5617211" cy="3717925"/>
          </a:xfrm>
          <a:prstGeom prst="rect">
            <a:avLst/>
          </a:prstGeom>
        </p:spPr>
        <p:txBody>
          <a:bodyPr lIns="116993" tIns="58491" rIns="116993" bIns="58491"/>
          <a:lstStyle>
            <a:lvl1pPr>
              <a:defRPr sz="3500" b="0">
                <a:solidFill>
                  <a:srgbClr val="666366"/>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sp>
        <p:nvSpPr>
          <p:cNvPr id="5" name="Text Placeholder 4"/>
          <p:cNvSpPr>
            <a:spLocks noGrp="1"/>
          </p:cNvSpPr>
          <p:nvPr>
            <p:ph type="body" sz="quarter" idx="3"/>
          </p:nvPr>
        </p:nvSpPr>
        <p:spPr>
          <a:xfrm>
            <a:off x="6193455" y="1535117"/>
            <a:ext cx="5619327" cy="639763"/>
          </a:xfrm>
          <a:prstGeom prst="rect">
            <a:avLst/>
          </a:prstGeom>
        </p:spPr>
        <p:txBody>
          <a:bodyPr lIns="116993" tIns="58491" rIns="116993" bIns="58491" anchor="b"/>
          <a:lstStyle>
            <a:lvl1pPr marL="0" indent="0">
              <a:buNone/>
              <a:defRPr sz="3700" b="1">
                <a:solidFill>
                  <a:srgbClr val="009645"/>
                </a:solidFill>
              </a:defRPr>
            </a:lvl1pPr>
            <a:lvl2pPr marL="701863" indent="0">
              <a:buNone/>
              <a:defRPr sz="3100" b="1"/>
            </a:lvl2pPr>
            <a:lvl3pPr marL="1403731" indent="0">
              <a:buNone/>
              <a:defRPr sz="2800" b="1"/>
            </a:lvl3pPr>
            <a:lvl4pPr marL="2105600" indent="0">
              <a:buNone/>
              <a:defRPr sz="2600" b="1"/>
            </a:lvl4pPr>
            <a:lvl5pPr marL="2807465" indent="0">
              <a:buNone/>
              <a:defRPr sz="2600" b="1"/>
            </a:lvl5pPr>
            <a:lvl6pPr marL="3509316" indent="0">
              <a:buNone/>
              <a:defRPr sz="2600" b="1"/>
            </a:lvl6pPr>
            <a:lvl7pPr marL="4211225" indent="0">
              <a:buNone/>
              <a:defRPr sz="2600" b="1"/>
            </a:lvl7pPr>
            <a:lvl8pPr marL="4913073" indent="0">
              <a:buNone/>
              <a:defRPr sz="2600" b="1"/>
            </a:lvl8pPr>
            <a:lvl9pPr marL="5614932" indent="0">
              <a:buNone/>
              <a:defRPr sz="2600" b="1"/>
            </a:lvl9pPr>
          </a:lstStyle>
          <a:p>
            <a:pPr lvl="0"/>
            <a:r>
              <a:rPr lang="en-US"/>
              <a:t>Click to edit Master text styles</a:t>
            </a:r>
          </a:p>
        </p:txBody>
      </p:sp>
      <p:sp>
        <p:nvSpPr>
          <p:cNvPr id="6" name="Content Placeholder 5"/>
          <p:cNvSpPr>
            <a:spLocks noGrp="1"/>
          </p:cNvSpPr>
          <p:nvPr>
            <p:ph sz="quarter" idx="4"/>
          </p:nvPr>
        </p:nvSpPr>
        <p:spPr>
          <a:xfrm>
            <a:off x="6193455" y="2174891"/>
            <a:ext cx="5619327" cy="3717925"/>
          </a:xfrm>
          <a:prstGeom prst="rect">
            <a:avLst/>
          </a:prstGeom>
        </p:spPr>
        <p:txBody>
          <a:bodyPr lIns="116993" tIns="58491" rIns="116993" bIns="58491"/>
          <a:lstStyle>
            <a:lvl1pPr>
              <a:defRPr sz="3500" b="0">
                <a:solidFill>
                  <a:schemeClr val="tx2"/>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pic>
        <p:nvPicPr>
          <p:cNvPr id="12" name="Picture 11"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3" name="Slide Number Placeholder 3"/>
          <p:cNvSpPr>
            <a:spLocks noGrp="1"/>
          </p:cNvSpPr>
          <p:nvPr>
            <p:ph type="sldNum" sz="quarter" idx="12"/>
          </p:nvPr>
        </p:nvSpPr>
        <p:spPr>
          <a:xfrm>
            <a:off x="9123845" y="6342458"/>
            <a:ext cx="2844800" cy="365125"/>
          </a:xfrm>
          <a:prstGeom prst="rect">
            <a:avLst/>
          </a:prstGeom>
        </p:spPr>
        <p:txBody>
          <a:bodyPr lIns="116993" tIns="58491" rIns="116993" bIns="58491" anchor="ctr"/>
          <a:lstStyle>
            <a:lvl1pPr algn="r">
              <a:defRPr sz="1800">
                <a:solidFill>
                  <a:schemeClr val="tx1"/>
                </a:solidFill>
              </a:defRPr>
            </a:lvl1pPr>
          </a:lstStyle>
          <a:p>
            <a:pPr defTabSz="912507"/>
            <a:fld id="{5D762165-7DD1-43A8-AF3E-02B3DB1B40E1}" type="slidenum">
              <a:rPr lang="en-NZ" smtClean="0">
                <a:solidFill>
                  <a:srgbClr val="1A472B"/>
                </a:solidFill>
              </a:rPr>
              <a:pPr defTabSz="912507"/>
              <a:t>‹#›</a:t>
            </a:fld>
            <a:endParaRPr lang="en-NZ">
              <a:solidFill>
                <a:srgbClr val="1A472B"/>
              </a:solidFill>
            </a:endParaRPr>
          </a:p>
        </p:txBody>
      </p:sp>
      <p:sp>
        <p:nvSpPr>
          <p:cNvPr id="14" name="Footer Placeholder 4"/>
          <p:cNvSpPr>
            <a:spLocks noGrp="1"/>
          </p:cNvSpPr>
          <p:nvPr>
            <p:ph type="ftr" sz="quarter" idx="1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pic>
        <p:nvPicPr>
          <p:cNvPr id="16" name="Picture 15"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130396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ertiary chart">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3" name="Picture 2" descr="Grey_Panel992x662.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30319" y="162561"/>
            <a:ext cx="11748751" cy="5880298"/>
          </a:xfrm>
          <a:prstGeom prst="rect">
            <a:avLst/>
          </a:prstGeom>
        </p:spPr>
      </p:pic>
      <p:sp>
        <p:nvSpPr>
          <p:cNvPr id="11" name="Slide Number Placeholder 3"/>
          <p:cNvSpPr>
            <a:spLocks noGrp="1"/>
          </p:cNvSpPr>
          <p:nvPr>
            <p:ph type="sldNum" sz="quarter" idx="12"/>
          </p:nvPr>
        </p:nvSpPr>
        <p:spPr>
          <a:xfrm>
            <a:off x="9123845" y="6342458"/>
            <a:ext cx="2844800" cy="365125"/>
          </a:xfrm>
          <a:prstGeom prst="rect">
            <a:avLst/>
          </a:prstGeom>
        </p:spPr>
        <p:txBody>
          <a:bodyPr lIns="116993" tIns="58491" rIns="116993" bIns="58491" anchor="ctr"/>
          <a:lstStyle>
            <a:lvl1pPr algn="r">
              <a:defRPr sz="1800">
                <a:solidFill>
                  <a:schemeClr val="tx1"/>
                </a:solidFill>
              </a:defRPr>
            </a:lvl1pPr>
          </a:lstStyle>
          <a:p>
            <a:pPr defTabSz="912507"/>
            <a:fld id="{5D762165-7DD1-43A8-AF3E-02B3DB1B40E1}" type="slidenum">
              <a:rPr lang="en-NZ" smtClean="0">
                <a:solidFill>
                  <a:srgbClr val="1A472B"/>
                </a:solidFill>
              </a:rPr>
              <a:pPr defTabSz="912507"/>
              <a:t>‹#›</a:t>
            </a:fld>
            <a:endParaRPr lang="en-NZ">
              <a:solidFill>
                <a:srgbClr val="1A472B"/>
              </a:solidFill>
            </a:endParaRPr>
          </a:p>
        </p:txBody>
      </p:sp>
      <p:sp>
        <p:nvSpPr>
          <p:cNvPr id="12"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sp>
        <p:nvSpPr>
          <p:cNvPr id="7" name="Chart Placeholder 6"/>
          <p:cNvSpPr>
            <a:spLocks noGrp="1"/>
          </p:cNvSpPr>
          <p:nvPr>
            <p:ph type="chart" sz="quarter" idx="13"/>
          </p:nvPr>
        </p:nvSpPr>
        <p:spPr>
          <a:xfrm>
            <a:off x="230724" y="161931"/>
            <a:ext cx="11747501" cy="5881688"/>
          </a:xfrm>
          <a:prstGeom prst="rect">
            <a:avLst/>
          </a:prstGeom>
        </p:spPr>
        <p:txBody>
          <a:bodyPr vert="horz" lIns="116993" tIns="58491" rIns="116993" bIns="58491"/>
          <a:lstStyle/>
          <a:p>
            <a:r>
              <a:rPr lang="en-US"/>
              <a:t>Click icon to add chart</a:t>
            </a:r>
            <a:endParaRPr lang="en-US" dirty="0"/>
          </a:p>
        </p:txBody>
      </p:sp>
    </p:spTree>
    <p:extLst>
      <p:ext uri="{BB962C8B-B14F-4D97-AF65-F5344CB8AC3E}">
        <p14:creationId xmlns:p14="http://schemas.microsoft.com/office/powerpoint/2010/main" val="423036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2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Tree>
    <p:extLst>
      <p:ext uri="{BB962C8B-B14F-4D97-AF65-F5344CB8AC3E}">
        <p14:creationId xmlns:p14="http://schemas.microsoft.com/office/powerpoint/2010/main" val="3157679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1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6" name="Picture 5"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481431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58"/>
            <a:ext cx="2844800" cy="365125"/>
          </a:xfrm>
          <a:prstGeom prst="rect">
            <a:avLst/>
          </a:prstGeom>
        </p:spPr>
        <p:txBody>
          <a:bodyPr lIns="116993" tIns="58491" rIns="116993" bIns="58491" anchor="ctr"/>
          <a:lstStyle>
            <a:lvl1pPr algn="r">
              <a:defRPr sz="1800">
                <a:solidFill>
                  <a:schemeClr val="bg1"/>
                </a:solidFill>
              </a:defRPr>
            </a:lvl1pPr>
          </a:lstStyle>
          <a:p>
            <a:pPr defTabSz="912507"/>
            <a:fld id="{5D762165-7DD1-43A8-AF3E-02B3DB1B40E1}" type="slidenum">
              <a:rPr lang="en-NZ" smtClean="0">
                <a:solidFill>
                  <a:prstClr val="white"/>
                </a:solidFill>
              </a:rPr>
              <a:pPr defTabSz="912507"/>
              <a:t>‹#›</a:t>
            </a:fld>
            <a:endParaRPr lang="en-NZ">
              <a:solidFill>
                <a:prstClr val="white"/>
              </a:solidFill>
            </a:endParaRPr>
          </a:p>
        </p:txBody>
      </p:sp>
      <p:sp>
        <p:nvSpPr>
          <p:cNvPr id="7"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spTree>
    <p:extLst>
      <p:ext uri="{BB962C8B-B14F-4D97-AF65-F5344CB8AC3E}">
        <p14:creationId xmlns:p14="http://schemas.microsoft.com/office/powerpoint/2010/main" val="1110247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1_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58"/>
            <a:ext cx="2844800" cy="365125"/>
          </a:xfrm>
          <a:prstGeom prst="rect">
            <a:avLst/>
          </a:prstGeom>
        </p:spPr>
        <p:txBody>
          <a:bodyPr lIns="116993" tIns="58491" rIns="116993" bIns="58491" anchor="ctr"/>
          <a:lstStyle>
            <a:lvl1pPr algn="r">
              <a:defRPr sz="1800">
                <a:solidFill>
                  <a:schemeClr val="bg1"/>
                </a:solidFill>
              </a:defRPr>
            </a:lvl1pPr>
          </a:lstStyle>
          <a:p>
            <a:pPr defTabSz="912507"/>
            <a:fld id="{5D762165-7DD1-43A8-AF3E-02B3DB1B40E1}" type="slidenum">
              <a:rPr lang="en-NZ" smtClean="0">
                <a:solidFill>
                  <a:prstClr val="white"/>
                </a:solidFill>
              </a:rPr>
              <a:pPr defTabSz="912507"/>
              <a:t>‹#›</a:t>
            </a:fld>
            <a:endParaRPr lang="en-NZ">
              <a:solidFill>
                <a:prstClr val="white"/>
              </a:solidFill>
            </a:endParaRPr>
          </a:p>
        </p:txBody>
      </p:sp>
      <p:sp>
        <p:nvSpPr>
          <p:cNvPr id="7"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pic>
        <p:nvPicPr>
          <p:cNvPr id="9" name="Picture 8"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958623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1_Title page">
    <p:spTree>
      <p:nvGrpSpPr>
        <p:cNvPr id="1" name=""/>
        <p:cNvGrpSpPr/>
        <p:nvPr/>
      </p:nvGrpSpPr>
      <p:grpSpPr>
        <a:xfrm>
          <a:off x="0" y="0"/>
          <a:ext cx="0" cy="0"/>
          <a:chOff x="0" y="0"/>
          <a:chExt cx="0" cy="0"/>
        </a:xfrm>
      </p:grpSpPr>
      <p:pic>
        <p:nvPicPr>
          <p:cNvPr id="7" name="Picture 6" descr="GreenEnd992x73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8232" y="176969"/>
            <a:ext cx="11706381" cy="6514036"/>
          </a:xfrm>
          <a:prstGeom prst="rect">
            <a:avLst/>
          </a:prstGeom>
        </p:spPr>
      </p:pic>
      <p:sp>
        <p:nvSpPr>
          <p:cNvPr id="2" name="Title 1"/>
          <p:cNvSpPr>
            <a:spLocks noGrp="1"/>
          </p:cNvSpPr>
          <p:nvPr>
            <p:ph type="title" hasCustomPrompt="1"/>
          </p:nvPr>
        </p:nvSpPr>
        <p:spPr>
          <a:xfrm>
            <a:off x="448311" y="1289055"/>
            <a:ext cx="10363200" cy="673100"/>
          </a:xfrm>
          <a:prstGeom prst="rect">
            <a:avLst/>
          </a:prstGeom>
        </p:spPr>
        <p:txBody>
          <a:bodyPr lIns="116993" tIns="58491" rIns="116993" bIns="58491" anchor="t"/>
          <a:lstStyle>
            <a:lvl1pPr algn="l">
              <a:defRPr sz="5500" b="0" cap="none" baseline="0">
                <a:solidFill>
                  <a:schemeClr val="bg1"/>
                </a:solidFill>
              </a:defRPr>
            </a:lvl1pPr>
          </a:lstStyle>
          <a:p>
            <a:r>
              <a:rPr lang="en-AU" dirty="0"/>
              <a:t>Client brand promise, Calibri 36pt</a:t>
            </a:r>
            <a:endParaRPr lang="en-US" dirty="0"/>
          </a:p>
        </p:txBody>
      </p:sp>
      <p:sp>
        <p:nvSpPr>
          <p:cNvPr id="3" name="Text Placeholder 2"/>
          <p:cNvSpPr>
            <a:spLocks noGrp="1"/>
          </p:cNvSpPr>
          <p:nvPr>
            <p:ph type="body" idx="1" hasCustomPrompt="1"/>
          </p:nvPr>
        </p:nvSpPr>
        <p:spPr>
          <a:xfrm>
            <a:off x="448311" y="4862837"/>
            <a:ext cx="10363200" cy="515620"/>
          </a:xfrm>
          <a:prstGeom prst="rect">
            <a:avLst/>
          </a:prstGeom>
        </p:spPr>
        <p:txBody>
          <a:bodyPr lIns="116993" tIns="58491" rIns="116993" bIns="58491" anchor="b"/>
          <a:lstStyle>
            <a:lvl1pPr marL="0" indent="0">
              <a:buNone/>
              <a:defRPr sz="2800" b="0" baseline="0">
                <a:solidFill>
                  <a:schemeClr val="bg1"/>
                </a:solidFill>
              </a:defRPr>
            </a:lvl1pPr>
            <a:lvl2pPr marL="701863" indent="0">
              <a:buNone/>
              <a:defRPr sz="2800">
                <a:solidFill>
                  <a:schemeClr val="tx1">
                    <a:tint val="75000"/>
                  </a:schemeClr>
                </a:solidFill>
              </a:defRPr>
            </a:lvl2pPr>
            <a:lvl3pPr marL="1403731" indent="0">
              <a:buNone/>
              <a:defRPr sz="2600">
                <a:solidFill>
                  <a:schemeClr val="tx1">
                    <a:tint val="75000"/>
                  </a:schemeClr>
                </a:solidFill>
              </a:defRPr>
            </a:lvl3pPr>
            <a:lvl4pPr marL="2105600" indent="0">
              <a:buNone/>
              <a:defRPr sz="2200">
                <a:solidFill>
                  <a:schemeClr val="tx1">
                    <a:tint val="75000"/>
                  </a:schemeClr>
                </a:solidFill>
              </a:defRPr>
            </a:lvl4pPr>
            <a:lvl5pPr marL="2807465" indent="0">
              <a:buNone/>
              <a:defRPr sz="2200">
                <a:solidFill>
                  <a:schemeClr val="tx1">
                    <a:tint val="75000"/>
                  </a:schemeClr>
                </a:solidFill>
              </a:defRPr>
            </a:lvl5pPr>
            <a:lvl6pPr marL="3509316" indent="0">
              <a:buNone/>
              <a:defRPr sz="2200">
                <a:solidFill>
                  <a:schemeClr val="tx1">
                    <a:tint val="75000"/>
                  </a:schemeClr>
                </a:solidFill>
              </a:defRPr>
            </a:lvl6pPr>
            <a:lvl7pPr marL="4211225" indent="0">
              <a:buNone/>
              <a:defRPr sz="2200">
                <a:solidFill>
                  <a:schemeClr val="tx1">
                    <a:tint val="75000"/>
                  </a:schemeClr>
                </a:solidFill>
              </a:defRPr>
            </a:lvl7pPr>
            <a:lvl8pPr marL="4913073" indent="0">
              <a:buNone/>
              <a:defRPr sz="2200">
                <a:solidFill>
                  <a:schemeClr val="tx1">
                    <a:tint val="75000"/>
                  </a:schemeClr>
                </a:solidFill>
              </a:defRPr>
            </a:lvl8pPr>
            <a:lvl9pPr marL="5614932" indent="0">
              <a:buNone/>
              <a:defRPr sz="2200">
                <a:solidFill>
                  <a:schemeClr val="tx1">
                    <a:tint val="75000"/>
                  </a:schemeClr>
                </a:solidFill>
              </a:defRPr>
            </a:lvl9pPr>
          </a:lstStyle>
          <a:p>
            <a:pPr lvl="0"/>
            <a:r>
              <a:rPr lang="en-AU" dirty="0"/>
              <a:t>Click to add subhead, Calibri 18pt</a:t>
            </a:r>
          </a:p>
        </p:txBody>
      </p:sp>
      <p:sp>
        <p:nvSpPr>
          <p:cNvPr id="6" name="Footer Placeholder 4"/>
          <p:cNvSpPr>
            <a:spLocks noGrp="1"/>
          </p:cNvSpPr>
          <p:nvPr>
            <p:ph type="ftr" sz="quarter" idx="3"/>
          </p:nvPr>
        </p:nvSpPr>
        <p:spPr>
          <a:xfrm>
            <a:off x="230296" y="6356429"/>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spTree>
    <p:extLst>
      <p:ext uri="{BB962C8B-B14F-4D97-AF65-F5344CB8AC3E}">
        <p14:creationId xmlns:p14="http://schemas.microsoft.com/office/powerpoint/2010/main" val="200331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503"/>
            <a:ext cx="10363200" cy="1470025"/>
          </a:xfrm>
          <a:prstGeom prst="rect">
            <a:avLst/>
          </a:prstGeom>
        </p:spPr>
        <p:txBody>
          <a:bodyPr lIns="116993" tIns="58491" rIns="116993" bIns="58491"/>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lIns="116993" tIns="58491" rIns="116993" bIns="58491"/>
          <a:lstStyle>
            <a:lvl1pPr marL="0" indent="0" algn="ctr">
              <a:buNone/>
              <a:defRPr>
                <a:solidFill>
                  <a:schemeClr val="tx1">
                    <a:tint val="75000"/>
                  </a:schemeClr>
                </a:solidFill>
              </a:defRPr>
            </a:lvl1pPr>
            <a:lvl2pPr marL="701863" indent="0" algn="ctr">
              <a:buNone/>
              <a:defRPr>
                <a:solidFill>
                  <a:schemeClr val="tx1">
                    <a:tint val="75000"/>
                  </a:schemeClr>
                </a:solidFill>
              </a:defRPr>
            </a:lvl2pPr>
            <a:lvl3pPr marL="1403731" indent="0" algn="ctr">
              <a:buNone/>
              <a:defRPr>
                <a:solidFill>
                  <a:schemeClr val="tx1">
                    <a:tint val="75000"/>
                  </a:schemeClr>
                </a:solidFill>
              </a:defRPr>
            </a:lvl3pPr>
            <a:lvl4pPr marL="2105600" indent="0" algn="ctr">
              <a:buNone/>
              <a:defRPr>
                <a:solidFill>
                  <a:schemeClr val="tx1">
                    <a:tint val="75000"/>
                  </a:schemeClr>
                </a:solidFill>
              </a:defRPr>
            </a:lvl4pPr>
            <a:lvl5pPr marL="2807465" indent="0" algn="ctr">
              <a:buNone/>
              <a:defRPr>
                <a:solidFill>
                  <a:schemeClr val="tx1">
                    <a:tint val="75000"/>
                  </a:schemeClr>
                </a:solidFill>
              </a:defRPr>
            </a:lvl5pPr>
            <a:lvl6pPr marL="3509316" indent="0" algn="ctr">
              <a:buNone/>
              <a:defRPr>
                <a:solidFill>
                  <a:schemeClr val="tx1">
                    <a:tint val="75000"/>
                  </a:schemeClr>
                </a:solidFill>
              </a:defRPr>
            </a:lvl6pPr>
            <a:lvl7pPr marL="4211225" indent="0" algn="ctr">
              <a:buNone/>
              <a:defRPr>
                <a:solidFill>
                  <a:schemeClr val="tx1">
                    <a:tint val="75000"/>
                  </a:schemeClr>
                </a:solidFill>
              </a:defRPr>
            </a:lvl7pPr>
            <a:lvl8pPr marL="4913073" indent="0" algn="ctr">
              <a:buNone/>
              <a:defRPr>
                <a:solidFill>
                  <a:schemeClr val="tx1">
                    <a:tint val="75000"/>
                  </a:schemeClr>
                </a:solidFill>
              </a:defRPr>
            </a:lvl8pPr>
            <a:lvl9pPr marL="561493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230293" y="6356429"/>
            <a:ext cx="2844800" cy="365125"/>
          </a:xfrm>
          <a:prstGeom prst="rect">
            <a:avLst/>
          </a:prstGeom>
        </p:spPr>
        <p:txBody>
          <a:bodyPr lIns="116993" tIns="58491" rIns="116993" bIns="58491"/>
          <a:lstStyle/>
          <a:p>
            <a:pPr defTabSz="912507"/>
            <a:fld id="{505B9593-95F5-4191-8057-F1E447DD5737}" type="datetimeFigureOut">
              <a:rPr lang="en-NZ" smtClean="0">
                <a:solidFill>
                  <a:srgbClr val="1A472B"/>
                </a:solidFill>
              </a:rPr>
              <a:pPr defTabSz="912507"/>
              <a:t>16/07/2024</a:t>
            </a:fld>
            <a:endParaRPr lang="en-NZ">
              <a:solidFill>
                <a:srgbClr val="1A472B"/>
              </a:solidFill>
            </a:endParaRPr>
          </a:p>
        </p:txBody>
      </p:sp>
      <p:sp>
        <p:nvSpPr>
          <p:cNvPr id="5" name="Footer Placeholder 4"/>
          <p:cNvSpPr>
            <a:spLocks noGrp="1"/>
          </p:cNvSpPr>
          <p:nvPr>
            <p:ph type="ftr" sz="quarter" idx="11"/>
          </p:nvPr>
        </p:nvSpPr>
        <p:spPr>
          <a:xfrm>
            <a:off x="3075096" y="6356429"/>
            <a:ext cx="5879253" cy="365125"/>
          </a:xfrm>
          <a:prstGeom prst="rect">
            <a:avLst/>
          </a:prstGeom>
        </p:spPr>
        <p:txBody>
          <a:bodyPr lIns="116993" tIns="58491" rIns="116993" bIns="58491"/>
          <a:lstStyle/>
          <a:p>
            <a:pPr defTabSz="912507"/>
            <a:endParaRPr lang="en-NZ">
              <a:solidFill>
                <a:srgbClr val="1A472B"/>
              </a:solidFill>
            </a:endParaRPr>
          </a:p>
        </p:txBody>
      </p:sp>
      <p:sp>
        <p:nvSpPr>
          <p:cNvPr id="6" name="Slide Number Placeholder 5"/>
          <p:cNvSpPr>
            <a:spLocks noGrp="1"/>
          </p:cNvSpPr>
          <p:nvPr>
            <p:ph type="sldNum" sz="quarter" idx="12"/>
          </p:nvPr>
        </p:nvSpPr>
        <p:spPr>
          <a:xfrm>
            <a:off x="9089813" y="6342458"/>
            <a:ext cx="2844800" cy="365125"/>
          </a:xfrm>
          <a:prstGeom prst="rect">
            <a:avLst/>
          </a:prstGeom>
        </p:spPr>
        <p:txBody>
          <a:bodyPr lIns="116993" tIns="58491" rIns="116993" bIns="58491"/>
          <a:lstStyle/>
          <a:p>
            <a:pPr defTabSz="912507"/>
            <a:fld id="{5D762165-7DD1-43A8-AF3E-02B3DB1B40E1}" type="slidenum">
              <a:rPr lang="en-NZ" smtClean="0">
                <a:solidFill>
                  <a:srgbClr val="1A472B"/>
                </a:solidFill>
              </a:rPr>
              <a:pPr defTabSz="912507"/>
              <a:t>‹#›</a:t>
            </a:fld>
            <a:endParaRPr lang="en-NZ">
              <a:solidFill>
                <a:srgbClr val="1A472B"/>
              </a:solidFill>
            </a:endParaRPr>
          </a:p>
        </p:txBody>
      </p:sp>
    </p:spTree>
    <p:extLst>
      <p:ext uri="{BB962C8B-B14F-4D97-AF65-F5344CB8AC3E}">
        <p14:creationId xmlns:p14="http://schemas.microsoft.com/office/powerpoint/2010/main" val="239960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lIns="116993" tIns="58491" rIns="116993" bIns="58491"/>
          <a:lstStyle/>
          <a:p>
            <a:r>
              <a:rPr lang="en-US"/>
              <a:t>Click to edit Master title style</a:t>
            </a:r>
            <a:endParaRPr lang="en-NZ"/>
          </a:p>
        </p:txBody>
      </p:sp>
      <p:sp>
        <p:nvSpPr>
          <p:cNvPr id="3" name="Content Placeholder 2"/>
          <p:cNvSpPr>
            <a:spLocks noGrp="1"/>
          </p:cNvSpPr>
          <p:nvPr>
            <p:ph idx="1"/>
          </p:nvPr>
        </p:nvSpPr>
        <p:spPr>
          <a:xfrm>
            <a:off x="609600" y="1600206"/>
            <a:ext cx="10972800" cy="4525963"/>
          </a:xfrm>
          <a:prstGeom prst="rect">
            <a:avLst/>
          </a:prstGeom>
        </p:spPr>
        <p:txBody>
          <a:bodyPr lIns="116993" tIns="58491" rIns="116993" bIns="5849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p:cNvSpPr>
            <a:spLocks noGrp="1"/>
          </p:cNvSpPr>
          <p:nvPr>
            <p:ph type="dt" sz="half" idx="10"/>
          </p:nvPr>
        </p:nvSpPr>
        <p:spPr>
          <a:xfrm>
            <a:off x="609600" y="6356428"/>
            <a:ext cx="2844800" cy="365125"/>
          </a:xfrm>
          <a:prstGeom prst="rect">
            <a:avLst/>
          </a:prstGeom>
        </p:spPr>
        <p:txBody>
          <a:bodyPr lIns="116993" tIns="58491" rIns="116993" bIns="58491"/>
          <a:lstStyle/>
          <a:p>
            <a:pPr defTabSz="912507"/>
            <a:fld id="{505B9593-95F5-4191-8057-F1E447DD5737}" type="datetimeFigureOut">
              <a:rPr lang="en-NZ" smtClean="0">
                <a:solidFill>
                  <a:srgbClr val="1A472B"/>
                </a:solidFill>
              </a:rPr>
              <a:pPr defTabSz="912507"/>
              <a:t>16/07/2024</a:t>
            </a:fld>
            <a:endParaRPr lang="en-NZ">
              <a:solidFill>
                <a:srgbClr val="1A472B"/>
              </a:solidFill>
            </a:endParaRPr>
          </a:p>
        </p:txBody>
      </p:sp>
      <p:sp>
        <p:nvSpPr>
          <p:cNvPr id="5" name="Footer Placeholder 4"/>
          <p:cNvSpPr>
            <a:spLocks noGrp="1"/>
          </p:cNvSpPr>
          <p:nvPr>
            <p:ph type="ftr" sz="quarter" idx="11"/>
          </p:nvPr>
        </p:nvSpPr>
        <p:spPr>
          <a:xfrm>
            <a:off x="4165600" y="6356428"/>
            <a:ext cx="3860800" cy="365125"/>
          </a:xfrm>
          <a:prstGeom prst="rect">
            <a:avLst/>
          </a:prstGeom>
        </p:spPr>
        <p:txBody>
          <a:bodyPr lIns="116993" tIns="58491" rIns="116993" bIns="58491"/>
          <a:lstStyle/>
          <a:p>
            <a:pPr defTabSz="912507"/>
            <a:endParaRPr lang="en-NZ">
              <a:solidFill>
                <a:srgbClr val="1A472B"/>
              </a:solidFill>
            </a:endParaRPr>
          </a:p>
        </p:txBody>
      </p:sp>
      <p:sp>
        <p:nvSpPr>
          <p:cNvPr id="6" name="Slide Number Placeholder 5"/>
          <p:cNvSpPr>
            <a:spLocks noGrp="1"/>
          </p:cNvSpPr>
          <p:nvPr>
            <p:ph type="sldNum" sz="quarter" idx="12"/>
          </p:nvPr>
        </p:nvSpPr>
        <p:spPr>
          <a:xfrm>
            <a:off x="8737600" y="6356428"/>
            <a:ext cx="2844800" cy="365125"/>
          </a:xfrm>
          <a:prstGeom prst="rect">
            <a:avLst/>
          </a:prstGeom>
        </p:spPr>
        <p:txBody>
          <a:bodyPr lIns="116993" tIns="58491" rIns="116993" bIns="58491"/>
          <a:lstStyle/>
          <a:p>
            <a:pPr defTabSz="912507"/>
            <a:fld id="{5D762165-7DD1-43A8-AF3E-02B3DB1B40E1}" type="slidenum">
              <a:rPr lang="en-NZ" smtClean="0">
                <a:solidFill>
                  <a:srgbClr val="1A472B"/>
                </a:solidFill>
              </a:rPr>
              <a:pPr defTabSz="912507"/>
              <a:t>‹#›</a:t>
            </a:fld>
            <a:endParaRPr lang="en-NZ">
              <a:solidFill>
                <a:srgbClr val="1A472B"/>
              </a:solidFill>
            </a:endParaRPr>
          </a:p>
        </p:txBody>
      </p:sp>
    </p:spTree>
    <p:extLst>
      <p:ext uri="{BB962C8B-B14F-4D97-AF65-F5344CB8AC3E}">
        <p14:creationId xmlns:p14="http://schemas.microsoft.com/office/powerpoint/2010/main" val="906664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cSld name="Main content w kowhaiwhai_Print option">
    <p:spTree>
      <p:nvGrpSpPr>
        <p:cNvPr id="1" name=""/>
        <p:cNvGrpSpPr/>
        <p:nvPr/>
      </p:nvGrpSpPr>
      <p:grpSpPr>
        <a:xfrm>
          <a:off x="0" y="0"/>
          <a:ext cx="0" cy="0"/>
          <a:chOff x="0" y="0"/>
          <a:chExt cx="0" cy="0"/>
        </a:xfrm>
      </p:grpSpPr>
      <p:pic>
        <p:nvPicPr>
          <p:cNvPr id="14" name="Picture 13" descr="Footer03_1024x74.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97211"/>
            <a:ext cx="12192000" cy="144860"/>
          </a:xfrm>
          <a:prstGeom prst="rect">
            <a:avLst/>
          </a:prstGeom>
        </p:spPr>
      </p:pic>
      <p:pic>
        <p:nvPicPr>
          <p:cNvPr id="5" name="Picture 4" descr="Logo177x78.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9561784" y="302885"/>
            <a:ext cx="2372829" cy="784241"/>
          </a:xfrm>
          <a:prstGeom prst="rect">
            <a:avLst/>
          </a:prstGeom>
        </p:spPr>
      </p:pic>
      <p:sp>
        <p:nvSpPr>
          <p:cNvPr id="8" name="Title Placeholder 1"/>
          <p:cNvSpPr>
            <a:spLocks noGrp="1"/>
          </p:cNvSpPr>
          <p:nvPr>
            <p:ph type="title" hasCustomPrompt="1"/>
          </p:nvPr>
        </p:nvSpPr>
        <p:spPr>
          <a:xfrm>
            <a:off x="230293" y="173038"/>
            <a:ext cx="8880000" cy="1143000"/>
          </a:xfrm>
          <a:prstGeom prst="rect">
            <a:avLst/>
          </a:prstGeom>
        </p:spPr>
        <p:txBody>
          <a:bodyPr vert="horz" lIns="116993" tIns="58491" rIns="116993" bIns="58491" rtlCol="0" anchor="ctr">
            <a:normAutofit/>
          </a:bodyPr>
          <a:lstStyle>
            <a:lvl1pPr>
              <a:defRPr>
                <a:solidFill>
                  <a:schemeClr val="tx1"/>
                </a:solidFill>
              </a:defRPr>
            </a:lvl1pPr>
          </a:lstStyle>
          <a:p>
            <a:r>
              <a:rPr lang="en-AU" dirty="0"/>
              <a:t>Click to add title - Calibri 36pt</a:t>
            </a:r>
            <a:endParaRPr lang="en-US" dirty="0"/>
          </a:p>
        </p:txBody>
      </p:sp>
      <p:sp>
        <p:nvSpPr>
          <p:cNvPr id="3" name="Text Placeholder 2"/>
          <p:cNvSpPr>
            <a:spLocks noGrp="1"/>
          </p:cNvSpPr>
          <p:nvPr>
            <p:ph type="body" sz="quarter" idx="13" hasCustomPrompt="1"/>
          </p:nvPr>
        </p:nvSpPr>
        <p:spPr>
          <a:xfrm>
            <a:off x="230742" y="1419235"/>
            <a:ext cx="11703049" cy="4702175"/>
          </a:xfrm>
          <a:prstGeom prst="rect">
            <a:avLst/>
          </a:prstGeom>
        </p:spPr>
        <p:txBody>
          <a:bodyPr vert="horz" lIns="116993" tIns="58491" rIns="116993" bIns="58491"/>
          <a:lstStyle>
            <a:lvl1pPr>
              <a:defRPr baseline="0">
                <a:solidFill>
                  <a:schemeClr val="tx1"/>
                </a:solidFill>
              </a:defRPr>
            </a:lvl1pPr>
            <a:lvl2pPr marL="0" indent="0">
              <a:tabLst/>
              <a:defRPr>
                <a:solidFill>
                  <a:schemeClr val="tx1"/>
                </a:solidFill>
              </a:defRPr>
            </a:lvl2pPr>
            <a:lvl3pPr>
              <a:defRPr>
                <a:solidFill>
                  <a:schemeClr val="tx1"/>
                </a:solidFill>
              </a:defRPr>
            </a:lvl3pPr>
            <a:lvl4pPr>
              <a:defRPr>
                <a:solidFill>
                  <a:schemeClr val="tx1"/>
                </a:solidFill>
              </a:defRPr>
            </a:lvl4pPr>
            <a:lvl5pPr marL="2090992" indent="-438650">
              <a:buFont typeface="Arial"/>
              <a:buChar char="•"/>
              <a:defRPr>
                <a:solidFill>
                  <a:schemeClr val="tx1"/>
                </a:solidFill>
              </a:defRPr>
            </a:lvl5pPr>
          </a:lstStyle>
          <a:p>
            <a:pPr lvl="0"/>
            <a:r>
              <a:rPr lang="en-AU" dirty="0"/>
              <a:t>Click to add text. Sub heading – Calibri Bold 24pt</a:t>
            </a:r>
          </a:p>
          <a:p>
            <a:pPr lvl="1"/>
            <a:r>
              <a:rPr lang="en-AU" dirty="0"/>
              <a:t>Second level – Calibri 24pt</a:t>
            </a:r>
          </a:p>
          <a:p>
            <a:pPr lvl="2"/>
            <a:r>
              <a:rPr lang="en-AU" dirty="0"/>
              <a:t>Third level – Calibri Bold 22pt</a:t>
            </a:r>
          </a:p>
          <a:p>
            <a:pPr lvl="3"/>
            <a:r>
              <a:rPr lang="en-AU" dirty="0"/>
              <a:t>Fourth level – Calibri 18pt</a:t>
            </a:r>
          </a:p>
          <a:p>
            <a:pPr lvl="4"/>
            <a:r>
              <a:rPr lang="en-AU" dirty="0"/>
              <a:t>Fifth level – Calibri 16pt</a:t>
            </a:r>
            <a:endParaRPr lang="en-US" dirty="0"/>
          </a:p>
          <a:p>
            <a:pPr lvl="0"/>
            <a:endParaRPr lang="en-US" dirty="0"/>
          </a:p>
        </p:txBody>
      </p:sp>
      <p:sp>
        <p:nvSpPr>
          <p:cNvPr id="9" name="Text Placeholder 8"/>
          <p:cNvSpPr>
            <a:spLocks noGrp="1"/>
          </p:cNvSpPr>
          <p:nvPr>
            <p:ph type="body" sz="quarter" idx="14" hasCustomPrompt="1"/>
          </p:nvPr>
        </p:nvSpPr>
        <p:spPr>
          <a:xfrm>
            <a:off x="230720" y="6342141"/>
            <a:ext cx="4995333" cy="365125"/>
          </a:xfrm>
          <a:prstGeom prst="rect">
            <a:avLst/>
          </a:prstGeom>
        </p:spPr>
        <p:txBody>
          <a:bodyPr vert="horz" lIns="116993" tIns="58491" rIns="116993" bIns="58491" anchor="ctr" anchorCtr="0"/>
          <a:lstStyle>
            <a:lvl1pPr marL="0" marR="0" indent="0" algn="l" defTabSz="701863" rtl="0" eaLnBrk="1" fontAlgn="auto" latinLnBrk="0" hangingPunct="1">
              <a:lnSpc>
                <a:spcPct val="100000"/>
              </a:lnSpc>
              <a:spcBef>
                <a:spcPct val="20000"/>
              </a:spcBef>
              <a:spcAft>
                <a:spcPts val="0"/>
              </a:spcAft>
              <a:buClrTx/>
              <a:buSzTx/>
              <a:buFont typeface="Courier New"/>
              <a:buNone/>
              <a:tabLst/>
              <a:defRPr sz="1800" b="0">
                <a:solidFill>
                  <a:schemeClr val="tx1"/>
                </a:solidFill>
              </a:defRPr>
            </a:lvl1pPr>
          </a:lstStyle>
          <a:p>
            <a:pPr marL="0" marR="0" lvl="0" indent="0" algn="l" defTabSz="701863" rtl="0" eaLnBrk="1" fontAlgn="auto" latinLnBrk="0" hangingPunct="1">
              <a:lnSpc>
                <a:spcPct val="100000"/>
              </a:lnSpc>
              <a:spcBef>
                <a:spcPct val="20000"/>
              </a:spcBef>
              <a:spcAft>
                <a:spcPts val="0"/>
              </a:spcAft>
              <a:buClrTx/>
              <a:buSzTx/>
              <a:buFont typeface="Courier New"/>
              <a:buNone/>
              <a:tabLst/>
              <a:defRPr/>
            </a:pPr>
            <a:r>
              <a:rPr lang="en-US" dirty="0">
                <a:solidFill>
                  <a:srgbClr val="1A472B"/>
                </a:solidFill>
              </a:rPr>
              <a:t>Click to add title in Calibri 12pt</a:t>
            </a:r>
            <a:endParaRPr lang="en-US" dirty="0">
              <a:solidFill>
                <a:schemeClr val="bg2"/>
              </a:solidFill>
            </a:endParaRPr>
          </a:p>
        </p:txBody>
      </p:sp>
      <p:sp>
        <p:nvSpPr>
          <p:cNvPr id="13" name="Text Placeholder 12"/>
          <p:cNvSpPr>
            <a:spLocks noGrp="1"/>
          </p:cNvSpPr>
          <p:nvPr>
            <p:ph type="body" sz="quarter" idx="15" hasCustomPrompt="1"/>
          </p:nvPr>
        </p:nvSpPr>
        <p:spPr>
          <a:xfrm>
            <a:off x="11430931" y="6342141"/>
            <a:ext cx="503767" cy="347663"/>
          </a:xfrm>
          <a:prstGeom prst="rect">
            <a:avLst/>
          </a:prstGeom>
        </p:spPr>
        <p:txBody>
          <a:bodyPr vert="horz" lIns="116993" tIns="58491" rIns="116993" bIns="58491" anchor="ctr" anchorCtr="0"/>
          <a:lstStyle>
            <a:lvl1pPr algn="r">
              <a:defRPr sz="1800">
                <a:solidFill>
                  <a:schemeClr val="tx1"/>
                </a:solidFill>
              </a:defRPr>
            </a:lvl1pPr>
          </a:lstStyle>
          <a:p>
            <a:pPr lvl="0"/>
            <a:fld id="{4D4F556E-231C-B544-9E8A-43AA8493A8CA}" type="slidenum">
              <a:rPr lang="en-US" smtClean="0"/>
              <a:t>‹#›</a:t>
            </a:fld>
            <a:endParaRPr lang="en-US" dirty="0"/>
          </a:p>
        </p:txBody>
      </p:sp>
    </p:spTree>
    <p:extLst>
      <p:ext uri="{BB962C8B-B14F-4D97-AF65-F5344CB8AC3E}">
        <p14:creationId xmlns:p14="http://schemas.microsoft.com/office/powerpoint/2010/main" val="286520201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cSld name="Plain content">
    <p:spTree>
      <p:nvGrpSpPr>
        <p:cNvPr id="1" name=""/>
        <p:cNvGrpSpPr/>
        <p:nvPr/>
      </p:nvGrpSpPr>
      <p:grpSpPr>
        <a:xfrm>
          <a:off x="0" y="0"/>
          <a:ext cx="0" cy="0"/>
          <a:chOff x="0" y="0"/>
          <a:chExt cx="0" cy="0"/>
        </a:xfrm>
      </p:grpSpPr>
      <p:pic>
        <p:nvPicPr>
          <p:cNvPr id="7" name="Picture 6"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1"/>
            <a:ext cx="12192000" cy="660797"/>
          </a:xfrm>
          <a:prstGeom prst="rect">
            <a:avLst/>
          </a:prstGeom>
        </p:spPr>
      </p:pic>
      <p:sp>
        <p:nvSpPr>
          <p:cNvPr id="11" name="Slide Number Placeholder 3"/>
          <p:cNvSpPr>
            <a:spLocks noGrp="1"/>
          </p:cNvSpPr>
          <p:nvPr>
            <p:ph type="sldNum" sz="quarter" idx="12"/>
          </p:nvPr>
        </p:nvSpPr>
        <p:spPr>
          <a:xfrm>
            <a:off x="9123845" y="6342458"/>
            <a:ext cx="2844800" cy="365125"/>
          </a:xfrm>
          <a:prstGeom prst="rect">
            <a:avLst/>
          </a:prstGeom>
        </p:spPr>
        <p:txBody>
          <a:bodyPr lIns="116993" tIns="58491" rIns="116993" bIns="58491" anchor="ctr"/>
          <a:lstStyle>
            <a:lvl1pPr algn="r">
              <a:defRPr sz="1800">
                <a:solidFill>
                  <a:schemeClr val="tx1"/>
                </a:solidFill>
              </a:defRPr>
            </a:lvl1pPr>
          </a:lstStyle>
          <a:p>
            <a:pPr defTabSz="912507"/>
            <a:fld id="{5D762165-7DD1-43A8-AF3E-02B3DB1B40E1}" type="slidenum">
              <a:rPr lang="en-NZ" smtClean="0">
                <a:solidFill>
                  <a:srgbClr val="1A472B"/>
                </a:solidFill>
              </a:rPr>
              <a:pPr defTabSz="912507"/>
              <a:t>‹#›</a:t>
            </a:fld>
            <a:endParaRPr lang="en-NZ">
              <a:solidFill>
                <a:srgbClr val="1A472B"/>
              </a:solidFill>
            </a:endParaRPr>
          </a:p>
        </p:txBody>
      </p:sp>
      <p:sp>
        <p:nvSpPr>
          <p:cNvPr id="12" name="Footer Placeholder 4"/>
          <p:cNvSpPr>
            <a:spLocks noGrp="1"/>
          </p:cNvSpPr>
          <p:nvPr>
            <p:ph type="ftr" sz="quarter" idx="3"/>
          </p:nvPr>
        </p:nvSpPr>
        <p:spPr>
          <a:xfrm>
            <a:off x="230296" y="6356428"/>
            <a:ext cx="5879253" cy="365125"/>
          </a:xfrm>
          <a:prstGeom prst="rect">
            <a:avLst/>
          </a:prstGeom>
        </p:spPr>
        <p:txBody>
          <a:bodyPr vert="horz" lIns="116993" tIns="58491" rIns="116993" bIns="58491" rtlCol="0" anchor="ctr"/>
          <a:lstStyle>
            <a:lvl1pPr algn="l">
              <a:defRPr sz="1800">
                <a:solidFill>
                  <a:schemeClr val="tx1">
                    <a:tint val="75000"/>
                  </a:schemeClr>
                </a:solidFill>
              </a:defRPr>
            </a:lvl1pPr>
          </a:lstStyle>
          <a:p>
            <a:pPr defTabSz="912507"/>
            <a:endParaRPr lang="en-NZ">
              <a:solidFill>
                <a:srgbClr val="1A472B">
                  <a:tint val="75000"/>
                </a:srgbClr>
              </a:solidFill>
            </a:endParaRPr>
          </a:p>
        </p:txBody>
      </p:sp>
      <p:sp>
        <p:nvSpPr>
          <p:cNvPr id="8" name="Title Placeholder 1"/>
          <p:cNvSpPr>
            <a:spLocks noGrp="1"/>
          </p:cNvSpPr>
          <p:nvPr>
            <p:ph type="title" hasCustomPrompt="1"/>
          </p:nvPr>
        </p:nvSpPr>
        <p:spPr>
          <a:xfrm>
            <a:off x="230293" y="173038"/>
            <a:ext cx="8880000" cy="1143000"/>
          </a:xfrm>
          <a:prstGeom prst="rect">
            <a:avLst/>
          </a:prstGeom>
        </p:spPr>
        <p:txBody>
          <a:bodyPr vert="horz" lIns="116993" tIns="58491" rIns="116993" bIns="58491" rtlCol="0" anchor="ctr">
            <a:normAutofit/>
          </a:bodyPr>
          <a:lstStyle>
            <a:lvl1pPr>
              <a:defRPr>
                <a:solidFill>
                  <a:schemeClr val="tx1"/>
                </a:solidFill>
              </a:defRPr>
            </a:lvl1pPr>
          </a:lstStyle>
          <a:p>
            <a:r>
              <a:rPr lang="en-AU" dirty="0"/>
              <a:t>Click to add title - Calibri 36pt</a:t>
            </a:r>
            <a:endParaRPr lang="en-US" dirty="0"/>
          </a:p>
        </p:txBody>
      </p:sp>
      <p:pic>
        <p:nvPicPr>
          <p:cNvPr id="10" name="Picture 9"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429203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cSld name="Logo with no footer for pictur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0293" y="173038"/>
            <a:ext cx="8880000" cy="1143000"/>
          </a:xfrm>
          <a:prstGeom prst="rect">
            <a:avLst/>
          </a:prstGeom>
        </p:spPr>
        <p:txBody>
          <a:bodyPr lIns="116993" tIns="58491" rIns="116993" bIns="58491" anchor="ctr"/>
          <a:lstStyle>
            <a:lvl1pPr>
              <a:defRPr/>
            </a:lvl1pPr>
          </a:lstStyle>
          <a:p>
            <a:r>
              <a:rPr lang="en-AU" dirty="0"/>
              <a:t>Click to add title - Calibri 36pt</a:t>
            </a:r>
            <a:endParaRPr lang="en-US" dirty="0"/>
          </a:p>
        </p:txBody>
      </p:sp>
      <p:pic>
        <p:nvPicPr>
          <p:cNvPr id="4" name="Picture 3" descr="Logo 1024x700.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62733949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Special - Values 4 or section title page">
    <p:spTree>
      <p:nvGrpSpPr>
        <p:cNvPr id="1" name=""/>
        <p:cNvGrpSpPr/>
        <p:nvPr/>
      </p:nvGrpSpPr>
      <p:grpSpPr>
        <a:xfrm>
          <a:off x="0" y="0"/>
          <a:ext cx="0" cy="0"/>
          <a:chOff x="0" y="0"/>
          <a:chExt cx="0" cy="0"/>
        </a:xfrm>
      </p:grpSpPr>
      <p:pic>
        <p:nvPicPr>
          <p:cNvPr id="6" name="Picture 5" descr="Vitality_0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5494" y="135226"/>
            <a:ext cx="11700121" cy="5883508"/>
          </a:xfrm>
          <a:prstGeom prst="rect">
            <a:avLst/>
          </a:prstGeom>
        </p:spPr>
      </p:pic>
      <p:pic>
        <p:nvPicPr>
          <p:cNvPr id="14" name="Picture 13" descr="End04_LogoGreen_992x736.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32919" y="5714400"/>
            <a:ext cx="11692695" cy="965089"/>
          </a:xfrm>
          <a:prstGeom prst="rect">
            <a:avLst/>
          </a:prstGeom>
        </p:spPr>
      </p:pic>
      <p:sp>
        <p:nvSpPr>
          <p:cNvPr id="15" name="Text Placeholder 3"/>
          <p:cNvSpPr>
            <a:spLocks noGrp="1"/>
          </p:cNvSpPr>
          <p:nvPr>
            <p:ph type="body" sz="quarter" idx="10" hasCustomPrompt="1"/>
          </p:nvPr>
        </p:nvSpPr>
        <p:spPr>
          <a:xfrm>
            <a:off x="584201" y="555532"/>
            <a:ext cx="4682067" cy="622300"/>
          </a:xfrm>
          <a:prstGeom prst="rect">
            <a:avLst/>
          </a:prstGeom>
        </p:spPr>
        <p:txBody>
          <a:bodyPr vert="horz" lIns="116993" tIns="58491" rIns="116993" bIns="58491"/>
          <a:lstStyle>
            <a:lvl1pPr>
              <a:defRPr sz="4600" b="0"/>
            </a:lvl1pPr>
          </a:lstStyle>
          <a:p>
            <a:pPr lvl="0"/>
            <a:r>
              <a:rPr lang="en-AU" dirty="0"/>
              <a:t>Vitality</a:t>
            </a:r>
            <a:endParaRPr lang="en-US" dirty="0"/>
          </a:p>
        </p:txBody>
      </p:sp>
      <p:sp>
        <p:nvSpPr>
          <p:cNvPr id="16" name="Text Placeholder 16"/>
          <p:cNvSpPr>
            <a:spLocks noGrp="1"/>
          </p:cNvSpPr>
          <p:nvPr>
            <p:ph type="body" sz="quarter" idx="11" hasCustomPrompt="1"/>
          </p:nvPr>
        </p:nvSpPr>
        <p:spPr>
          <a:xfrm>
            <a:off x="584206" y="1338731"/>
            <a:ext cx="7498601" cy="1727200"/>
          </a:xfrm>
          <a:prstGeom prst="rect">
            <a:avLst/>
          </a:prstGeom>
        </p:spPr>
        <p:txBody>
          <a:bodyPr vert="horz" lIns="116993" tIns="58491" rIns="116993" bIns="58491"/>
          <a:lstStyle>
            <a:lvl1pPr>
              <a:defRPr b="0" baseline="0">
                <a:solidFill>
                  <a:schemeClr val="bg1"/>
                </a:solidFill>
              </a:defRPr>
            </a:lvl1pPr>
          </a:lstStyle>
          <a:p>
            <a:r>
              <a:rPr lang="en-US" sz="3100" dirty="0">
                <a:solidFill>
                  <a:srgbClr val="FFFFFF"/>
                </a:solidFill>
              </a:rPr>
              <a:t>Fresh thinking and action to enable success through new solutions.</a:t>
            </a:r>
          </a:p>
        </p:txBody>
      </p:sp>
    </p:spTree>
    <p:extLst>
      <p:ext uri="{BB962C8B-B14F-4D97-AF65-F5344CB8AC3E}">
        <p14:creationId xmlns:p14="http://schemas.microsoft.com/office/powerpoint/2010/main" val="2923699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C13B98D-9B0A-40BE-A045-BB184C9FE2FE}" type="datetimeFigureOut">
              <a:rPr lang="en-GB">
                <a:solidFill>
                  <a:prstClr val="black">
                    <a:tint val="75000"/>
                  </a:prstClr>
                </a:solidFill>
              </a:rPr>
              <a:pPr>
                <a:defRPr/>
              </a:pPr>
              <a:t>16/07/2024</a:t>
            </a:fld>
            <a:endParaRPr lang="en-GB">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GB">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fld id="{94F2E7EF-70C1-4C6D-B623-20ADA9B60690}" type="slidenum">
              <a:rPr lang="en-GB" altLang="en-US"/>
              <a:pPr/>
              <a:t>‹#›</a:t>
            </a:fld>
            <a:endParaRPr lang="en-GB" altLang="en-US"/>
          </a:p>
        </p:txBody>
      </p:sp>
    </p:spTree>
    <p:extLst>
      <p:ext uri="{BB962C8B-B14F-4D97-AF65-F5344CB8AC3E}">
        <p14:creationId xmlns:p14="http://schemas.microsoft.com/office/powerpoint/2010/main" val="34066522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cxnSp>
        <p:nvCxnSpPr>
          <p:cNvPr id="2" name="Straight Connector 1"/>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Picture 7"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7"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851587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2_Content: One">
    <p:spTree>
      <p:nvGrpSpPr>
        <p:cNvPr id="1" name=""/>
        <p:cNvGrpSpPr/>
        <p:nvPr/>
      </p:nvGrpSpPr>
      <p:grpSpPr>
        <a:xfrm>
          <a:off x="0" y="0"/>
          <a:ext cx="0" cy="0"/>
          <a:chOff x="0" y="0"/>
          <a:chExt cx="0" cy="0"/>
        </a:xfrm>
      </p:grpSpPr>
      <p:sp>
        <p:nvSpPr>
          <p:cNvPr id="2" name="TextBox 31"/>
          <p:cNvSpPr txBox="1">
            <a:spLocks noChangeArrowheads="1"/>
          </p:cNvSpPr>
          <p:nvPr/>
        </p:nvSpPr>
        <p:spPr bwMode="auto">
          <a:xfrm>
            <a:off x="711200" y="6477000"/>
            <a:ext cx="3454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i="1">
                <a:solidFill>
                  <a:schemeClr val="tx1"/>
                </a:solidFill>
                <a:latin typeface="Arial" charset="0"/>
                <a:ea typeface="ＭＳ Ｐゴシック" charset="0"/>
                <a:cs typeface="ＭＳ Ｐゴシック" charset="0"/>
              </a:defRPr>
            </a:lvl1pPr>
            <a:lvl2pPr marL="742950" indent="-285750" eaLnBrk="0" hangingPunct="0">
              <a:defRPr sz="2400" i="1">
                <a:solidFill>
                  <a:schemeClr val="tx1"/>
                </a:solidFill>
                <a:latin typeface="Arial" charset="0"/>
                <a:ea typeface="ＭＳ Ｐゴシック" charset="0"/>
              </a:defRPr>
            </a:lvl2pPr>
            <a:lvl3pPr marL="1143000" indent="-228600" eaLnBrk="0" hangingPunct="0">
              <a:defRPr sz="2400" i="1">
                <a:solidFill>
                  <a:schemeClr val="tx1"/>
                </a:solidFill>
                <a:latin typeface="Arial" charset="0"/>
                <a:ea typeface="ＭＳ Ｐゴシック" charset="0"/>
              </a:defRPr>
            </a:lvl3pPr>
            <a:lvl4pPr marL="1600200" indent="-228600" eaLnBrk="0" hangingPunct="0">
              <a:defRPr sz="2400" i="1">
                <a:solidFill>
                  <a:schemeClr val="tx1"/>
                </a:solidFill>
                <a:latin typeface="Arial" charset="0"/>
                <a:ea typeface="ＭＳ Ｐゴシック" charset="0"/>
              </a:defRPr>
            </a:lvl4pPr>
            <a:lvl5pPr marL="2057400" indent="-228600" eaLnBrk="0" hangingPunct="0">
              <a:defRPr sz="2400" i="1">
                <a:solidFill>
                  <a:schemeClr val="tx1"/>
                </a:solidFill>
                <a:latin typeface="Arial" charset="0"/>
                <a:ea typeface="ＭＳ Ｐゴシック" charset="0"/>
              </a:defRPr>
            </a:lvl5pPr>
            <a:lvl6pPr marL="2514600" indent="-228600" eaLnBrk="0" fontAlgn="base" hangingPunct="0">
              <a:spcBef>
                <a:spcPct val="0"/>
              </a:spcBef>
              <a:spcAft>
                <a:spcPct val="0"/>
              </a:spcAft>
              <a:defRPr sz="2400" i="1">
                <a:solidFill>
                  <a:schemeClr val="tx1"/>
                </a:solidFill>
                <a:latin typeface="Arial" charset="0"/>
                <a:ea typeface="ＭＳ Ｐゴシック" charset="0"/>
              </a:defRPr>
            </a:lvl6pPr>
            <a:lvl7pPr marL="2971800" indent="-228600" eaLnBrk="0" fontAlgn="base" hangingPunct="0">
              <a:spcBef>
                <a:spcPct val="0"/>
              </a:spcBef>
              <a:spcAft>
                <a:spcPct val="0"/>
              </a:spcAft>
              <a:defRPr sz="2400" i="1">
                <a:solidFill>
                  <a:schemeClr val="tx1"/>
                </a:solidFill>
                <a:latin typeface="Arial" charset="0"/>
                <a:ea typeface="ＭＳ Ｐゴシック" charset="0"/>
              </a:defRPr>
            </a:lvl7pPr>
            <a:lvl8pPr marL="3429000" indent="-228600" eaLnBrk="0" fontAlgn="base" hangingPunct="0">
              <a:spcBef>
                <a:spcPct val="0"/>
              </a:spcBef>
              <a:spcAft>
                <a:spcPct val="0"/>
              </a:spcAft>
              <a:defRPr sz="2400" i="1">
                <a:solidFill>
                  <a:schemeClr val="tx1"/>
                </a:solidFill>
                <a:latin typeface="Arial" charset="0"/>
                <a:ea typeface="ＭＳ Ｐゴシック" charset="0"/>
              </a:defRPr>
            </a:lvl8pPr>
            <a:lvl9pPr marL="3886200" indent="-228600" eaLnBrk="0" fontAlgn="base" hangingPunct="0">
              <a:spcBef>
                <a:spcPct val="0"/>
              </a:spcBef>
              <a:spcAft>
                <a:spcPct val="0"/>
              </a:spcAft>
              <a:defRPr sz="2400" i="1">
                <a:solidFill>
                  <a:schemeClr val="tx1"/>
                </a:solidFill>
                <a:latin typeface="Arial" charset="0"/>
                <a:ea typeface="ＭＳ Ｐゴシック" charset="0"/>
              </a:defRPr>
            </a:lvl9pPr>
          </a:lstStyle>
          <a:p>
            <a:pPr defTabSz="914400" eaLnBrk="1" hangingPunct="1">
              <a:defRPr/>
            </a:pPr>
            <a:endParaRPr lang="en-GB" sz="1000" i="0">
              <a:solidFill>
                <a:prstClr val="black"/>
              </a:solidFill>
              <a:latin typeface="Georgia" charset="0"/>
              <a:cs typeface="Arial" charset="0"/>
            </a:endParaRPr>
          </a:p>
        </p:txBody>
      </p:sp>
      <p:cxnSp>
        <p:nvCxnSpPr>
          <p:cNvPr id="3" name="Straight Connector 2"/>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Picture 8"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7"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7257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11_Content: One">
    <p:spTree>
      <p:nvGrpSpPr>
        <p:cNvPr id="1" name=""/>
        <p:cNvGrpSpPr/>
        <p:nvPr/>
      </p:nvGrpSpPr>
      <p:grpSpPr>
        <a:xfrm>
          <a:off x="0" y="0"/>
          <a:ext cx="0" cy="0"/>
          <a:chOff x="0" y="0"/>
          <a:chExt cx="0" cy="0"/>
        </a:xfrm>
      </p:grpSpPr>
      <p:cxnSp>
        <p:nvCxnSpPr>
          <p:cNvPr id="2" name="Straight Connector 1"/>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Picture 7"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7"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4174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8862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cxnSp>
        <p:nvCxnSpPr>
          <p:cNvPr id="2" name="Straight Connector 1"/>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Picture 7"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7"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3620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3" name="Picture 6"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7"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8"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7"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1"/>
          <p:cNvSpPr>
            <a:spLocks noGrp="1"/>
          </p:cNvSpPr>
          <p:nvPr>
            <p:ph type="title"/>
          </p:nvPr>
        </p:nvSpPr>
        <p:spPr>
          <a:xfrm>
            <a:off x="143339" y="183040"/>
            <a:ext cx="4320480" cy="562074"/>
          </a:xfrm>
          <a:prstGeom prst="rect">
            <a:avLst/>
          </a:prstGeom>
        </p:spPr>
        <p:txBody>
          <a:bodyPr/>
          <a:lstStyle>
            <a:lvl1pPr>
              <a:defRPr sz="16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endParaRPr lang="en-GB" dirty="0"/>
          </a:p>
        </p:txBody>
      </p:sp>
    </p:spTree>
    <p:extLst>
      <p:ext uri="{BB962C8B-B14F-4D97-AF65-F5344CB8AC3E}">
        <p14:creationId xmlns:p14="http://schemas.microsoft.com/office/powerpoint/2010/main" val="2440456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1_Special - Values 4 or section title page">
    <p:spTree>
      <p:nvGrpSpPr>
        <p:cNvPr id="1" name=""/>
        <p:cNvGrpSpPr/>
        <p:nvPr/>
      </p:nvGrpSpPr>
      <p:grpSpPr>
        <a:xfrm>
          <a:off x="0" y="0"/>
          <a:ext cx="0" cy="0"/>
          <a:chOff x="0" y="0"/>
          <a:chExt cx="0" cy="0"/>
        </a:xfrm>
      </p:grpSpPr>
      <p:pic>
        <p:nvPicPr>
          <p:cNvPr id="6" name="Picture 5" descr="Vitality_0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5494" y="135226"/>
            <a:ext cx="11700121" cy="5883508"/>
          </a:xfrm>
          <a:prstGeom prst="rect">
            <a:avLst/>
          </a:prstGeom>
        </p:spPr>
      </p:pic>
      <p:pic>
        <p:nvPicPr>
          <p:cNvPr id="14" name="Picture 13" descr="End04_LogoGreen_992x736.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32919" y="5714388"/>
            <a:ext cx="11692695" cy="965089"/>
          </a:xfrm>
          <a:prstGeom prst="rect">
            <a:avLst/>
          </a:prstGeom>
        </p:spPr>
      </p:pic>
      <p:sp>
        <p:nvSpPr>
          <p:cNvPr id="15" name="Text Placeholder 3"/>
          <p:cNvSpPr>
            <a:spLocks noGrp="1"/>
          </p:cNvSpPr>
          <p:nvPr>
            <p:ph type="body" sz="quarter" idx="10" hasCustomPrompt="1"/>
          </p:nvPr>
        </p:nvSpPr>
        <p:spPr>
          <a:xfrm>
            <a:off x="584201" y="555532"/>
            <a:ext cx="4682067" cy="622300"/>
          </a:xfrm>
          <a:prstGeom prst="rect">
            <a:avLst/>
          </a:prstGeom>
        </p:spPr>
        <p:txBody>
          <a:bodyPr vert="horz" lIns="117039" tIns="58516" rIns="117039" bIns="58516"/>
          <a:lstStyle>
            <a:lvl1pPr>
              <a:defRPr sz="4600" b="0"/>
            </a:lvl1pPr>
          </a:lstStyle>
          <a:p>
            <a:pPr lvl="0"/>
            <a:r>
              <a:rPr lang="en-AU" dirty="0"/>
              <a:t>Vitality</a:t>
            </a:r>
            <a:endParaRPr lang="en-US" dirty="0"/>
          </a:p>
        </p:txBody>
      </p:sp>
      <p:sp>
        <p:nvSpPr>
          <p:cNvPr id="16" name="Text Placeholder 16"/>
          <p:cNvSpPr>
            <a:spLocks noGrp="1"/>
          </p:cNvSpPr>
          <p:nvPr>
            <p:ph type="body" sz="quarter" idx="11" hasCustomPrompt="1"/>
          </p:nvPr>
        </p:nvSpPr>
        <p:spPr>
          <a:xfrm>
            <a:off x="584206" y="1338731"/>
            <a:ext cx="7498601" cy="1727200"/>
          </a:xfrm>
          <a:prstGeom prst="rect">
            <a:avLst/>
          </a:prstGeom>
        </p:spPr>
        <p:txBody>
          <a:bodyPr vert="horz" lIns="117039" tIns="58516" rIns="117039" bIns="58516"/>
          <a:lstStyle>
            <a:lvl1pPr>
              <a:defRPr b="0" baseline="0">
                <a:solidFill>
                  <a:schemeClr val="bg1"/>
                </a:solidFill>
              </a:defRPr>
            </a:lvl1pPr>
          </a:lstStyle>
          <a:p>
            <a:r>
              <a:rPr lang="en-US" sz="3100" dirty="0">
                <a:solidFill>
                  <a:srgbClr val="FFFFFF"/>
                </a:solidFill>
              </a:rPr>
              <a:t>Fresh thinking and action to enable success through new solutions.</a:t>
            </a:r>
          </a:p>
        </p:txBody>
      </p:sp>
    </p:spTree>
    <p:extLst>
      <p:ext uri="{BB962C8B-B14F-4D97-AF65-F5344CB8AC3E}">
        <p14:creationId xmlns:p14="http://schemas.microsoft.com/office/powerpoint/2010/main" val="266669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type="secHead" preserve="1">
  <p:cSld name="Title page">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89653" y="130941"/>
            <a:ext cx="11818768" cy="6576572"/>
          </a:xfrm>
          <a:prstGeom prst="rect">
            <a:avLst/>
          </a:prstGeom>
        </p:spPr>
      </p:pic>
      <p:sp>
        <p:nvSpPr>
          <p:cNvPr id="2" name="Title 1"/>
          <p:cNvSpPr>
            <a:spLocks noGrp="1"/>
          </p:cNvSpPr>
          <p:nvPr>
            <p:ph type="title"/>
          </p:nvPr>
        </p:nvSpPr>
        <p:spPr>
          <a:xfrm>
            <a:off x="963085" y="4406909"/>
            <a:ext cx="10363200" cy="1362076"/>
          </a:xfrm>
          <a:prstGeom prst="rect">
            <a:avLst/>
          </a:prstGeom>
        </p:spPr>
        <p:txBody>
          <a:bodyPr lIns="117011" tIns="58500" rIns="117011" bIns="58500" anchor="t"/>
          <a:lstStyle>
            <a:lvl1pPr algn="l">
              <a:defRPr sz="6200" b="1" cap="all"/>
            </a:lvl1pPr>
          </a:lstStyle>
          <a:p>
            <a:r>
              <a:rPr lang="en-US"/>
              <a:t>Click to edit Master title style</a:t>
            </a:r>
            <a:endParaRPr lang="en-US" dirty="0"/>
          </a:p>
        </p:txBody>
      </p:sp>
      <p:sp>
        <p:nvSpPr>
          <p:cNvPr id="3" name="Text Placeholder 2"/>
          <p:cNvSpPr>
            <a:spLocks noGrp="1"/>
          </p:cNvSpPr>
          <p:nvPr>
            <p:ph type="body" idx="1"/>
          </p:nvPr>
        </p:nvSpPr>
        <p:spPr>
          <a:xfrm>
            <a:off x="963085" y="2906713"/>
            <a:ext cx="10363200" cy="1500187"/>
          </a:xfrm>
          <a:prstGeom prst="rect">
            <a:avLst/>
          </a:prstGeom>
        </p:spPr>
        <p:txBody>
          <a:bodyPr lIns="117011" tIns="58500" rIns="117011" bIns="58500" anchor="b"/>
          <a:lstStyle>
            <a:lvl1pPr marL="0" indent="0">
              <a:buNone/>
              <a:defRPr sz="3100">
                <a:solidFill>
                  <a:schemeClr val="bg1"/>
                </a:solidFill>
              </a:defRPr>
            </a:lvl1pPr>
            <a:lvl2pPr marL="701976" indent="0">
              <a:buNone/>
              <a:defRPr sz="2800">
                <a:solidFill>
                  <a:schemeClr val="tx1">
                    <a:tint val="75000"/>
                  </a:schemeClr>
                </a:solidFill>
              </a:defRPr>
            </a:lvl2pPr>
            <a:lvl3pPr marL="1403957" indent="0">
              <a:buNone/>
              <a:defRPr sz="2600">
                <a:solidFill>
                  <a:schemeClr val="tx1">
                    <a:tint val="75000"/>
                  </a:schemeClr>
                </a:solidFill>
              </a:defRPr>
            </a:lvl3pPr>
            <a:lvl4pPr marL="2105936" indent="0">
              <a:buNone/>
              <a:defRPr sz="2200">
                <a:solidFill>
                  <a:schemeClr val="tx1">
                    <a:tint val="75000"/>
                  </a:schemeClr>
                </a:solidFill>
              </a:defRPr>
            </a:lvl4pPr>
            <a:lvl5pPr marL="2807915" indent="0">
              <a:buNone/>
              <a:defRPr sz="2200">
                <a:solidFill>
                  <a:schemeClr val="tx1">
                    <a:tint val="75000"/>
                  </a:schemeClr>
                </a:solidFill>
              </a:defRPr>
            </a:lvl5pPr>
            <a:lvl6pPr marL="3509880" indent="0">
              <a:buNone/>
              <a:defRPr sz="2200">
                <a:solidFill>
                  <a:schemeClr val="tx1">
                    <a:tint val="75000"/>
                  </a:schemeClr>
                </a:solidFill>
              </a:defRPr>
            </a:lvl6pPr>
            <a:lvl7pPr marL="4211897" indent="0">
              <a:buNone/>
              <a:defRPr sz="2200">
                <a:solidFill>
                  <a:schemeClr val="tx1">
                    <a:tint val="75000"/>
                  </a:schemeClr>
                </a:solidFill>
              </a:defRPr>
            </a:lvl7pPr>
            <a:lvl8pPr marL="4913859" indent="0">
              <a:buNone/>
              <a:defRPr sz="2200">
                <a:solidFill>
                  <a:schemeClr val="tx1">
                    <a:tint val="75000"/>
                  </a:schemeClr>
                </a:solidFill>
              </a:defRPr>
            </a:lvl8pPr>
            <a:lvl9pPr marL="5615830" indent="0">
              <a:buNone/>
              <a:defRPr sz="2200">
                <a:solidFill>
                  <a:schemeClr val="tx1">
                    <a:tint val="75000"/>
                  </a:schemeClr>
                </a:solidFill>
              </a:defRPr>
            </a:lvl9pPr>
          </a:lstStyle>
          <a:p>
            <a:pPr lvl="0"/>
            <a:r>
              <a:rPr lang="en-US"/>
              <a:t>Click to edit Master text styles</a:t>
            </a:r>
          </a:p>
        </p:txBody>
      </p:sp>
      <p:sp>
        <p:nvSpPr>
          <p:cNvPr id="9" name="Footer Placeholder 4"/>
          <p:cNvSpPr>
            <a:spLocks noGrp="1"/>
          </p:cNvSpPr>
          <p:nvPr>
            <p:ph type="ftr" sz="quarter" idx="3"/>
          </p:nvPr>
        </p:nvSpPr>
        <p:spPr>
          <a:xfrm>
            <a:off x="6055360" y="6342453"/>
            <a:ext cx="5879253" cy="365125"/>
          </a:xfrm>
          <a:prstGeom prst="rect">
            <a:avLst/>
          </a:prstGeom>
        </p:spPr>
        <p:txBody>
          <a:bodyPr vert="horz" lIns="117011" tIns="58500" rIns="117011" bIns="58500" rtlCol="0" anchor="ctr"/>
          <a:lstStyle>
            <a:lvl1pPr algn="r">
              <a:defRPr sz="1800">
                <a:solidFill>
                  <a:schemeClr val="tx2"/>
                </a:solidFill>
              </a:defRPr>
            </a:lvl1pPr>
          </a:lstStyle>
          <a:p>
            <a:pPr defTabSz="912652"/>
            <a:endParaRPr lang="en-NZ">
              <a:solidFill>
                <a:srgbClr val="666366"/>
              </a:solidFill>
            </a:endParaRPr>
          </a:p>
        </p:txBody>
      </p:sp>
    </p:spTree>
    <p:extLst>
      <p:ext uri="{BB962C8B-B14F-4D97-AF65-F5344CB8AC3E}">
        <p14:creationId xmlns:p14="http://schemas.microsoft.com/office/powerpoint/2010/main" val="2585615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pic>
        <p:nvPicPr>
          <p:cNvPr id="6" name="Picture 5"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53"/>
            <a:ext cx="2844800" cy="365125"/>
          </a:xfrm>
          <a:prstGeom prst="rect">
            <a:avLst/>
          </a:prstGeom>
        </p:spPr>
        <p:txBody>
          <a:bodyPr lIns="117011" tIns="58500" rIns="117011" bIns="58500" anchor="ctr"/>
          <a:lstStyle>
            <a:lvl1pPr algn="r">
              <a:defRPr sz="1800">
                <a:solidFill>
                  <a:schemeClr val="tx1"/>
                </a:solidFill>
              </a:defRPr>
            </a:lvl1pPr>
          </a:lstStyle>
          <a:p>
            <a:pPr defTabSz="912652"/>
            <a:fld id="{5D762165-7DD1-43A8-AF3E-02B3DB1B40E1}" type="slidenum">
              <a:rPr lang="en-NZ" smtClean="0">
                <a:solidFill>
                  <a:srgbClr val="1A472B"/>
                </a:solidFill>
              </a:rPr>
              <a:pPr defTabSz="912652"/>
              <a:t>‹#›</a:t>
            </a:fld>
            <a:endParaRPr lang="en-NZ">
              <a:solidFill>
                <a:srgbClr val="1A472B"/>
              </a:solidFill>
            </a:endParaRPr>
          </a:p>
        </p:txBody>
      </p:sp>
      <p:sp>
        <p:nvSpPr>
          <p:cNvPr id="12"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spTree>
    <p:extLst>
      <p:ext uri="{BB962C8B-B14F-4D97-AF65-F5344CB8AC3E}">
        <p14:creationId xmlns:p14="http://schemas.microsoft.com/office/powerpoint/2010/main" val="2129859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Primary text only">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53"/>
            <a:ext cx="2844800" cy="365125"/>
          </a:xfrm>
          <a:prstGeom prst="rect">
            <a:avLst/>
          </a:prstGeom>
        </p:spPr>
        <p:txBody>
          <a:bodyPr lIns="117011" tIns="58500" rIns="117011" bIns="58500" anchor="ctr"/>
          <a:lstStyle>
            <a:lvl1pPr algn="r">
              <a:defRPr sz="1800">
                <a:solidFill>
                  <a:schemeClr val="bg1"/>
                </a:solidFill>
              </a:defRPr>
            </a:lvl1pPr>
          </a:lstStyle>
          <a:p>
            <a:pPr defTabSz="912652"/>
            <a:fld id="{5D762165-7DD1-43A8-AF3E-02B3DB1B40E1}" type="slidenum">
              <a:rPr lang="en-NZ" smtClean="0">
                <a:solidFill>
                  <a:prstClr val="white"/>
                </a:solidFill>
              </a:rPr>
              <a:pPr defTabSz="912652"/>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011" tIns="58500" rIns="117011" bIns="58500"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sp>
        <p:nvSpPr>
          <p:cNvPr id="2" name="TextBox 1"/>
          <p:cNvSpPr txBox="1"/>
          <p:nvPr/>
        </p:nvSpPr>
        <p:spPr>
          <a:xfrm>
            <a:off x="209813" y="1398341"/>
            <a:ext cx="11704320" cy="4644516"/>
          </a:xfrm>
          <a:prstGeom prst="rect">
            <a:avLst/>
          </a:prstGeom>
          <a:noFill/>
        </p:spPr>
        <p:txBody>
          <a:bodyPr wrap="square" lIns="117011" tIns="58500" rIns="117011" bIns="58500" rtlCol="0">
            <a:normAutofit/>
          </a:bodyPr>
          <a:lstStyle/>
          <a:p>
            <a:pPr defTabSz="912652">
              <a:lnSpc>
                <a:spcPct val="130000"/>
              </a:lnSpc>
            </a:pPr>
            <a:r>
              <a:rPr lang="en-US" sz="3700" b="1" dirty="0">
                <a:solidFill>
                  <a:prstClr val="white"/>
                </a:solidFill>
              </a:rPr>
              <a:t>Click to add subhead 01 – Calibri Bold 24pt</a:t>
            </a:r>
          </a:p>
          <a:p>
            <a:pPr defTabSz="912652">
              <a:lnSpc>
                <a:spcPct val="130000"/>
              </a:lnSpc>
            </a:pPr>
            <a:r>
              <a:rPr lang="en-US" sz="3500" dirty="0">
                <a:solidFill>
                  <a:prstClr val="white"/>
                </a:solidFill>
              </a:rPr>
              <a:t>Click to add body text 01 – Calibri 22pt</a:t>
            </a:r>
          </a:p>
          <a:p>
            <a:pPr defTabSz="701976">
              <a:lnSpc>
                <a:spcPct val="130000"/>
              </a:lnSpc>
              <a:defRPr/>
            </a:pPr>
            <a:r>
              <a:rPr lang="en-US" sz="2800" dirty="0">
                <a:solidFill>
                  <a:prstClr val="white"/>
                </a:solidFill>
              </a:rPr>
              <a:t>Click to add body text 02 – Calibri 18pt</a:t>
            </a:r>
          </a:p>
          <a:p>
            <a:pPr defTabSz="912652">
              <a:lnSpc>
                <a:spcPct val="130000"/>
              </a:lnSpc>
            </a:pPr>
            <a:endParaRPr lang="en-US" sz="3500" dirty="0">
              <a:solidFill>
                <a:prstClr val="white"/>
              </a:solidFill>
            </a:endParaRPr>
          </a:p>
        </p:txBody>
      </p:sp>
      <p:pic>
        <p:nvPicPr>
          <p:cNvPr id="9" name="Picture 8"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040606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Primary bulleted text">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53"/>
            <a:ext cx="2844800" cy="365125"/>
          </a:xfrm>
          <a:prstGeom prst="rect">
            <a:avLst/>
          </a:prstGeom>
        </p:spPr>
        <p:txBody>
          <a:bodyPr lIns="117011" tIns="58500" rIns="117011" bIns="58500" anchor="ctr"/>
          <a:lstStyle>
            <a:lvl1pPr algn="r">
              <a:defRPr sz="1800">
                <a:solidFill>
                  <a:schemeClr val="bg1"/>
                </a:solidFill>
              </a:defRPr>
            </a:lvl1pPr>
          </a:lstStyle>
          <a:p>
            <a:pPr defTabSz="912652"/>
            <a:fld id="{5D762165-7DD1-43A8-AF3E-02B3DB1B40E1}" type="slidenum">
              <a:rPr lang="en-NZ" smtClean="0">
                <a:solidFill>
                  <a:prstClr val="white"/>
                </a:solidFill>
              </a:rPr>
              <a:pPr defTabSz="912652"/>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011" tIns="58500" rIns="117011" bIns="58500"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011" tIns="58500" rIns="117011" bIns="58500" rtlCol="0">
            <a:normAutofit/>
          </a:bodyPr>
          <a:lstStyle>
            <a:lvl1pPr marL="0" indent="0">
              <a:lnSpc>
                <a:spcPct val="120000"/>
              </a:lnSpc>
              <a:buFont typeface="Arial"/>
              <a:buNone/>
              <a:defRPr sz="3700" b="1">
                <a:solidFill>
                  <a:schemeClr val="bg1"/>
                </a:solidFill>
                <a:latin typeface="+mn-lt"/>
              </a:defRPr>
            </a:lvl1pPr>
            <a:lvl2pPr marL="828718" indent="-438722">
              <a:lnSpc>
                <a:spcPct val="120000"/>
              </a:lnSpc>
              <a:buFont typeface="Arial"/>
              <a:buChar char="•"/>
              <a:defRPr sz="3500">
                <a:solidFill>
                  <a:schemeClr val="bg1"/>
                </a:solidFill>
                <a:latin typeface="+mn-lt"/>
              </a:defRPr>
            </a:lvl2pPr>
            <a:lvl3pPr marL="1789067" indent="-526493">
              <a:lnSpc>
                <a:spcPct val="120000"/>
              </a:lnSpc>
              <a:buFont typeface="Arial"/>
              <a:buChar char="•"/>
              <a:defRPr sz="2800">
                <a:solidFill>
                  <a:schemeClr val="bg1"/>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987274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Secondary full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8" name="Picture 7" descr="Footer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53"/>
            <a:ext cx="2844800" cy="365125"/>
          </a:xfrm>
          <a:prstGeom prst="rect">
            <a:avLst/>
          </a:prstGeom>
        </p:spPr>
        <p:txBody>
          <a:bodyPr lIns="117011" tIns="58500" rIns="117011" bIns="58500" anchor="ctr"/>
          <a:lstStyle>
            <a:lvl1pPr algn="r">
              <a:defRPr sz="1800">
                <a:solidFill>
                  <a:schemeClr val="bg1"/>
                </a:solidFill>
              </a:defRPr>
            </a:lvl1pPr>
          </a:lstStyle>
          <a:p>
            <a:pPr defTabSz="912652"/>
            <a:fld id="{5D762165-7DD1-43A8-AF3E-02B3DB1B40E1}" type="slidenum">
              <a:rPr lang="en-NZ" smtClean="0">
                <a:solidFill>
                  <a:prstClr val="white"/>
                </a:solidFill>
              </a:rPr>
              <a:pPr defTabSz="912652"/>
              <a:t>‹#›</a:t>
            </a:fld>
            <a:endParaRPr lang="en-NZ">
              <a:solidFill>
                <a:prstClr val="white"/>
              </a:solidFill>
            </a:endParaRPr>
          </a:p>
        </p:txBody>
      </p:sp>
      <p:sp>
        <p:nvSpPr>
          <p:cNvPr id="6" name="Title Placeholder 1"/>
          <p:cNvSpPr>
            <a:spLocks noGrp="1"/>
          </p:cNvSpPr>
          <p:nvPr>
            <p:ph type="title"/>
          </p:nvPr>
        </p:nvSpPr>
        <p:spPr>
          <a:xfrm>
            <a:off x="230293" y="173039"/>
            <a:ext cx="8880000" cy="1143000"/>
          </a:xfrm>
          <a:prstGeom prst="rect">
            <a:avLst/>
          </a:prstGeom>
        </p:spPr>
        <p:txBody>
          <a:bodyPr vert="horz" lIns="117011" tIns="58500" rIns="117011" bIns="58500" rtlCol="0" anchor="ctr">
            <a:normAutofit/>
          </a:bodyPr>
          <a:lstStyle/>
          <a:p>
            <a:r>
              <a:rPr lang="en-US"/>
              <a:t>Click to edit Master title style</a:t>
            </a:r>
            <a:endParaRPr lang="en-US" dirty="0"/>
          </a:p>
        </p:txBody>
      </p:sp>
      <p:sp>
        <p:nvSpPr>
          <p:cNvPr id="7"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011" tIns="58500" rIns="117011" bIns="58500" rtlCol="0">
            <a:normAutofit/>
          </a:bodyPr>
          <a:lstStyle>
            <a:lvl1pPr marL="0" indent="0">
              <a:lnSpc>
                <a:spcPct val="120000"/>
              </a:lnSpc>
              <a:buFont typeface="Arial"/>
              <a:buNone/>
              <a:defRPr sz="3700" b="1">
                <a:solidFill>
                  <a:schemeClr val="tx2"/>
                </a:solidFill>
                <a:latin typeface="+mn-lt"/>
              </a:defRPr>
            </a:lvl1pPr>
            <a:lvl2pPr marL="828718" indent="-438722">
              <a:lnSpc>
                <a:spcPct val="120000"/>
              </a:lnSpc>
              <a:buFont typeface="Arial"/>
              <a:buChar char="•"/>
              <a:defRPr sz="3500">
                <a:solidFill>
                  <a:schemeClr val="tx2"/>
                </a:solidFill>
                <a:latin typeface="+mn-lt"/>
              </a:defRPr>
            </a:lvl2pPr>
            <a:lvl3pPr marL="1789067" indent="-526493">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672756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Secondary half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011" tIns="58500" rIns="117011" bIns="58500"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011" tIns="58500" rIns="117011" bIns="58500" rtlCol="0">
            <a:normAutofit/>
          </a:bodyPr>
          <a:lstStyle>
            <a:lvl1pPr marL="0" indent="0">
              <a:lnSpc>
                <a:spcPct val="120000"/>
              </a:lnSpc>
              <a:buFont typeface="Arial"/>
              <a:buNone/>
              <a:defRPr sz="3700" b="1">
                <a:solidFill>
                  <a:schemeClr val="tx2"/>
                </a:solidFill>
                <a:latin typeface="+mn-lt"/>
              </a:defRPr>
            </a:lvl1pPr>
            <a:lvl2pPr marL="828718" indent="-438722">
              <a:lnSpc>
                <a:spcPct val="120000"/>
              </a:lnSpc>
              <a:buFont typeface="Arial"/>
              <a:buChar char="•"/>
              <a:defRPr sz="3500">
                <a:solidFill>
                  <a:schemeClr val="tx2"/>
                </a:solidFill>
                <a:latin typeface="+mn-lt"/>
              </a:defRPr>
            </a:lvl2pPr>
            <a:lvl3pPr marL="1789067" indent="-526493">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sp>
        <p:nvSpPr>
          <p:cNvPr id="11" name="Slide Number Placeholder 3"/>
          <p:cNvSpPr>
            <a:spLocks noGrp="1"/>
          </p:cNvSpPr>
          <p:nvPr>
            <p:ph type="sldNum" sz="quarter" idx="12"/>
          </p:nvPr>
        </p:nvSpPr>
        <p:spPr>
          <a:xfrm>
            <a:off x="9123845" y="6342453"/>
            <a:ext cx="2844800" cy="365125"/>
          </a:xfrm>
          <a:prstGeom prst="rect">
            <a:avLst/>
          </a:prstGeom>
        </p:spPr>
        <p:txBody>
          <a:bodyPr lIns="117011" tIns="58500" rIns="117011" bIns="58500" anchor="ctr"/>
          <a:lstStyle>
            <a:lvl1pPr algn="r">
              <a:defRPr sz="1800">
                <a:solidFill>
                  <a:schemeClr val="tx1"/>
                </a:solidFill>
              </a:defRPr>
            </a:lvl1pPr>
          </a:lstStyle>
          <a:p>
            <a:pPr defTabSz="912652"/>
            <a:fld id="{5D762165-7DD1-43A8-AF3E-02B3DB1B40E1}" type="slidenum">
              <a:rPr lang="en-NZ" smtClean="0">
                <a:solidFill>
                  <a:srgbClr val="1A472B"/>
                </a:solidFill>
              </a:rPr>
              <a:pPr defTabSz="912652"/>
              <a:t>‹#›</a:t>
            </a:fld>
            <a:endParaRPr lang="en-NZ">
              <a:solidFill>
                <a:srgbClr val="1A472B"/>
              </a:solidFill>
            </a:endParaRPr>
          </a:p>
        </p:txBody>
      </p:sp>
      <p:sp>
        <p:nvSpPr>
          <p:cNvPr id="12"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350286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53"/>
            <a:ext cx="2844800" cy="365125"/>
          </a:xfrm>
          <a:prstGeom prst="rect">
            <a:avLst/>
          </a:prstGeom>
        </p:spPr>
        <p:txBody>
          <a:bodyPr lIns="117011" tIns="58500" rIns="117011" bIns="58500" anchor="ctr"/>
          <a:lstStyle>
            <a:lvl1pPr algn="r">
              <a:defRPr sz="1800">
                <a:solidFill>
                  <a:schemeClr val="tx1"/>
                </a:solidFill>
              </a:defRPr>
            </a:lvl1pPr>
          </a:lstStyle>
          <a:p>
            <a:pPr defTabSz="912652"/>
            <a:fld id="{5D762165-7DD1-43A8-AF3E-02B3DB1B40E1}" type="slidenum">
              <a:rPr lang="en-NZ" smtClean="0">
                <a:solidFill>
                  <a:srgbClr val="1A472B"/>
                </a:solidFill>
              </a:rPr>
              <a:pPr defTabSz="912652"/>
              <a:t>‹#›</a:t>
            </a:fld>
            <a:endParaRPr lang="en-NZ">
              <a:solidFill>
                <a:srgbClr val="1A472B"/>
              </a:solidFill>
            </a:endParaRPr>
          </a:p>
        </p:txBody>
      </p:sp>
      <p:sp>
        <p:nvSpPr>
          <p:cNvPr id="12"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spTree>
    <p:extLst>
      <p:ext uri="{BB962C8B-B14F-4D97-AF65-F5344CB8AC3E}">
        <p14:creationId xmlns:p14="http://schemas.microsoft.com/office/powerpoint/2010/main" val="3878202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Tertiary values 1">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53"/>
            <a:ext cx="2844800" cy="365125"/>
          </a:xfrm>
          <a:prstGeom prst="rect">
            <a:avLst/>
          </a:prstGeom>
        </p:spPr>
        <p:txBody>
          <a:bodyPr lIns="117011" tIns="58500" rIns="117011" bIns="58500" anchor="ctr"/>
          <a:lstStyle>
            <a:lvl1pPr algn="r">
              <a:defRPr sz="1800">
                <a:solidFill>
                  <a:schemeClr val="tx1"/>
                </a:solidFill>
              </a:defRPr>
            </a:lvl1pPr>
          </a:lstStyle>
          <a:p>
            <a:pPr defTabSz="912652"/>
            <a:fld id="{5D762165-7DD1-43A8-AF3E-02B3DB1B40E1}" type="slidenum">
              <a:rPr lang="en-NZ" smtClean="0">
                <a:solidFill>
                  <a:srgbClr val="1A472B"/>
                </a:solidFill>
              </a:rPr>
              <a:pPr defTabSz="912652"/>
              <a:t>‹#›</a:t>
            </a:fld>
            <a:endParaRPr lang="en-NZ">
              <a:solidFill>
                <a:srgbClr val="1A472B"/>
              </a:solidFill>
            </a:endParaRPr>
          </a:p>
        </p:txBody>
      </p:sp>
      <p:sp>
        <p:nvSpPr>
          <p:cNvPr id="12"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spTree>
    <p:extLst>
      <p:ext uri="{BB962C8B-B14F-4D97-AF65-F5344CB8AC3E}">
        <p14:creationId xmlns:p14="http://schemas.microsoft.com/office/powerpoint/2010/main" val="2049703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Tertiary values 2">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53"/>
            <a:ext cx="2844800" cy="365125"/>
          </a:xfrm>
          <a:prstGeom prst="rect">
            <a:avLst/>
          </a:prstGeom>
        </p:spPr>
        <p:txBody>
          <a:bodyPr lIns="117011" tIns="58500" rIns="117011" bIns="58500" anchor="ctr"/>
          <a:lstStyle>
            <a:lvl1pPr algn="r">
              <a:defRPr sz="1800">
                <a:solidFill>
                  <a:schemeClr val="tx1"/>
                </a:solidFill>
              </a:defRPr>
            </a:lvl1pPr>
          </a:lstStyle>
          <a:p>
            <a:pPr defTabSz="912652"/>
            <a:fld id="{5D762165-7DD1-43A8-AF3E-02B3DB1B40E1}" type="slidenum">
              <a:rPr lang="en-NZ" smtClean="0">
                <a:solidFill>
                  <a:srgbClr val="1A472B"/>
                </a:solidFill>
              </a:rPr>
              <a:pPr defTabSz="912652"/>
              <a:t>‹#›</a:t>
            </a:fld>
            <a:endParaRPr lang="en-NZ">
              <a:solidFill>
                <a:srgbClr val="1A472B"/>
              </a:solidFill>
            </a:endParaRPr>
          </a:p>
        </p:txBody>
      </p:sp>
      <p:sp>
        <p:nvSpPr>
          <p:cNvPr id="12"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spTree>
    <p:extLst>
      <p:ext uri="{BB962C8B-B14F-4D97-AF65-F5344CB8AC3E}">
        <p14:creationId xmlns:p14="http://schemas.microsoft.com/office/powerpoint/2010/main" val="3464830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Tertiary values 3">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53"/>
            <a:ext cx="2844800" cy="365125"/>
          </a:xfrm>
          <a:prstGeom prst="rect">
            <a:avLst/>
          </a:prstGeom>
        </p:spPr>
        <p:txBody>
          <a:bodyPr lIns="117011" tIns="58500" rIns="117011" bIns="58500" anchor="ctr"/>
          <a:lstStyle>
            <a:lvl1pPr algn="r">
              <a:defRPr sz="1800">
                <a:solidFill>
                  <a:schemeClr val="tx1"/>
                </a:solidFill>
              </a:defRPr>
            </a:lvl1pPr>
          </a:lstStyle>
          <a:p>
            <a:pPr defTabSz="912652"/>
            <a:fld id="{5D762165-7DD1-43A8-AF3E-02B3DB1B40E1}" type="slidenum">
              <a:rPr lang="en-NZ" smtClean="0">
                <a:solidFill>
                  <a:srgbClr val="1A472B"/>
                </a:solidFill>
              </a:rPr>
              <a:pPr defTabSz="912652"/>
              <a:t>‹#›</a:t>
            </a:fld>
            <a:endParaRPr lang="en-NZ">
              <a:solidFill>
                <a:srgbClr val="1A472B"/>
              </a:solidFill>
            </a:endParaRPr>
          </a:p>
        </p:txBody>
      </p:sp>
      <p:sp>
        <p:nvSpPr>
          <p:cNvPr id="12"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spTree>
    <p:extLst>
      <p:ext uri="{BB962C8B-B14F-4D97-AF65-F5344CB8AC3E}">
        <p14:creationId xmlns:p14="http://schemas.microsoft.com/office/powerpoint/2010/main" val="1372109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ertiary values 4">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53"/>
            <a:ext cx="2844800" cy="365125"/>
          </a:xfrm>
          <a:prstGeom prst="rect">
            <a:avLst/>
          </a:prstGeom>
        </p:spPr>
        <p:txBody>
          <a:bodyPr lIns="117011" tIns="58500" rIns="117011" bIns="58500" anchor="ctr"/>
          <a:lstStyle>
            <a:lvl1pPr algn="r">
              <a:defRPr sz="1800">
                <a:solidFill>
                  <a:schemeClr val="tx1"/>
                </a:solidFill>
              </a:defRPr>
            </a:lvl1pPr>
          </a:lstStyle>
          <a:p>
            <a:pPr defTabSz="912652"/>
            <a:fld id="{5D762165-7DD1-43A8-AF3E-02B3DB1B40E1}" type="slidenum">
              <a:rPr lang="en-NZ" smtClean="0">
                <a:solidFill>
                  <a:srgbClr val="1A472B"/>
                </a:solidFill>
              </a:rPr>
              <a:pPr defTabSz="912652"/>
              <a:t>‹#›</a:t>
            </a:fld>
            <a:endParaRPr lang="en-NZ">
              <a:solidFill>
                <a:srgbClr val="1A472B"/>
              </a:solidFill>
            </a:endParaRPr>
          </a:p>
        </p:txBody>
      </p:sp>
      <p:sp>
        <p:nvSpPr>
          <p:cNvPr id="12"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spTree>
    <p:extLst>
      <p:ext uri="{BB962C8B-B14F-4D97-AF65-F5344CB8AC3E}">
        <p14:creationId xmlns:p14="http://schemas.microsoft.com/office/powerpoint/2010/main" val="943764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ertiary values 5">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53"/>
            <a:ext cx="2844800" cy="365125"/>
          </a:xfrm>
          <a:prstGeom prst="rect">
            <a:avLst/>
          </a:prstGeom>
        </p:spPr>
        <p:txBody>
          <a:bodyPr lIns="117011" tIns="58500" rIns="117011" bIns="58500" anchor="ctr"/>
          <a:lstStyle>
            <a:lvl1pPr algn="r">
              <a:defRPr sz="1800">
                <a:solidFill>
                  <a:schemeClr val="tx1"/>
                </a:solidFill>
              </a:defRPr>
            </a:lvl1pPr>
          </a:lstStyle>
          <a:p>
            <a:pPr defTabSz="912652"/>
            <a:fld id="{5D762165-7DD1-43A8-AF3E-02B3DB1B40E1}" type="slidenum">
              <a:rPr lang="en-NZ" smtClean="0">
                <a:solidFill>
                  <a:srgbClr val="1A472B"/>
                </a:solidFill>
              </a:rPr>
              <a:pPr defTabSz="912652"/>
              <a:t>‹#›</a:t>
            </a:fld>
            <a:endParaRPr lang="en-NZ">
              <a:solidFill>
                <a:srgbClr val="1A472B"/>
              </a:solidFill>
            </a:endParaRPr>
          </a:p>
        </p:txBody>
      </p:sp>
      <p:sp>
        <p:nvSpPr>
          <p:cNvPr id="12"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spTree>
    <p:extLst>
      <p:ext uri="{BB962C8B-B14F-4D97-AF65-F5344CB8AC3E}">
        <p14:creationId xmlns:p14="http://schemas.microsoft.com/office/powerpoint/2010/main" val="688490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ertiary with photos">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011" tIns="58500" rIns="117011" bIns="58500"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6" y="1388265"/>
            <a:ext cx="5879253" cy="4654594"/>
          </a:xfrm>
          <a:prstGeom prst="rect">
            <a:avLst/>
          </a:prstGeom>
        </p:spPr>
        <p:txBody>
          <a:bodyPr vert="horz" lIns="117011" tIns="58500" rIns="117011" bIns="58500" rtlCol="0">
            <a:normAutofit/>
          </a:bodyPr>
          <a:lstStyle>
            <a:lvl1pPr marL="0" marR="0" indent="0" algn="l" defTabSz="701976" rtl="0" eaLnBrk="1" fontAlgn="auto" latinLnBrk="0" hangingPunct="1">
              <a:lnSpc>
                <a:spcPct val="130000"/>
              </a:lnSpc>
              <a:spcBef>
                <a:spcPct val="0"/>
              </a:spcBef>
              <a:spcAft>
                <a:spcPts val="0"/>
              </a:spcAft>
              <a:buClrTx/>
              <a:buSzTx/>
              <a:buFont typeface="Arial"/>
              <a:buNone/>
              <a:tabLst/>
              <a:defRPr lang="en-AU" sz="3700" smtClean="0">
                <a:effectLst/>
              </a:defRPr>
            </a:lvl1pPr>
            <a:lvl2pPr marL="0" indent="0">
              <a:lnSpc>
                <a:spcPct val="120000"/>
              </a:lnSpc>
              <a:buFont typeface="Arial"/>
              <a:buNone/>
              <a:tabLst/>
              <a:defRPr sz="3500">
                <a:solidFill>
                  <a:schemeClr val="tx2"/>
                </a:solidFill>
                <a:latin typeface="+mn-lt"/>
              </a:defRPr>
            </a:lvl2pPr>
            <a:lvl3pPr marL="438722" indent="-438722">
              <a:lnSpc>
                <a:spcPct val="130000"/>
              </a:lnSpc>
              <a:buFont typeface="Arial"/>
              <a:buChar char="•"/>
              <a:tabLst/>
              <a:defRPr sz="3500" baseline="0">
                <a:solidFill>
                  <a:schemeClr val="tx2"/>
                </a:solidFill>
                <a:latin typeface="+mn-lt"/>
              </a:defRPr>
            </a:lvl3pPr>
            <a:lvl4pPr marL="0" indent="0">
              <a:buFont typeface="Arial"/>
              <a:buNone/>
              <a:defRPr sz="3700">
                <a:solidFill>
                  <a:schemeClr val="bg1"/>
                </a:solidFill>
              </a:defRPr>
            </a:lvl4pPr>
          </a:lstStyle>
          <a:p>
            <a:pPr lvl="0"/>
            <a:r>
              <a:rPr lang="en-AU" dirty="0"/>
              <a:t>Inserting a new slide</a:t>
            </a:r>
          </a:p>
          <a:p>
            <a:pPr lvl="2"/>
            <a:r>
              <a:rPr lang="en-AU" dirty="0"/>
              <a:t>Click the New Slide dropdown on the Home tab</a:t>
            </a:r>
          </a:p>
          <a:p>
            <a:pPr lvl="2"/>
            <a:r>
              <a:rPr lang="en-AU" dirty="0"/>
              <a:t>Select the desired layout</a:t>
            </a:r>
          </a:p>
          <a:p>
            <a:pPr marL="0" marR="0" lvl="0" indent="0" algn="l" defTabSz="701976" rtl="0" eaLnBrk="1" fontAlgn="auto" latinLnBrk="0" hangingPunct="1">
              <a:lnSpc>
                <a:spcPct val="130000"/>
              </a:lnSpc>
              <a:spcBef>
                <a:spcPct val="0"/>
              </a:spcBef>
              <a:spcAft>
                <a:spcPts val="0"/>
              </a:spcAft>
              <a:buClrTx/>
              <a:buSzTx/>
              <a:buFont typeface="Arial"/>
              <a:buNone/>
              <a:tabLst/>
              <a:defRPr/>
            </a:pPr>
            <a:endParaRPr lang="en-AU" sz="1200" dirty="0">
              <a:effectLst/>
              <a:latin typeface="+mn-lt"/>
              <a:ea typeface="ＭＳ 明朝"/>
              <a:cs typeface="Times New Roman"/>
            </a:endParaRPr>
          </a:p>
          <a:p>
            <a:pPr lvl="0"/>
            <a:endParaRPr lang="en-AU" dirty="0"/>
          </a:p>
        </p:txBody>
      </p:sp>
      <p:sp>
        <p:nvSpPr>
          <p:cNvPr id="11" name="Slide Number Placeholder 3"/>
          <p:cNvSpPr>
            <a:spLocks noGrp="1"/>
          </p:cNvSpPr>
          <p:nvPr>
            <p:ph type="sldNum" sz="quarter" idx="12"/>
          </p:nvPr>
        </p:nvSpPr>
        <p:spPr>
          <a:xfrm>
            <a:off x="9123845" y="6342453"/>
            <a:ext cx="2844800" cy="365125"/>
          </a:xfrm>
          <a:prstGeom prst="rect">
            <a:avLst/>
          </a:prstGeom>
        </p:spPr>
        <p:txBody>
          <a:bodyPr lIns="117011" tIns="58500" rIns="117011" bIns="58500" anchor="ctr"/>
          <a:lstStyle>
            <a:lvl1pPr algn="r">
              <a:defRPr sz="1800">
                <a:solidFill>
                  <a:schemeClr val="tx1"/>
                </a:solidFill>
              </a:defRPr>
            </a:lvl1pPr>
          </a:lstStyle>
          <a:p>
            <a:pPr defTabSz="912652"/>
            <a:fld id="{5D762165-7DD1-43A8-AF3E-02B3DB1B40E1}" type="slidenum">
              <a:rPr lang="en-NZ" smtClean="0">
                <a:solidFill>
                  <a:srgbClr val="1A472B"/>
                </a:solidFill>
              </a:rPr>
              <a:pPr defTabSz="912652"/>
              <a:t>‹#›</a:t>
            </a:fld>
            <a:endParaRPr lang="en-NZ">
              <a:solidFill>
                <a:srgbClr val="1A472B"/>
              </a:solidFill>
            </a:endParaRPr>
          </a:p>
        </p:txBody>
      </p:sp>
      <p:sp>
        <p:nvSpPr>
          <p:cNvPr id="12"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sp>
        <p:nvSpPr>
          <p:cNvPr id="4" name="Picture Placeholder 3"/>
          <p:cNvSpPr>
            <a:spLocks noGrp="1"/>
          </p:cNvSpPr>
          <p:nvPr>
            <p:ph type="pic" sz="quarter" idx="13"/>
          </p:nvPr>
        </p:nvSpPr>
        <p:spPr>
          <a:xfrm>
            <a:off x="6394192" y="1585596"/>
            <a:ext cx="2683104" cy="1990726"/>
          </a:xfrm>
          <a:prstGeom prst="rect">
            <a:avLst/>
          </a:prstGeom>
        </p:spPr>
        <p:txBody>
          <a:bodyPr vert="horz" lIns="117011" tIns="58500" rIns="117011" bIns="58500"/>
          <a:lstStyle/>
          <a:p>
            <a:r>
              <a:rPr lang="en-US"/>
              <a:t>Click icon to add picture</a:t>
            </a:r>
          </a:p>
        </p:txBody>
      </p:sp>
      <p:sp>
        <p:nvSpPr>
          <p:cNvPr id="13" name="Picture Placeholder 3"/>
          <p:cNvSpPr>
            <a:spLocks noGrp="1"/>
          </p:cNvSpPr>
          <p:nvPr>
            <p:ph type="pic" sz="quarter" idx="14"/>
          </p:nvPr>
        </p:nvSpPr>
        <p:spPr>
          <a:xfrm>
            <a:off x="9320320" y="1585596"/>
            <a:ext cx="2648325" cy="1990726"/>
          </a:xfrm>
          <a:prstGeom prst="rect">
            <a:avLst/>
          </a:prstGeom>
        </p:spPr>
        <p:txBody>
          <a:bodyPr vert="horz" lIns="117011" tIns="58500" rIns="117011" bIns="58500"/>
          <a:lstStyle/>
          <a:p>
            <a:r>
              <a:rPr lang="en-US"/>
              <a:t>Click icon to add picture</a:t>
            </a:r>
          </a:p>
        </p:txBody>
      </p:sp>
      <p:pic>
        <p:nvPicPr>
          <p:cNvPr id="15" name="Picture 14"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772369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twoTxTwoObj" preserve="1">
  <p:cSld name="Tertiary 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0293" y="173039"/>
            <a:ext cx="8880000" cy="1143000"/>
          </a:xfrm>
          <a:prstGeom prst="rect">
            <a:avLst/>
          </a:prstGeom>
        </p:spPr>
        <p:txBody>
          <a:bodyPr lIns="117011" tIns="58500" rIns="117011" bIns="58500" anchor="ctr"/>
          <a:lstStyle>
            <a:lvl1pPr>
              <a:defRPr/>
            </a:lvl1pPr>
          </a:lstStyle>
          <a:p>
            <a:r>
              <a:rPr lang="en-US"/>
              <a:t>Click to edit Master title style</a:t>
            </a:r>
            <a:endParaRPr lang="en-US" dirty="0"/>
          </a:p>
        </p:txBody>
      </p:sp>
      <p:pic>
        <p:nvPicPr>
          <p:cNvPr id="10" name="Picture 9"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sp>
        <p:nvSpPr>
          <p:cNvPr id="3" name="Text Placeholder 2"/>
          <p:cNvSpPr>
            <a:spLocks noGrp="1"/>
          </p:cNvSpPr>
          <p:nvPr>
            <p:ph type="body" idx="1"/>
          </p:nvPr>
        </p:nvSpPr>
        <p:spPr>
          <a:xfrm>
            <a:off x="379309" y="1535117"/>
            <a:ext cx="5617211" cy="639763"/>
          </a:xfrm>
          <a:prstGeom prst="rect">
            <a:avLst/>
          </a:prstGeom>
        </p:spPr>
        <p:txBody>
          <a:bodyPr lIns="117011" tIns="58500" rIns="117011" bIns="58500" anchor="b"/>
          <a:lstStyle>
            <a:lvl1pPr marL="0" indent="0">
              <a:buNone/>
              <a:defRPr sz="3700" b="1">
                <a:solidFill>
                  <a:schemeClr val="accent1"/>
                </a:solidFill>
              </a:defRPr>
            </a:lvl1pPr>
            <a:lvl2pPr marL="701976" indent="0">
              <a:buNone/>
              <a:defRPr sz="3100" b="1"/>
            </a:lvl2pPr>
            <a:lvl3pPr marL="1403957" indent="0">
              <a:buNone/>
              <a:defRPr sz="2800" b="1"/>
            </a:lvl3pPr>
            <a:lvl4pPr marL="2105936" indent="0">
              <a:buNone/>
              <a:defRPr sz="2600" b="1"/>
            </a:lvl4pPr>
            <a:lvl5pPr marL="2807915" indent="0">
              <a:buNone/>
              <a:defRPr sz="2600" b="1"/>
            </a:lvl5pPr>
            <a:lvl6pPr marL="3509880" indent="0">
              <a:buNone/>
              <a:defRPr sz="2600" b="1"/>
            </a:lvl6pPr>
            <a:lvl7pPr marL="4211897" indent="0">
              <a:buNone/>
              <a:defRPr sz="2600" b="1"/>
            </a:lvl7pPr>
            <a:lvl8pPr marL="4913859" indent="0">
              <a:buNone/>
              <a:defRPr sz="2600" b="1"/>
            </a:lvl8pPr>
            <a:lvl9pPr marL="5615830" indent="0">
              <a:buNone/>
              <a:defRPr sz="2600" b="1"/>
            </a:lvl9pPr>
          </a:lstStyle>
          <a:p>
            <a:pPr lvl="0"/>
            <a:r>
              <a:rPr lang="en-US"/>
              <a:t>Click to edit Master text styles</a:t>
            </a:r>
          </a:p>
        </p:txBody>
      </p:sp>
      <p:sp>
        <p:nvSpPr>
          <p:cNvPr id="4" name="Content Placeholder 3"/>
          <p:cNvSpPr>
            <a:spLocks noGrp="1"/>
          </p:cNvSpPr>
          <p:nvPr>
            <p:ph sz="half" idx="2"/>
          </p:nvPr>
        </p:nvSpPr>
        <p:spPr>
          <a:xfrm>
            <a:off x="379309" y="2174891"/>
            <a:ext cx="5617211" cy="3717925"/>
          </a:xfrm>
          <a:prstGeom prst="rect">
            <a:avLst/>
          </a:prstGeom>
        </p:spPr>
        <p:txBody>
          <a:bodyPr lIns="117011" tIns="58500" rIns="117011" bIns="58500"/>
          <a:lstStyle>
            <a:lvl1pPr>
              <a:defRPr sz="3500" b="0">
                <a:solidFill>
                  <a:srgbClr val="666366"/>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sp>
        <p:nvSpPr>
          <p:cNvPr id="5" name="Text Placeholder 4"/>
          <p:cNvSpPr>
            <a:spLocks noGrp="1"/>
          </p:cNvSpPr>
          <p:nvPr>
            <p:ph type="body" sz="quarter" idx="3"/>
          </p:nvPr>
        </p:nvSpPr>
        <p:spPr>
          <a:xfrm>
            <a:off x="6193450" y="1535117"/>
            <a:ext cx="5619327" cy="639763"/>
          </a:xfrm>
          <a:prstGeom prst="rect">
            <a:avLst/>
          </a:prstGeom>
        </p:spPr>
        <p:txBody>
          <a:bodyPr lIns="117011" tIns="58500" rIns="117011" bIns="58500" anchor="b"/>
          <a:lstStyle>
            <a:lvl1pPr marL="0" indent="0">
              <a:buNone/>
              <a:defRPr sz="3700" b="1">
                <a:solidFill>
                  <a:srgbClr val="009645"/>
                </a:solidFill>
              </a:defRPr>
            </a:lvl1pPr>
            <a:lvl2pPr marL="701976" indent="0">
              <a:buNone/>
              <a:defRPr sz="3100" b="1"/>
            </a:lvl2pPr>
            <a:lvl3pPr marL="1403957" indent="0">
              <a:buNone/>
              <a:defRPr sz="2800" b="1"/>
            </a:lvl3pPr>
            <a:lvl4pPr marL="2105936" indent="0">
              <a:buNone/>
              <a:defRPr sz="2600" b="1"/>
            </a:lvl4pPr>
            <a:lvl5pPr marL="2807915" indent="0">
              <a:buNone/>
              <a:defRPr sz="2600" b="1"/>
            </a:lvl5pPr>
            <a:lvl6pPr marL="3509880" indent="0">
              <a:buNone/>
              <a:defRPr sz="2600" b="1"/>
            </a:lvl6pPr>
            <a:lvl7pPr marL="4211897" indent="0">
              <a:buNone/>
              <a:defRPr sz="2600" b="1"/>
            </a:lvl7pPr>
            <a:lvl8pPr marL="4913859" indent="0">
              <a:buNone/>
              <a:defRPr sz="2600" b="1"/>
            </a:lvl8pPr>
            <a:lvl9pPr marL="5615830" indent="0">
              <a:buNone/>
              <a:defRPr sz="2600" b="1"/>
            </a:lvl9pPr>
          </a:lstStyle>
          <a:p>
            <a:pPr lvl="0"/>
            <a:r>
              <a:rPr lang="en-US"/>
              <a:t>Click to edit Master text styles</a:t>
            </a:r>
          </a:p>
        </p:txBody>
      </p:sp>
      <p:sp>
        <p:nvSpPr>
          <p:cNvPr id="6" name="Content Placeholder 5"/>
          <p:cNvSpPr>
            <a:spLocks noGrp="1"/>
          </p:cNvSpPr>
          <p:nvPr>
            <p:ph sz="quarter" idx="4"/>
          </p:nvPr>
        </p:nvSpPr>
        <p:spPr>
          <a:xfrm>
            <a:off x="6193450" y="2174891"/>
            <a:ext cx="5619327" cy="3717925"/>
          </a:xfrm>
          <a:prstGeom prst="rect">
            <a:avLst/>
          </a:prstGeom>
        </p:spPr>
        <p:txBody>
          <a:bodyPr lIns="117011" tIns="58500" rIns="117011" bIns="58500"/>
          <a:lstStyle>
            <a:lvl1pPr>
              <a:defRPr sz="3500" b="0">
                <a:solidFill>
                  <a:schemeClr val="tx2"/>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pic>
        <p:nvPicPr>
          <p:cNvPr id="12" name="Picture 11"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3" name="Slide Number Placeholder 3"/>
          <p:cNvSpPr>
            <a:spLocks noGrp="1"/>
          </p:cNvSpPr>
          <p:nvPr>
            <p:ph type="sldNum" sz="quarter" idx="12"/>
          </p:nvPr>
        </p:nvSpPr>
        <p:spPr>
          <a:xfrm>
            <a:off x="9123845" y="6342453"/>
            <a:ext cx="2844800" cy="365125"/>
          </a:xfrm>
          <a:prstGeom prst="rect">
            <a:avLst/>
          </a:prstGeom>
        </p:spPr>
        <p:txBody>
          <a:bodyPr lIns="117011" tIns="58500" rIns="117011" bIns="58500" anchor="ctr"/>
          <a:lstStyle>
            <a:lvl1pPr algn="r">
              <a:defRPr sz="1800">
                <a:solidFill>
                  <a:schemeClr val="tx1"/>
                </a:solidFill>
              </a:defRPr>
            </a:lvl1pPr>
          </a:lstStyle>
          <a:p>
            <a:pPr defTabSz="912652"/>
            <a:fld id="{5D762165-7DD1-43A8-AF3E-02B3DB1B40E1}" type="slidenum">
              <a:rPr lang="en-NZ" smtClean="0">
                <a:solidFill>
                  <a:srgbClr val="1A472B"/>
                </a:solidFill>
              </a:rPr>
              <a:pPr defTabSz="912652"/>
              <a:t>‹#›</a:t>
            </a:fld>
            <a:endParaRPr lang="en-NZ">
              <a:solidFill>
                <a:srgbClr val="1A472B"/>
              </a:solidFill>
            </a:endParaRPr>
          </a:p>
        </p:txBody>
      </p:sp>
      <p:sp>
        <p:nvSpPr>
          <p:cNvPr id="14" name="Footer Placeholder 4"/>
          <p:cNvSpPr>
            <a:spLocks noGrp="1"/>
          </p:cNvSpPr>
          <p:nvPr>
            <p:ph type="ftr" sz="quarter" idx="1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pic>
        <p:nvPicPr>
          <p:cNvPr id="16" name="Picture 15"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449736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Tertiary chart">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3" name="Picture 2" descr="Grey_Panel992x662.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30319" y="162561"/>
            <a:ext cx="11748751" cy="5880298"/>
          </a:xfrm>
          <a:prstGeom prst="rect">
            <a:avLst/>
          </a:prstGeom>
        </p:spPr>
      </p:pic>
      <p:sp>
        <p:nvSpPr>
          <p:cNvPr id="11" name="Slide Number Placeholder 3"/>
          <p:cNvSpPr>
            <a:spLocks noGrp="1"/>
          </p:cNvSpPr>
          <p:nvPr>
            <p:ph type="sldNum" sz="quarter" idx="12"/>
          </p:nvPr>
        </p:nvSpPr>
        <p:spPr>
          <a:xfrm>
            <a:off x="9123845" y="6342453"/>
            <a:ext cx="2844800" cy="365125"/>
          </a:xfrm>
          <a:prstGeom prst="rect">
            <a:avLst/>
          </a:prstGeom>
        </p:spPr>
        <p:txBody>
          <a:bodyPr lIns="117011" tIns="58500" rIns="117011" bIns="58500" anchor="ctr"/>
          <a:lstStyle>
            <a:lvl1pPr algn="r">
              <a:defRPr sz="1800">
                <a:solidFill>
                  <a:schemeClr val="tx1"/>
                </a:solidFill>
              </a:defRPr>
            </a:lvl1pPr>
          </a:lstStyle>
          <a:p>
            <a:pPr defTabSz="912652"/>
            <a:fld id="{5D762165-7DD1-43A8-AF3E-02B3DB1B40E1}" type="slidenum">
              <a:rPr lang="en-NZ" smtClean="0">
                <a:solidFill>
                  <a:srgbClr val="1A472B"/>
                </a:solidFill>
              </a:rPr>
              <a:pPr defTabSz="912652"/>
              <a:t>‹#›</a:t>
            </a:fld>
            <a:endParaRPr lang="en-NZ">
              <a:solidFill>
                <a:srgbClr val="1A472B"/>
              </a:solidFill>
            </a:endParaRPr>
          </a:p>
        </p:txBody>
      </p:sp>
      <p:sp>
        <p:nvSpPr>
          <p:cNvPr id="12"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sp>
        <p:nvSpPr>
          <p:cNvPr id="7" name="Chart Placeholder 6"/>
          <p:cNvSpPr>
            <a:spLocks noGrp="1"/>
          </p:cNvSpPr>
          <p:nvPr>
            <p:ph type="chart" sz="quarter" idx="13"/>
          </p:nvPr>
        </p:nvSpPr>
        <p:spPr>
          <a:xfrm>
            <a:off x="230724" y="161931"/>
            <a:ext cx="11747501" cy="5881688"/>
          </a:xfrm>
          <a:prstGeom prst="rect">
            <a:avLst/>
          </a:prstGeom>
        </p:spPr>
        <p:txBody>
          <a:bodyPr vert="horz" lIns="117011" tIns="58500" rIns="117011" bIns="58500"/>
          <a:lstStyle/>
          <a:p>
            <a:r>
              <a:rPr lang="en-US"/>
              <a:t>Click icon to add chart</a:t>
            </a:r>
            <a:endParaRPr lang="en-US" dirty="0"/>
          </a:p>
        </p:txBody>
      </p:sp>
    </p:spTree>
    <p:extLst>
      <p:ext uri="{BB962C8B-B14F-4D97-AF65-F5344CB8AC3E}">
        <p14:creationId xmlns:p14="http://schemas.microsoft.com/office/powerpoint/2010/main" val="1924060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2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Tree>
    <p:extLst>
      <p:ext uri="{BB962C8B-B14F-4D97-AF65-F5344CB8AC3E}">
        <p14:creationId xmlns:p14="http://schemas.microsoft.com/office/powerpoint/2010/main" val="1428226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1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6" name="Picture 5"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944641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53"/>
            <a:ext cx="2844800" cy="365125"/>
          </a:xfrm>
          <a:prstGeom prst="rect">
            <a:avLst/>
          </a:prstGeom>
        </p:spPr>
        <p:txBody>
          <a:bodyPr lIns="117011" tIns="58500" rIns="117011" bIns="58500" anchor="ctr"/>
          <a:lstStyle>
            <a:lvl1pPr algn="r">
              <a:defRPr sz="1800">
                <a:solidFill>
                  <a:schemeClr val="bg1"/>
                </a:solidFill>
              </a:defRPr>
            </a:lvl1pPr>
          </a:lstStyle>
          <a:p>
            <a:pPr defTabSz="912652"/>
            <a:fld id="{5D762165-7DD1-43A8-AF3E-02B3DB1B40E1}" type="slidenum">
              <a:rPr lang="en-NZ" smtClean="0">
                <a:solidFill>
                  <a:prstClr val="white"/>
                </a:solidFill>
              </a:rPr>
              <a:pPr defTabSz="912652"/>
              <a:t>‹#›</a:t>
            </a:fld>
            <a:endParaRPr lang="en-NZ">
              <a:solidFill>
                <a:prstClr val="white"/>
              </a:solidFill>
            </a:endParaRPr>
          </a:p>
        </p:txBody>
      </p:sp>
      <p:sp>
        <p:nvSpPr>
          <p:cNvPr id="7"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spTree>
    <p:extLst>
      <p:ext uri="{BB962C8B-B14F-4D97-AF65-F5344CB8AC3E}">
        <p14:creationId xmlns:p14="http://schemas.microsoft.com/office/powerpoint/2010/main" val="340347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1_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53"/>
            <a:ext cx="2844800" cy="365125"/>
          </a:xfrm>
          <a:prstGeom prst="rect">
            <a:avLst/>
          </a:prstGeom>
        </p:spPr>
        <p:txBody>
          <a:bodyPr lIns="117011" tIns="58500" rIns="117011" bIns="58500" anchor="ctr"/>
          <a:lstStyle>
            <a:lvl1pPr algn="r">
              <a:defRPr sz="1800">
                <a:solidFill>
                  <a:schemeClr val="bg1"/>
                </a:solidFill>
              </a:defRPr>
            </a:lvl1pPr>
          </a:lstStyle>
          <a:p>
            <a:pPr defTabSz="912652"/>
            <a:fld id="{5D762165-7DD1-43A8-AF3E-02B3DB1B40E1}" type="slidenum">
              <a:rPr lang="en-NZ" smtClean="0">
                <a:solidFill>
                  <a:prstClr val="white"/>
                </a:solidFill>
              </a:rPr>
              <a:pPr defTabSz="912652"/>
              <a:t>‹#›</a:t>
            </a:fld>
            <a:endParaRPr lang="en-NZ">
              <a:solidFill>
                <a:prstClr val="white"/>
              </a:solidFill>
            </a:endParaRPr>
          </a:p>
        </p:txBody>
      </p:sp>
      <p:sp>
        <p:nvSpPr>
          <p:cNvPr id="7"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pic>
        <p:nvPicPr>
          <p:cNvPr id="9" name="Picture 8"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43674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secHead" preserve="1">
  <p:cSld name="1_Title page">
    <p:spTree>
      <p:nvGrpSpPr>
        <p:cNvPr id="1" name=""/>
        <p:cNvGrpSpPr/>
        <p:nvPr/>
      </p:nvGrpSpPr>
      <p:grpSpPr>
        <a:xfrm>
          <a:off x="0" y="0"/>
          <a:ext cx="0" cy="0"/>
          <a:chOff x="0" y="0"/>
          <a:chExt cx="0" cy="0"/>
        </a:xfrm>
      </p:grpSpPr>
      <p:pic>
        <p:nvPicPr>
          <p:cNvPr id="7" name="Picture 6" descr="GreenEnd992x73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8232" y="176969"/>
            <a:ext cx="11706381" cy="6514036"/>
          </a:xfrm>
          <a:prstGeom prst="rect">
            <a:avLst/>
          </a:prstGeom>
        </p:spPr>
      </p:pic>
      <p:sp>
        <p:nvSpPr>
          <p:cNvPr id="2" name="Title 1"/>
          <p:cNvSpPr>
            <a:spLocks noGrp="1"/>
          </p:cNvSpPr>
          <p:nvPr>
            <p:ph type="title" hasCustomPrompt="1"/>
          </p:nvPr>
        </p:nvSpPr>
        <p:spPr>
          <a:xfrm>
            <a:off x="448311" y="1289055"/>
            <a:ext cx="10363200" cy="673100"/>
          </a:xfrm>
          <a:prstGeom prst="rect">
            <a:avLst/>
          </a:prstGeom>
        </p:spPr>
        <p:txBody>
          <a:bodyPr lIns="117011" tIns="58500" rIns="117011" bIns="58500" anchor="t"/>
          <a:lstStyle>
            <a:lvl1pPr algn="l">
              <a:defRPr sz="5500" b="0" cap="none" baseline="0">
                <a:solidFill>
                  <a:schemeClr val="bg1"/>
                </a:solidFill>
              </a:defRPr>
            </a:lvl1pPr>
          </a:lstStyle>
          <a:p>
            <a:r>
              <a:rPr lang="en-AU" dirty="0"/>
              <a:t>Client brand promise, Calibri 36pt</a:t>
            </a:r>
            <a:endParaRPr lang="en-US" dirty="0"/>
          </a:p>
        </p:txBody>
      </p:sp>
      <p:sp>
        <p:nvSpPr>
          <p:cNvPr id="3" name="Text Placeholder 2"/>
          <p:cNvSpPr>
            <a:spLocks noGrp="1"/>
          </p:cNvSpPr>
          <p:nvPr>
            <p:ph type="body" idx="1" hasCustomPrompt="1"/>
          </p:nvPr>
        </p:nvSpPr>
        <p:spPr>
          <a:xfrm>
            <a:off x="448311" y="4862837"/>
            <a:ext cx="10363200" cy="515620"/>
          </a:xfrm>
          <a:prstGeom prst="rect">
            <a:avLst/>
          </a:prstGeom>
        </p:spPr>
        <p:txBody>
          <a:bodyPr lIns="117011" tIns="58500" rIns="117011" bIns="58500" anchor="b"/>
          <a:lstStyle>
            <a:lvl1pPr marL="0" indent="0">
              <a:buNone/>
              <a:defRPr sz="2800" b="0" baseline="0">
                <a:solidFill>
                  <a:schemeClr val="bg1"/>
                </a:solidFill>
              </a:defRPr>
            </a:lvl1pPr>
            <a:lvl2pPr marL="701976" indent="0">
              <a:buNone/>
              <a:defRPr sz="2800">
                <a:solidFill>
                  <a:schemeClr val="tx1">
                    <a:tint val="75000"/>
                  </a:schemeClr>
                </a:solidFill>
              </a:defRPr>
            </a:lvl2pPr>
            <a:lvl3pPr marL="1403957" indent="0">
              <a:buNone/>
              <a:defRPr sz="2600">
                <a:solidFill>
                  <a:schemeClr val="tx1">
                    <a:tint val="75000"/>
                  </a:schemeClr>
                </a:solidFill>
              </a:defRPr>
            </a:lvl3pPr>
            <a:lvl4pPr marL="2105936" indent="0">
              <a:buNone/>
              <a:defRPr sz="2200">
                <a:solidFill>
                  <a:schemeClr val="tx1">
                    <a:tint val="75000"/>
                  </a:schemeClr>
                </a:solidFill>
              </a:defRPr>
            </a:lvl4pPr>
            <a:lvl5pPr marL="2807915" indent="0">
              <a:buNone/>
              <a:defRPr sz="2200">
                <a:solidFill>
                  <a:schemeClr val="tx1">
                    <a:tint val="75000"/>
                  </a:schemeClr>
                </a:solidFill>
              </a:defRPr>
            </a:lvl5pPr>
            <a:lvl6pPr marL="3509880" indent="0">
              <a:buNone/>
              <a:defRPr sz="2200">
                <a:solidFill>
                  <a:schemeClr val="tx1">
                    <a:tint val="75000"/>
                  </a:schemeClr>
                </a:solidFill>
              </a:defRPr>
            </a:lvl6pPr>
            <a:lvl7pPr marL="4211897" indent="0">
              <a:buNone/>
              <a:defRPr sz="2200">
                <a:solidFill>
                  <a:schemeClr val="tx1">
                    <a:tint val="75000"/>
                  </a:schemeClr>
                </a:solidFill>
              </a:defRPr>
            </a:lvl7pPr>
            <a:lvl8pPr marL="4913859" indent="0">
              <a:buNone/>
              <a:defRPr sz="2200">
                <a:solidFill>
                  <a:schemeClr val="tx1">
                    <a:tint val="75000"/>
                  </a:schemeClr>
                </a:solidFill>
              </a:defRPr>
            </a:lvl8pPr>
            <a:lvl9pPr marL="5615830" indent="0">
              <a:buNone/>
              <a:defRPr sz="2200">
                <a:solidFill>
                  <a:schemeClr val="tx1">
                    <a:tint val="75000"/>
                  </a:schemeClr>
                </a:solidFill>
              </a:defRPr>
            </a:lvl9pPr>
          </a:lstStyle>
          <a:p>
            <a:pPr lvl="0"/>
            <a:r>
              <a:rPr lang="en-AU" dirty="0"/>
              <a:t>Click to add subhead, Calibri 18pt</a:t>
            </a:r>
          </a:p>
        </p:txBody>
      </p:sp>
      <p:sp>
        <p:nvSpPr>
          <p:cNvPr id="6" name="Footer Placeholder 4"/>
          <p:cNvSpPr>
            <a:spLocks noGrp="1"/>
          </p:cNvSpPr>
          <p:nvPr>
            <p:ph type="ftr" sz="quarter" idx="3"/>
          </p:nvPr>
        </p:nvSpPr>
        <p:spPr>
          <a:xfrm>
            <a:off x="230296" y="6356424"/>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spTree>
    <p:extLst>
      <p:ext uri="{BB962C8B-B14F-4D97-AF65-F5344CB8AC3E}">
        <p14:creationId xmlns:p14="http://schemas.microsoft.com/office/powerpoint/2010/main" val="309135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98"/>
            <a:ext cx="10363200" cy="1470025"/>
          </a:xfrm>
          <a:prstGeom prst="rect">
            <a:avLst/>
          </a:prstGeom>
        </p:spPr>
        <p:txBody>
          <a:bodyPr lIns="117011" tIns="58500" rIns="117011" bIns="58500"/>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lIns="117011" tIns="58500" rIns="117011" bIns="58500"/>
          <a:lstStyle>
            <a:lvl1pPr marL="0" indent="0" algn="ctr">
              <a:buNone/>
              <a:defRPr>
                <a:solidFill>
                  <a:schemeClr val="tx1">
                    <a:tint val="75000"/>
                  </a:schemeClr>
                </a:solidFill>
              </a:defRPr>
            </a:lvl1pPr>
            <a:lvl2pPr marL="701976" indent="0" algn="ctr">
              <a:buNone/>
              <a:defRPr>
                <a:solidFill>
                  <a:schemeClr val="tx1">
                    <a:tint val="75000"/>
                  </a:schemeClr>
                </a:solidFill>
              </a:defRPr>
            </a:lvl2pPr>
            <a:lvl3pPr marL="1403957" indent="0" algn="ctr">
              <a:buNone/>
              <a:defRPr>
                <a:solidFill>
                  <a:schemeClr val="tx1">
                    <a:tint val="75000"/>
                  </a:schemeClr>
                </a:solidFill>
              </a:defRPr>
            </a:lvl3pPr>
            <a:lvl4pPr marL="2105936" indent="0" algn="ctr">
              <a:buNone/>
              <a:defRPr>
                <a:solidFill>
                  <a:schemeClr val="tx1">
                    <a:tint val="75000"/>
                  </a:schemeClr>
                </a:solidFill>
              </a:defRPr>
            </a:lvl4pPr>
            <a:lvl5pPr marL="2807915" indent="0" algn="ctr">
              <a:buNone/>
              <a:defRPr>
                <a:solidFill>
                  <a:schemeClr val="tx1">
                    <a:tint val="75000"/>
                  </a:schemeClr>
                </a:solidFill>
              </a:defRPr>
            </a:lvl5pPr>
            <a:lvl6pPr marL="3509880" indent="0" algn="ctr">
              <a:buNone/>
              <a:defRPr>
                <a:solidFill>
                  <a:schemeClr val="tx1">
                    <a:tint val="75000"/>
                  </a:schemeClr>
                </a:solidFill>
              </a:defRPr>
            </a:lvl6pPr>
            <a:lvl7pPr marL="4211897" indent="0" algn="ctr">
              <a:buNone/>
              <a:defRPr>
                <a:solidFill>
                  <a:schemeClr val="tx1">
                    <a:tint val="75000"/>
                  </a:schemeClr>
                </a:solidFill>
              </a:defRPr>
            </a:lvl7pPr>
            <a:lvl8pPr marL="4913859" indent="0" algn="ctr">
              <a:buNone/>
              <a:defRPr>
                <a:solidFill>
                  <a:schemeClr val="tx1">
                    <a:tint val="75000"/>
                  </a:schemeClr>
                </a:solidFill>
              </a:defRPr>
            </a:lvl8pPr>
            <a:lvl9pPr marL="561583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230293" y="6356424"/>
            <a:ext cx="2844800" cy="365125"/>
          </a:xfrm>
          <a:prstGeom prst="rect">
            <a:avLst/>
          </a:prstGeom>
        </p:spPr>
        <p:txBody>
          <a:bodyPr lIns="117011" tIns="58500" rIns="117011" bIns="58500"/>
          <a:lstStyle/>
          <a:p>
            <a:pPr defTabSz="912652"/>
            <a:fld id="{505B9593-95F5-4191-8057-F1E447DD5737}" type="datetimeFigureOut">
              <a:rPr lang="en-NZ" smtClean="0">
                <a:solidFill>
                  <a:srgbClr val="1A472B"/>
                </a:solidFill>
              </a:rPr>
              <a:pPr defTabSz="912652"/>
              <a:t>16/07/2024</a:t>
            </a:fld>
            <a:endParaRPr lang="en-NZ">
              <a:solidFill>
                <a:srgbClr val="1A472B"/>
              </a:solidFill>
            </a:endParaRPr>
          </a:p>
        </p:txBody>
      </p:sp>
      <p:sp>
        <p:nvSpPr>
          <p:cNvPr id="5" name="Footer Placeholder 4"/>
          <p:cNvSpPr>
            <a:spLocks noGrp="1"/>
          </p:cNvSpPr>
          <p:nvPr>
            <p:ph type="ftr" sz="quarter" idx="11"/>
          </p:nvPr>
        </p:nvSpPr>
        <p:spPr>
          <a:xfrm>
            <a:off x="3075096" y="6356424"/>
            <a:ext cx="5879253" cy="365125"/>
          </a:xfrm>
          <a:prstGeom prst="rect">
            <a:avLst/>
          </a:prstGeom>
        </p:spPr>
        <p:txBody>
          <a:bodyPr lIns="117011" tIns="58500" rIns="117011" bIns="58500"/>
          <a:lstStyle/>
          <a:p>
            <a:pPr defTabSz="912652"/>
            <a:endParaRPr lang="en-NZ">
              <a:solidFill>
                <a:srgbClr val="1A472B"/>
              </a:solidFill>
            </a:endParaRPr>
          </a:p>
        </p:txBody>
      </p:sp>
      <p:sp>
        <p:nvSpPr>
          <p:cNvPr id="6" name="Slide Number Placeholder 5"/>
          <p:cNvSpPr>
            <a:spLocks noGrp="1"/>
          </p:cNvSpPr>
          <p:nvPr>
            <p:ph type="sldNum" sz="quarter" idx="12"/>
          </p:nvPr>
        </p:nvSpPr>
        <p:spPr>
          <a:xfrm>
            <a:off x="9089813" y="6342453"/>
            <a:ext cx="2844800" cy="365125"/>
          </a:xfrm>
          <a:prstGeom prst="rect">
            <a:avLst/>
          </a:prstGeom>
        </p:spPr>
        <p:txBody>
          <a:bodyPr lIns="117011" tIns="58500" rIns="117011" bIns="58500"/>
          <a:lstStyle/>
          <a:p>
            <a:pPr defTabSz="912652"/>
            <a:fld id="{5D762165-7DD1-43A8-AF3E-02B3DB1B40E1}" type="slidenum">
              <a:rPr lang="en-NZ" smtClean="0">
                <a:solidFill>
                  <a:srgbClr val="1A472B"/>
                </a:solidFill>
              </a:rPr>
              <a:pPr defTabSz="912652"/>
              <a:t>‹#›</a:t>
            </a:fld>
            <a:endParaRPr lang="en-NZ">
              <a:solidFill>
                <a:srgbClr val="1A472B"/>
              </a:solidFill>
            </a:endParaRPr>
          </a:p>
        </p:txBody>
      </p:sp>
    </p:spTree>
    <p:extLst>
      <p:ext uri="{BB962C8B-B14F-4D97-AF65-F5344CB8AC3E}">
        <p14:creationId xmlns:p14="http://schemas.microsoft.com/office/powerpoint/2010/main" val="1938557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lIns="117011" tIns="58500" rIns="117011" bIns="58500"/>
          <a:lstStyle/>
          <a:p>
            <a:r>
              <a:rPr lang="en-US"/>
              <a:t>Click to edit Master title style</a:t>
            </a:r>
            <a:endParaRPr lang="en-NZ"/>
          </a:p>
        </p:txBody>
      </p:sp>
      <p:sp>
        <p:nvSpPr>
          <p:cNvPr id="3" name="Content Placeholder 2"/>
          <p:cNvSpPr>
            <a:spLocks noGrp="1"/>
          </p:cNvSpPr>
          <p:nvPr>
            <p:ph idx="1"/>
          </p:nvPr>
        </p:nvSpPr>
        <p:spPr>
          <a:xfrm>
            <a:off x="609600" y="1600206"/>
            <a:ext cx="10972800" cy="4525963"/>
          </a:xfrm>
          <a:prstGeom prst="rect">
            <a:avLst/>
          </a:prstGeom>
        </p:spPr>
        <p:txBody>
          <a:bodyPr lIns="117011" tIns="58500" rIns="117011" bIns="585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p:cNvSpPr>
            <a:spLocks noGrp="1"/>
          </p:cNvSpPr>
          <p:nvPr>
            <p:ph type="dt" sz="half" idx="10"/>
          </p:nvPr>
        </p:nvSpPr>
        <p:spPr>
          <a:xfrm>
            <a:off x="609600" y="6356423"/>
            <a:ext cx="2844800" cy="365125"/>
          </a:xfrm>
          <a:prstGeom prst="rect">
            <a:avLst/>
          </a:prstGeom>
        </p:spPr>
        <p:txBody>
          <a:bodyPr lIns="117011" tIns="58500" rIns="117011" bIns="58500"/>
          <a:lstStyle/>
          <a:p>
            <a:pPr defTabSz="912652"/>
            <a:fld id="{505B9593-95F5-4191-8057-F1E447DD5737}" type="datetimeFigureOut">
              <a:rPr lang="en-NZ" smtClean="0">
                <a:solidFill>
                  <a:srgbClr val="1A472B"/>
                </a:solidFill>
              </a:rPr>
              <a:pPr defTabSz="912652"/>
              <a:t>16/07/2024</a:t>
            </a:fld>
            <a:endParaRPr lang="en-NZ">
              <a:solidFill>
                <a:srgbClr val="1A472B"/>
              </a:solidFill>
            </a:endParaRPr>
          </a:p>
        </p:txBody>
      </p:sp>
      <p:sp>
        <p:nvSpPr>
          <p:cNvPr id="5" name="Footer Placeholder 4"/>
          <p:cNvSpPr>
            <a:spLocks noGrp="1"/>
          </p:cNvSpPr>
          <p:nvPr>
            <p:ph type="ftr" sz="quarter" idx="11"/>
          </p:nvPr>
        </p:nvSpPr>
        <p:spPr>
          <a:xfrm>
            <a:off x="4165600" y="6356423"/>
            <a:ext cx="3860800" cy="365125"/>
          </a:xfrm>
          <a:prstGeom prst="rect">
            <a:avLst/>
          </a:prstGeom>
        </p:spPr>
        <p:txBody>
          <a:bodyPr lIns="117011" tIns="58500" rIns="117011" bIns="58500"/>
          <a:lstStyle/>
          <a:p>
            <a:pPr defTabSz="912652"/>
            <a:endParaRPr lang="en-NZ">
              <a:solidFill>
                <a:srgbClr val="1A472B"/>
              </a:solidFill>
            </a:endParaRPr>
          </a:p>
        </p:txBody>
      </p:sp>
      <p:sp>
        <p:nvSpPr>
          <p:cNvPr id="6" name="Slide Number Placeholder 5"/>
          <p:cNvSpPr>
            <a:spLocks noGrp="1"/>
          </p:cNvSpPr>
          <p:nvPr>
            <p:ph type="sldNum" sz="quarter" idx="12"/>
          </p:nvPr>
        </p:nvSpPr>
        <p:spPr>
          <a:xfrm>
            <a:off x="8737600" y="6356423"/>
            <a:ext cx="2844800" cy="365125"/>
          </a:xfrm>
          <a:prstGeom prst="rect">
            <a:avLst/>
          </a:prstGeom>
        </p:spPr>
        <p:txBody>
          <a:bodyPr lIns="117011" tIns="58500" rIns="117011" bIns="58500"/>
          <a:lstStyle/>
          <a:p>
            <a:pPr defTabSz="912652"/>
            <a:fld id="{5D762165-7DD1-43A8-AF3E-02B3DB1B40E1}" type="slidenum">
              <a:rPr lang="en-NZ" smtClean="0">
                <a:solidFill>
                  <a:srgbClr val="1A472B"/>
                </a:solidFill>
              </a:rPr>
              <a:pPr defTabSz="912652"/>
              <a:t>‹#›</a:t>
            </a:fld>
            <a:endParaRPr lang="en-NZ">
              <a:solidFill>
                <a:srgbClr val="1A472B"/>
              </a:solidFill>
            </a:endParaRPr>
          </a:p>
        </p:txBody>
      </p:sp>
    </p:spTree>
    <p:extLst>
      <p:ext uri="{BB962C8B-B14F-4D97-AF65-F5344CB8AC3E}">
        <p14:creationId xmlns:p14="http://schemas.microsoft.com/office/powerpoint/2010/main" val="2434858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cSld name="Main content w kowhaiwhai_Print option">
    <p:spTree>
      <p:nvGrpSpPr>
        <p:cNvPr id="1" name=""/>
        <p:cNvGrpSpPr/>
        <p:nvPr/>
      </p:nvGrpSpPr>
      <p:grpSpPr>
        <a:xfrm>
          <a:off x="0" y="0"/>
          <a:ext cx="0" cy="0"/>
          <a:chOff x="0" y="0"/>
          <a:chExt cx="0" cy="0"/>
        </a:xfrm>
      </p:grpSpPr>
      <p:pic>
        <p:nvPicPr>
          <p:cNvPr id="14" name="Picture 13" descr="Footer03_1024x74.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97211"/>
            <a:ext cx="12192000" cy="144860"/>
          </a:xfrm>
          <a:prstGeom prst="rect">
            <a:avLst/>
          </a:prstGeom>
        </p:spPr>
      </p:pic>
      <p:pic>
        <p:nvPicPr>
          <p:cNvPr id="5" name="Picture 4" descr="Logo177x78.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9561784" y="302885"/>
            <a:ext cx="2372829" cy="784241"/>
          </a:xfrm>
          <a:prstGeom prst="rect">
            <a:avLst/>
          </a:prstGeom>
        </p:spPr>
      </p:pic>
      <p:sp>
        <p:nvSpPr>
          <p:cNvPr id="8" name="Title Placeholder 1"/>
          <p:cNvSpPr>
            <a:spLocks noGrp="1"/>
          </p:cNvSpPr>
          <p:nvPr>
            <p:ph type="title" hasCustomPrompt="1"/>
          </p:nvPr>
        </p:nvSpPr>
        <p:spPr>
          <a:xfrm>
            <a:off x="230293" y="173038"/>
            <a:ext cx="8880000" cy="1143000"/>
          </a:xfrm>
          <a:prstGeom prst="rect">
            <a:avLst/>
          </a:prstGeom>
        </p:spPr>
        <p:txBody>
          <a:bodyPr vert="horz" lIns="117011" tIns="58500" rIns="117011" bIns="58500" rtlCol="0" anchor="ctr">
            <a:normAutofit/>
          </a:bodyPr>
          <a:lstStyle>
            <a:lvl1pPr>
              <a:defRPr>
                <a:solidFill>
                  <a:schemeClr val="tx1"/>
                </a:solidFill>
              </a:defRPr>
            </a:lvl1pPr>
          </a:lstStyle>
          <a:p>
            <a:r>
              <a:rPr lang="en-AU" dirty="0"/>
              <a:t>Click to add title - Calibri 36pt</a:t>
            </a:r>
            <a:endParaRPr lang="en-US" dirty="0"/>
          </a:p>
        </p:txBody>
      </p:sp>
      <p:sp>
        <p:nvSpPr>
          <p:cNvPr id="3" name="Text Placeholder 2"/>
          <p:cNvSpPr>
            <a:spLocks noGrp="1"/>
          </p:cNvSpPr>
          <p:nvPr>
            <p:ph type="body" sz="quarter" idx="13" hasCustomPrompt="1"/>
          </p:nvPr>
        </p:nvSpPr>
        <p:spPr>
          <a:xfrm>
            <a:off x="230742" y="1419235"/>
            <a:ext cx="11703049" cy="4702175"/>
          </a:xfrm>
          <a:prstGeom prst="rect">
            <a:avLst/>
          </a:prstGeom>
        </p:spPr>
        <p:txBody>
          <a:bodyPr vert="horz" lIns="117011" tIns="58500" rIns="117011" bIns="58500"/>
          <a:lstStyle>
            <a:lvl1pPr>
              <a:defRPr baseline="0">
                <a:solidFill>
                  <a:schemeClr val="tx1"/>
                </a:solidFill>
              </a:defRPr>
            </a:lvl1pPr>
            <a:lvl2pPr marL="0" indent="0">
              <a:tabLst/>
              <a:defRPr>
                <a:solidFill>
                  <a:schemeClr val="tx1"/>
                </a:solidFill>
              </a:defRPr>
            </a:lvl2pPr>
            <a:lvl3pPr>
              <a:defRPr>
                <a:solidFill>
                  <a:schemeClr val="tx1"/>
                </a:solidFill>
              </a:defRPr>
            </a:lvl3pPr>
            <a:lvl4pPr>
              <a:defRPr>
                <a:solidFill>
                  <a:schemeClr val="tx1"/>
                </a:solidFill>
              </a:defRPr>
            </a:lvl4pPr>
            <a:lvl5pPr marL="2091325" indent="-438722">
              <a:buFont typeface="Arial"/>
              <a:buChar char="•"/>
              <a:defRPr>
                <a:solidFill>
                  <a:schemeClr val="tx1"/>
                </a:solidFill>
              </a:defRPr>
            </a:lvl5pPr>
          </a:lstStyle>
          <a:p>
            <a:pPr lvl="0"/>
            <a:r>
              <a:rPr lang="en-AU" dirty="0"/>
              <a:t>Click to add text. Sub heading – Calibri Bold 24pt</a:t>
            </a:r>
          </a:p>
          <a:p>
            <a:pPr lvl="1"/>
            <a:r>
              <a:rPr lang="en-AU" dirty="0"/>
              <a:t>Second level – Calibri 24pt</a:t>
            </a:r>
          </a:p>
          <a:p>
            <a:pPr lvl="2"/>
            <a:r>
              <a:rPr lang="en-AU" dirty="0"/>
              <a:t>Third level – Calibri Bold 22pt</a:t>
            </a:r>
          </a:p>
          <a:p>
            <a:pPr lvl="3"/>
            <a:r>
              <a:rPr lang="en-AU" dirty="0"/>
              <a:t>Fourth level – Calibri 18pt</a:t>
            </a:r>
          </a:p>
          <a:p>
            <a:pPr lvl="4"/>
            <a:r>
              <a:rPr lang="en-AU" dirty="0"/>
              <a:t>Fifth level – Calibri 16pt</a:t>
            </a:r>
            <a:endParaRPr lang="en-US" dirty="0"/>
          </a:p>
          <a:p>
            <a:pPr lvl="0"/>
            <a:endParaRPr lang="en-US" dirty="0"/>
          </a:p>
        </p:txBody>
      </p:sp>
      <p:sp>
        <p:nvSpPr>
          <p:cNvPr id="9" name="Text Placeholder 8"/>
          <p:cNvSpPr>
            <a:spLocks noGrp="1"/>
          </p:cNvSpPr>
          <p:nvPr>
            <p:ph type="body" sz="quarter" idx="14" hasCustomPrompt="1"/>
          </p:nvPr>
        </p:nvSpPr>
        <p:spPr>
          <a:xfrm>
            <a:off x="230720" y="6342136"/>
            <a:ext cx="4995333" cy="365125"/>
          </a:xfrm>
          <a:prstGeom prst="rect">
            <a:avLst/>
          </a:prstGeom>
        </p:spPr>
        <p:txBody>
          <a:bodyPr vert="horz" lIns="117011" tIns="58500" rIns="117011" bIns="58500" anchor="ctr" anchorCtr="0"/>
          <a:lstStyle>
            <a:lvl1pPr marL="0" marR="0" indent="0" algn="l" defTabSz="701976" rtl="0" eaLnBrk="1" fontAlgn="auto" latinLnBrk="0" hangingPunct="1">
              <a:lnSpc>
                <a:spcPct val="100000"/>
              </a:lnSpc>
              <a:spcBef>
                <a:spcPct val="20000"/>
              </a:spcBef>
              <a:spcAft>
                <a:spcPts val="0"/>
              </a:spcAft>
              <a:buClrTx/>
              <a:buSzTx/>
              <a:buFont typeface="Courier New"/>
              <a:buNone/>
              <a:tabLst/>
              <a:defRPr sz="1800" b="0">
                <a:solidFill>
                  <a:schemeClr val="tx1"/>
                </a:solidFill>
              </a:defRPr>
            </a:lvl1pPr>
          </a:lstStyle>
          <a:p>
            <a:pPr marL="0" marR="0" lvl="0" indent="0" algn="l" defTabSz="701976" rtl="0" eaLnBrk="1" fontAlgn="auto" latinLnBrk="0" hangingPunct="1">
              <a:lnSpc>
                <a:spcPct val="100000"/>
              </a:lnSpc>
              <a:spcBef>
                <a:spcPct val="20000"/>
              </a:spcBef>
              <a:spcAft>
                <a:spcPts val="0"/>
              </a:spcAft>
              <a:buClrTx/>
              <a:buSzTx/>
              <a:buFont typeface="Courier New"/>
              <a:buNone/>
              <a:tabLst/>
              <a:defRPr/>
            </a:pPr>
            <a:r>
              <a:rPr lang="en-US" dirty="0">
                <a:solidFill>
                  <a:srgbClr val="1A472B"/>
                </a:solidFill>
              </a:rPr>
              <a:t>Click to add title in Calibri 12pt</a:t>
            </a:r>
            <a:endParaRPr lang="en-US" dirty="0">
              <a:solidFill>
                <a:schemeClr val="bg2"/>
              </a:solidFill>
            </a:endParaRPr>
          </a:p>
        </p:txBody>
      </p:sp>
      <p:sp>
        <p:nvSpPr>
          <p:cNvPr id="13" name="Text Placeholder 12"/>
          <p:cNvSpPr>
            <a:spLocks noGrp="1"/>
          </p:cNvSpPr>
          <p:nvPr>
            <p:ph type="body" sz="quarter" idx="15" hasCustomPrompt="1"/>
          </p:nvPr>
        </p:nvSpPr>
        <p:spPr>
          <a:xfrm>
            <a:off x="11430926" y="6342136"/>
            <a:ext cx="503767" cy="347663"/>
          </a:xfrm>
          <a:prstGeom prst="rect">
            <a:avLst/>
          </a:prstGeom>
        </p:spPr>
        <p:txBody>
          <a:bodyPr vert="horz" lIns="117011" tIns="58500" rIns="117011" bIns="58500" anchor="ctr" anchorCtr="0"/>
          <a:lstStyle>
            <a:lvl1pPr algn="r">
              <a:defRPr sz="1800">
                <a:solidFill>
                  <a:schemeClr val="tx1"/>
                </a:solidFill>
              </a:defRPr>
            </a:lvl1pPr>
          </a:lstStyle>
          <a:p>
            <a:pPr lvl="0"/>
            <a:fld id="{4D4F556E-231C-B544-9E8A-43AA8493A8CA}" type="slidenum">
              <a:rPr lang="en-US" smtClean="0"/>
              <a:t>‹#›</a:t>
            </a:fld>
            <a:endParaRPr lang="en-US" dirty="0"/>
          </a:p>
        </p:txBody>
      </p:sp>
    </p:spTree>
    <p:extLst>
      <p:ext uri="{BB962C8B-B14F-4D97-AF65-F5344CB8AC3E}">
        <p14:creationId xmlns:p14="http://schemas.microsoft.com/office/powerpoint/2010/main" val="1677260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cSld name="Plain content">
    <p:spTree>
      <p:nvGrpSpPr>
        <p:cNvPr id="1" name=""/>
        <p:cNvGrpSpPr/>
        <p:nvPr/>
      </p:nvGrpSpPr>
      <p:grpSpPr>
        <a:xfrm>
          <a:off x="0" y="0"/>
          <a:ext cx="0" cy="0"/>
          <a:chOff x="0" y="0"/>
          <a:chExt cx="0" cy="0"/>
        </a:xfrm>
      </p:grpSpPr>
      <p:pic>
        <p:nvPicPr>
          <p:cNvPr id="7" name="Picture 6"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1"/>
            <a:ext cx="12192000" cy="660797"/>
          </a:xfrm>
          <a:prstGeom prst="rect">
            <a:avLst/>
          </a:prstGeom>
        </p:spPr>
      </p:pic>
      <p:sp>
        <p:nvSpPr>
          <p:cNvPr id="11" name="Slide Number Placeholder 3"/>
          <p:cNvSpPr>
            <a:spLocks noGrp="1"/>
          </p:cNvSpPr>
          <p:nvPr>
            <p:ph type="sldNum" sz="quarter" idx="12"/>
          </p:nvPr>
        </p:nvSpPr>
        <p:spPr>
          <a:xfrm>
            <a:off x="9123845" y="6342453"/>
            <a:ext cx="2844800" cy="365125"/>
          </a:xfrm>
          <a:prstGeom prst="rect">
            <a:avLst/>
          </a:prstGeom>
        </p:spPr>
        <p:txBody>
          <a:bodyPr lIns="117011" tIns="58500" rIns="117011" bIns="58500" anchor="ctr"/>
          <a:lstStyle>
            <a:lvl1pPr algn="r">
              <a:defRPr sz="1800">
                <a:solidFill>
                  <a:schemeClr val="tx1"/>
                </a:solidFill>
              </a:defRPr>
            </a:lvl1pPr>
          </a:lstStyle>
          <a:p>
            <a:pPr defTabSz="912652"/>
            <a:fld id="{5D762165-7DD1-43A8-AF3E-02B3DB1B40E1}" type="slidenum">
              <a:rPr lang="en-NZ" smtClean="0">
                <a:solidFill>
                  <a:srgbClr val="1A472B"/>
                </a:solidFill>
              </a:rPr>
              <a:pPr defTabSz="912652"/>
              <a:t>‹#›</a:t>
            </a:fld>
            <a:endParaRPr lang="en-NZ">
              <a:solidFill>
                <a:srgbClr val="1A472B"/>
              </a:solidFill>
            </a:endParaRPr>
          </a:p>
        </p:txBody>
      </p:sp>
      <p:sp>
        <p:nvSpPr>
          <p:cNvPr id="12" name="Footer Placeholder 4"/>
          <p:cNvSpPr>
            <a:spLocks noGrp="1"/>
          </p:cNvSpPr>
          <p:nvPr>
            <p:ph type="ftr" sz="quarter" idx="3"/>
          </p:nvPr>
        </p:nvSpPr>
        <p:spPr>
          <a:xfrm>
            <a:off x="230296" y="6356423"/>
            <a:ext cx="5879253" cy="365125"/>
          </a:xfrm>
          <a:prstGeom prst="rect">
            <a:avLst/>
          </a:prstGeom>
        </p:spPr>
        <p:txBody>
          <a:bodyPr vert="horz" lIns="117011" tIns="58500" rIns="117011" bIns="58500" rtlCol="0" anchor="ctr"/>
          <a:lstStyle>
            <a:lvl1pPr algn="l">
              <a:defRPr sz="1800">
                <a:solidFill>
                  <a:schemeClr val="tx1">
                    <a:tint val="75000"/>
                  </a:schemeClr>
                </a:solidFill>
              </a:defRPr>
            </a:lvl1pPr>
          </a:lstStyle>
          <a:p>
            <a:pPr defTabSz="912652"/>
            <a:endParaRPr lang="en-NZ">
              <a:solidFill>
                <a:srgbClr val="1A472B">
                  <a:tint val="75000"/>
                </a:srgbClr>
              </a:solidFill>
            </a:endParaRPr>
          </a:p>
        </p:txBody>
      </p:sp>
      <p:sp>
        <p:nvSpPr>
          <p:cNvPr id="8" name="Title Placeholder 1"/>
          <p:cNvSpPr>
            <a:spLocks noGrp="1"/>
          </p:cNvSpPr>
          <p:nvPr>
            <p:ph type="title" hasCustomPrompt="1"/>
          </p:nvPr>
        </p:nvSpPr>
        <p:spPr>
          <a:xfrm>
            <a:off x="230293" y="173038"/>
            <a:ext cx="8880000" cy="1143000"/>
          </a:xfrm>
          <a:prstGeom prst="rect">
            <a:avLst/>
          </a:prstGeom>
        </p:spPr>
        <p:txBody>
          <a:bodyPr vert="horz" lIns="117011" tIns="58500" rIns="117011" bIns="58500" rtlCol="0" anchor="ctr">
            <a:normAutofit/>
          </a:bodyPr>
          <a:lstStyle>
            <a:lvl1pPr>
              <a:defRPr>
                <a:solidFill>
                  <a:schemeClr val="tx1"/>
                </a:solidFill>
              </a:defRPr>
            </a:lvl1pPr>
          </a:lstStyle>
          <a:p>
            <a:r>
              <a:rPr lang="en-AU" dirty="0"/>
              <a:t>Click to add title - Calibri 36pt</a:t>
            </a:r>
            <a:endParaRPr lang="en-US" dirty="0"/>
          </a:p>
        </p:txBody>
      </p:sp>
      <p:pic>
        <p:nvPicPr>
          <p:cNvPr id="10" name="Picture 9"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478300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cSld name="Logo with no footer for pictur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0293" y="173038"/>
            <a:ext cx="8880000" cy="1143000"/>
          </a:xfrm>
          <a:prstGeom prst="rect">
            <a:avLst/>
          </a:prstGeom>
        </p:spPr>
        <p:txBody>
          <a:bodyPr lIns="117011" tIns="58500" rIns="117011" bIns="58500" anchor="ctr"/>
          <a:lstStyle>
            <a:lvl1pPr>
              <a:defRPr/>
            </a:lvl1pPr>
          </a:lstStyle>
          <a:p>
            <a:r>
              <a:rPr lang="en-AU" dirty="0"/>
              <a:t>Click to add title - Calibri 36pt</a:t>
            </a:r>
            <a:endParaRPr lang="en-US" dirty="0"/>
          </a:p>
        </p:txBody>
      </p:sp>
      <p:pic>
        <p:nvPicPr>
          <p:cNvPr id="4" name="Picture 3" descr="Logo 1024x700.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101736834"/>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Special - Values 4 or section title page">
    <p:spTree>
      <p:nvGrpSpPr>
        <p:cNvPr id="1" name=""/>
        <p:cNvGrpSpPr/>
        <p:nvPr/>
      </p:nvGrpSpPr>
      <p:grpSpPr>
        <a:xfrm>
          <a:off x="0" y="0"/>
          <a:ext cx="0" cy="0"/>
          <a:chOff x="0" y="0"/>
          <a:chExt cx="0" cy="0"/>
        </a:xfrm>
      </p:grpSpPr>
      <p:pic>
        <p:nvPicPr>
          <p:cNvPr id="6" name="Picture 5" descr="Vitality_0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5494" y="135226"/>
            <a:ext cx="11700121" cy="5883508"/>
          </a:xfrm>
          <a:prstGeom prst="rect">
            <a:avLst/>
          </a:prstGeom>
        </p:spPr>
      </p:pic>
      <p:pic>
        <p:nvPicPr>
          <p:cNvPr id="14" name="Picture 13" descr="End04_LogoGreen_992x736.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32919" y="5714396"/>
            <a:ext cx="11692695" cy="965089"/>
          </a:xfrm>
          <a:prstGeom prst="rect">
            <a:avLst/>
          </a:prstGeom>
        </p:spPr>
      </p:pic>
      <p:sp>
        <p:nvSpPr>
          <p:cNvPr id="15" name="Text Placeholder 3"/>
          <p:cNvSpPr>
            <a:spLocks noGrp="1"/>
          </p:cNvSpPr>
          <p:nvPr>
            <p:ph type="body" sz="quarter" idx="10" hasCustomPrompt="1"/>
          </p:nvPr>
        </p:nvSpPr>
        <p:spPr>
          <a:xfrm>
            <a:off x="584201" y="555532"/>
            <a:ext cx="4682067" cy="622300"/>
          </a:xfrm>
          <a:prstGeom prst="rect">
            <a:avLst/>
          </a:prstGeom>
        </p:spPr>
        <p:txBody>
          <a:bodyPr vert="horz" lIns="117011" tIns="58500" rIns="117011" bIns="58500"/>
          <a:lstStyle>
            <a:lvl1pPr>
              <a:defRPr sz="4600" b="0"/>
            </a:lvl1pPr>
          </a:lstStyle>
          <a:p>
            <a:pPr lvl="0"/>
            <a:r>
              <a:rPr lang="en-AU" dirty="0"/>
              <a:t>Vitality</a:t>
            </a:r>
            <a:endParaRPr lang="en-US" dirty="0"/>
          </a:p>
        </p:txBody>
      </p:sp>
      <p:sp>
        <p:nvSpPr>
          <p:cNvPr id="16" name="Text Placeholder 16"/>
          <p:cNvSpPr>
            <a:spLocks noGrp="1"/>
          </p:cNvSpPr>
          <p:nvPr>
            <p:ph type="body" sz="quarter" idx="11" hasCustomPrompt="1"/>
          </p:nvPr>
        </p:nvSpPr>
        <p:spPr>
          <a:xfrm>
            <a:off x="584206" y="1338731"/>
            <a:ext cx="7498601" cy="1727200"/>
          </a:xfrm>
          <a:prstGeom prst="rect">
            <a:avLst/>
          </a:prstGeom>
        </p:spPr>
        <p:txBody>
          <a:bodyPr vert="horz" lIns="117011" tIns="58500" rIns="117011" bIns="58500"/>
          <a:lstStyle>
            <a:lvl1pPr>
              <a:defRPr b="0" baseline="0">
                <a:solidFill>
                  <a:schemeClr val="bg1"/>
                </a:solidFill>
              </a:defRPr>
            </a:lvl1pPr>
          </a:lstStyle>
          <a:p>
            <a:r>
              <a:rPr lang="en-US" sz="3100" dirty="0">
                <a:solidFill>
                  <a:srgbClr val="FFFFFF"/>
                </a:solidFill>
              </a:rPr>
              <a:t>Fresh thinking and action to enable success through new solutions.</a:t>
            </a:r>
          </a:p>
        </p:txBody>
      </p:sp>
    </p:spTree>
    <p:extLst>
      <p:ext uri="{BB962C8B-B14F-4D97-AF65-F5344CB8AC3E}">
        <p14:creationId xmlns:p14="http://schemas.microsoft.com/office/powerpoint/2010/main" val="3687073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82608137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Title page">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89653" y="130941"/>
            <a:ext cx="11818768" cy="6576572"/>
          </a:xfrm>
          <a:prstGeom prst="rect">
            <a:avLst/>
          </a:prstGeom>
        </p:spPr>
      </p:pic>
      <p:sp>
        <p:nvSpPr>
          <p:cNvPr id="2" name="Title 1"/>
          <p:cNvSpPr>
            <a:spLocks noGrp="1"/>
          </p:cNvSpPr>
          <p:nvPr>
            <p:ph type="title"/>
          </p:nvPr>
        </p:nvSpPr>
        <p:spPr>
          <a:xfrm>
            <a:off x="963085" y="4406909"/>
            <a:ext cx="10363200" cy="1362076"/>
          </a:xfrm>
          <a:prstGeom prst="rect">
            <a:avLst/>
          </a:prstGeom>
        </p:spPr>
        <p:txBody>
          <a:bodyPr lIns="117039" tIns="58516" rIns="117039" bIns="58516" anchor="t"/>
          <a:lstStyle>
            <a:lvl1pPr algn="l">
              <a:defRPr sz="6200" b="1" cap="all"/>
            </a:lvl1pPr>
          </a:lstStyle>
          <a:p>
            <a:r>
              <a:rPr lang="en-US"/>
              <a:t>Click to edit Master title style</a:t>
            </a:r>
            <a:endParaRPr lang="en-US" dirty="0"/>
          </a:p>
        </p:txBody>
      </p:sp>
      <p:sp>
        <p:nvSpPr>
          <p:cNvPr id="3" name="Text Placeholder 2"/>
          <p:cNvSpPr>
            <a:spLocks noGrp="1"/>
          </p:cNvSpPr>
          <p:nvPr>
            <p:ph type="body" idx="1"/>
          </p:nvPr>
        </p:nvSpPr>
        <p:spPr>
          <a:xfrm>
            <a:off x="963085" y="2906713"/>
            <a:ext cx="10363200" cy="1500187"/>
          </a:xfrm>
          <a:prstGeom prst="rect">
            <a:avLst/>
          </a:prstGeom>
        </p:spPr>
        <p:txBody>
          <a:bodyPr lIns="117039" tIns="58516" rIns="117039" bIns="58516" anchor="b"/>
          <a:lstStyle>
            <a:lvl1pPr marL="0" indent="0">
              <a:buNone/>
              <a:defRPr sz="3100">
                <a:solidFill>
                  <a:schemeClr val="bg1"/>
                </a:solidFill>
              </a:defRPr>
            </a:lvl1pPr>
            <a:lvl2pPr marL="702145" indent="0">
              <a:buNone/>
              <a:defRPr sz="2800">
                <a:solidFill>
                  <a:schemeClr val="tx1">
                    <a:tint val="75000"/>
                  </a:schemeClr>
                </a:solidFill>
              </a:defRPr>
            </a:lvl2pPr>
            <a:lvl3pPr marL="1404294" indent="0">
              <a:buNone/>
              <a:defRPr sz="2600">
                <a:solidFill>
                  <a:schemeClr val="tx1">
                    <a:tint val="75000"/>
                  </a:schemeClr>
                </a:solidFill>
              </a:defRPr>
            </a:lvl3pPr>
            <a:lvl4pPr marL="2106441" indent="0">
              <a:buNone/>
              <a:defRPr sz="2200">
                <a:solidFill>
                  <a:schemeClr val="tx1">
                    <a:tint val="75000"/>
                  </a:schemeClr>
                </a:solidFill>
              </a:defRPr>
            </a:lvl4pPr>
            <a:lvl5pPr marL="2808590" indent="0">
              <a:buNone/>
              <a:defRPr sz="2200">
                <a:solidFill>
                  <a:schemeClr val="tx1">
                    <a:tint val="75000"/>
                  </a:schemeClr>
                </a:solidFill>
              </a:defRPr>
            </a:lvl5pPr>
            <a:lvl6pPr marL="3510725" indent="0">
              <a:buNone/>
              <a:defRPr sz="2200">
                <a:solidFill>
                  <a:schemeClr val="tx1">
                    <a:tint val="75000"/>
                  </a:schemeClr>
                </a:solidFill>
              </a:defRPr>
            </a:lvl6pPr>
            <a:lvl7pPr marL="4212907" indent="0">
              <a:buNone/>
              <a:defRPr sz="2200">
                <a:solidFill>
                  <a:schemeClr val="tx1">
                    <a:tint val="75000"/>
                  </a:schemeClr>
                </a:solidFill>
              </a:defRPr>
            </a:lvl7pPr>
            <a:lvl8pPr marL="4915037" indent="0">
              <a:buNone/>
              <a:defRPr sz="2200">
                <a:solidFill>
                  <a:schemeClr val="tx1">
                    <a:tint val="75000"/>
                  </a:schemeClr>
                </a:solidFill>
              </a:defRPr>
            </a:lvl8pPr>
            <a:lvl9pPr marL="5617179" indent="0">
              <a:buNone/>
              <a:defRPr sz="2200">
                <a:solidFill>
                  <a:schemeClr val="tx1">
                    <a:tint val="75000"/>
                  </a:schemeClr>
                </a:solidFill>
              </a:defRPr>
            </a:lvl9pPr>
          </a:lstStyle>
          <a:p>
            <a:pPr lvl="0"/>
            <a:r>
              <a:rPr lang="en-US"/>
              <a:t>Click to edit Master text styles</a:t>
            </a:r>
          </a:p>
        </p:txBody>
      </p:sp>
      <p:sp>
        <p:nvSpPr>
          <p:cNvPr id="9" name="Footer Placeholder 4"/>
          <p:cNvSpPr>
            <a:spLocks noGrp="1"/>
          </p:cNvSpPr>
          <p:nvPr>
            <p:ph type="ftr" sz="quarter" idx="3"/>
          </p:nvPr>
        </p:nvSpPr>
        <p:spPr>
          <a:xfrm>
            <a:off x="6055360" y="6342446"/>
            <a:ext cx="5879253" cy="365125"/>
          </a:xfrm>
          <a:prstGeom prst="rect">
            <a:avLst/>
          </a:prstGeom>
        </p:spPr>
        <p:txBody>
          <a:bodyPr vert="horz" lIns="117039" tIns="58516" rIns="117039" bIns="58516" rtlCol="0" anchor="ctr"/>
          <a:lstStyle>
            <a:lvl1pPr algn="r">
              <a:defRPr sz="1800">
                <a:solidFill>
                  <a:schemeClr val="tx2"/>
                </a:solidFill>
              </a:defRPr>
            </a:lvl1pPr>
          </a:lstStyle>
          <a:p>
            <a:pPr defTabSz="912870"/>
            <a:endParaRPr lang="en-NZ">
              <a:solidFill>
                <a:srgbClr val="666366"/>
              </a:solidFill>
            </a:endParaRPr>
          </a:p>
        </p:txBody>
      </p:sp>
    </p:spTree>
    <p:extLst>
      <p:ext uri="{BB962C8B-B14F-4D97-AF65-F5344CB8AC3E}">
        <p14:creationId xmlns:p14="http://schemas.microsoft.com/office/powerpoint/2010/main" val="1293390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pic>
        <p:nvPicPr>
          <p:cNvPr id="6" name="Picture 5"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46"/>
            <a:ext cx="2844800" cy="365125"/>
          </a:xfrm>
          <a:prstGeom prst="rect">
            <a:avLst/>
          </a:prstGeom>
        </p:spPr>
        <p:txBody>
          <a:bodyPr lIns="117039" tIns="58516" rIns="117039" bIns="58516" anchor="ctr"/>
          <a:lstStyle>
            <a:lvl1pPr algn="r">
              <a:defRPr sz="1800">
                <a:solidFill>
                  <a:schemeClr val="tx1"/>
                </a:solidFill>
              </a:defRPr>
            </a:lvl1pPr>
          </a:lstStyle>
          <a:p>
            <a:pPr defTabSz="912870"/>
            <a:fld id="{5D762165-7DD1-43A8-AF3E-02B3DB1B40E1}" type="slidenum">
              <a:rPr lang="en-NZ" smtClean="0">
                <a:solidFill>
                  <a:srgbClr val="1A472B"/>
                </a:solidFill>
              </a:rPr>
              <a:pPr defTabSz="912870"/>
              <a:t>‹#›</a:t>
            </a:fld>
            <a:endParaRPr lang="en-NZ">
              <a:solidFill>
                <a:srgbClr val="1A472B"/>
              </a:solidFill>
            </a:endParaRPr>
          </a:p>
        </p:txBody>
      </p:sp>
      <p:sp>
        <p:nvSpPr>
          <p:cNvPr id="12"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spTree>
    <p:extLst>
      <p:ext uri="{BB962C8B-B14F-4D97-AF65-F5344CB8AC3E}">
        <p14:creationId xmlns:p14="http://schemas.microsoft.com/office/powerpoint/2010/main" val="1460643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Primary text only">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46"/>
            <a:ext cx="2844800" cy="365125"/>
          </a:xfrm>
          <a:prstGeom prst="rect">
            <a:avLst/>
          </a:prstGeom>
        </p:spPr>
        <p:txBody>
          <a:bodyPr lIns="117039" tIns="58516" rIns="117039" bIns="58516" anchor="ctr"/>
          <a:lstStyle>
            <a:lvl1pPr algn="r">
              <a:defRPr sz="1800">
                <a:solidFill>
                  <a:schemeClr val="bg1"/>
                </a:solidFill>
              </a:defRPr>
            </a:lvl1pPr>
          </a:lstStyle>
          <a:p>
            <a:pPr defTabSz="912870"/>
            <a:fld id="{5D762165-7DD1-43A8-AF3E-02B3DB1B40E1}" type="slidenum">
              <a:rPr lang="en-NZ" smtClean="0">
                <a:solidFill>
                  <a:prstClr val="white"/>
                </a:solidFill>
              </a:rPr>
              <a:pPr defTabSz="912870"/>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039" tIns="58516" rIns="117039" bIns="58516"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sp>
        <p:nvSpPr>
          <p:cNvPr id="2" name="TextBox 1"/>
          <p:cNvSpPr txBox="1"/>
          <p:nvPr/>
        </p:nvSpPr>
        <p:spPr>
          <a:xfrm>
            <a:off x="209813" y="1398341"/>
            <a:ext cx="11704320" cy="4644516"/>
          </a:xfrm>
          <a:prstGeom prst="rect">
            <a:avLst/>
          </a:prstGeom>
          <a:noFill/>
        </p:spPr>
        <p:txBody>
          <a:bodyPr wrap="square" lIns="117039" tIns="58516" rIns="117039" bIns="58516" rtlCol="0">
            <a:normAutofit/>
          </a:bodyPr>
          <a:lstStyle/>
          <a:p>
            <a:pPr defTabSz="912870">
              <a:lnSpc>
                <a:spcPct val="130000"/>
              </a:lnSpc>
            </a:pPr>
            <a:r>
              <a:rPr lang="en-US" sz="3700" b="1" dirty="0">
                <a:solidFill>
                  <a:prstClr val="white"/>
                </a:solidFill>
              </a:rPr>
              <a:t>Click to add subhead 01 – Calibri Bold 24pt</a:t>
            </a:r>
          </a:p>
          <a:p>
            <a:pPr defTabSz="912870">
              <a:lnSpc>
                <a:spcPct val="130000"/>
              </a:lnSpc>
            </a:pPr>
            <a:r>
              <a:rPr lang="en-US" sz="3500" dirty="0">
                <a:solidFill>
                  <a:prstClr val="white"/>
                </a:solidFill>
              </a:rPr>
              <a:t>Click to add body text 01 – Calibri 22pt</a:t>
            </a:r>
          </a:p>
          <a:p>
            <a:pPr defTabSz="702145">
              <a:lnSpc>
                <a:spcPct val="130000"/>
              </a:lnSpc>
              <a:defRPr/>
            </a:pPr>
            <a:r>
              <a:rPr lang="en-US" sz="2800" dirty="0">
                <a:solidFill>
                  <a:prstClr val="white"/>
                </a:solidFill>
              </a:rPr>
              <a:t>Click to add body text 02 – Calibri 18pt</a:t>
            </a:r>
          </a:p>
          <a:p>
            <a:pPr defTabSz="912870">
              <a:lnSpc>
                <a:spcPct val="130000"/>
              </a:lnSpc>
            </a:pPr>
            <a:endParaRPr lang="en-US" sz="3500" dirty="0">
              <a:solidFill>
                <a:prstClr val="white"/>
              </a:solidFill>
            </a:endParaRPr>
          </a:p>
        </p:txBody>
      </p:sp>
      <p:pic>
        <p:nvPicPr>
          <p:cNvPr id="9" name="Picture 8"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546031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Primary bulleted text">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46"/>
            <a:ext cx="2844800" cy="365125"/>
          </a:xfrm>
          <a:prstGeom prst="rect">
            <a:avLst/>
          </a:prstGeom>
        </p:spPr>
        <p:txBody>
          <a:bodyPr lIns="117039" tIns="58516" rIns="117039" bIns="58516" anchor="ctr"/>
          <a:lstStyle>
            <a:lvl1pPr algn="r">
              <a:defRPr sz="1800">
                <a:solidFill>
                  <a:schemeClr val="bg1"/>
                </a:solidFill>
              </a:defRPr>
            </a:lvl1pPr>
          </a:lstStyle>
          <a:p>
            <a:pPr defTabSz="912870"/>
            <a:fld id="{5D762165-7DD1-43A8-AF3E-02B3DB1B40E1}" type="slidenum">
              <a:rPr lang="en-NZ" smtClean="0">
                <a:solidFill>
                  <a:prstClr val="white"/>
                </a:solidFill>
              </a:rPr>
              <a:pPr defTabSz="912870"/>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039" tIns="58516" rIns="117039" bIns="58516"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039" tIns="58516" rIns="117039" bIns="58516" rtlCol="0">
            <a:normAutofit/>
          </a:bodyPr>
          <a:lstStyle>
            <a:lvl1pPr marL="0" indent="0">
              <a:lnSpc>
                <a:spcPct val="120000"/>
              </a:lnSpc>
              <a:buFont typeface="Arial"/>
              <a:buNone/>
              <a:defRPr sz="3700" b="1">
                <a:solidFill>
                  <a:schemeClr val="bg1"/>
                </a:solidFill>
                <a:latin typeface="+mn-lt"/>
              </a:defRPr>
            </a:lvl1pPr>
            <a:lvl2pPr marL="828918" indent="-438830">
              <a:lnSpc>
                <a:spcPct val="120000"/>
              </a:lnSpc>
              <a:buFont typeface="Arial"/>
              <a:buChar char="•"/>
              <a:defRPr sz="3500">
                <a:solidFill>
                  <a:schemeClr val="bg1"/>
                </a:solidFill>
                <a:latin typeface="+mn-lt"/>
              </a:defRPr>
            </a:lvl2pPr>
            <a:lvl3pPr marL="1789498" indent="-526617">
              <a:lnSpc>
                <a:spcPct val="120000"/>
              </a:lnSpc>
              <a:buFont typeface="Arial"/>
              <a:buChar char="•"/>
              <a:defRPr sz="2800">
                <a:solidFill>
                  <a:schemeClr val="bg1"/>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505220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ondary full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8" name="Picture 7" descr="Footer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46"/>
            <a:ext cx="2844800" cy="365125"/>
          </a:xfrm>
          <a:prstGeom prst="rect">
            <a:avLst/>
          </a:prstGeom>
        </p:spPr>
        <p:txBody>
          <a:bodyPr lIns="117039" tIns="58516" rIns="117039" bIns="58516" anchor="ctr"/>
          <a:lstStyle>
            <a:lvl1pPr algn="r">
              <a:defRPr sz="1800">
                <a:solidFill>
                  <a:schemeClr val="bg1"/>
                </a:solidFill>
              </a:defRPr>
            </a:lvl1pPr>
          </a:lstStyle>
          <a:p>
            <a:pPr defTabSz="912870"/>
            <a:fld id="{5D762165-7DD1-43A8-AF3E-02B3DB1B40E1}" type="slidenum">
              <a:rPr lang="en-NZ" smtClean="0">
                <a:solidFill>
                  <a:prstClr val="white"/>
                </a:solidFill>
              </a:rPr>
              <a:pPr defTabSz="912870"/>
              <a:t>‹#›</a:t>
            </a:fld>
            <a:endParaRPr lang="en-NZ">
              <a:solidFill>
                <a:prstClr val="white"/>
              </a:solidFill>
            </a:endParaRPr>
          </a:p>
        </p:txBody>
      </p:sp>
      <p:sp>
        <p:nvSpPr>
          <p:cNvPr id="6" name="Title Placeholder 1"/>
          <p:cNvSpPr>
            <a:spLocks noGrp="1"/>
          </p:cNvSpPr>
          <p:nvPr>
            <p:ph type="title"/>
          </p:nvPr>
        </p:nvSpPr>
        <p:spPr>
          <a:xfrm>
            <a:off x="230293" y="173039"/>
            <a:ext cx="8880000" cy="1143000"/>
          </a:xfrm>
          <a:prstGeom prst="rect">
            <a:avLst/>
          </a:prstGeom>
        </p:spPr>
        <p:txBody>
          <a:bodyPr vert="horz" lIns="117039" tIns="58516" rIns="117039" bIns="58516" rtlCol="0" anchor="ctr">
            <a:normAutofit/>
          </a:bodyPr>
          <a:lstStyle/>
          <a:p>
            <a:r>
              <a:rPr lang="en-US"/>
              <a:t>Click to edit Master title style</a:t>
            </a:r>
            <a:endParaRPr lang="en-US" dirty="0"/>
          </a:p>
        </p:txBody>
      </p:sp>
      <p:sp>
        <p:nvSpPr>
          <p:cNvPr id="7"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039" tIns="58516" rIns="117039" bIns="58516" rtlCol="0">
            <a:normAutofit/>
          </a:bodyPr>
          <a:lstStyle>
            <a:lvl1pPr marL="0" indent="0">
              <a:lnSpc>
                <a:spcPct val="120000"/>
              </a:lnSpc>
              <a:buFont typeface="Arial"/>
              <a:buNone/>
              <a:defRPr sz="3700" b="1">
                <a:solidFill>
                  <a:schemeClr val="tx2"/>
                </a:solidFill>
                <a:latin typeface="+mn-lt"/>
              </a:defRPr>
            </a:lvl1pPr>
            <a:lvl2pPr marL="828918" indent="-438830">
              <a:lnSpc>
                <a:spcPct val="120000"/>
              </a:lnSpc>
              <a:buFont typeface="Arial"/>
              <a:buChar char="•"/>
              <a:defRPr sz="3500">
                <a:solidFill>
                  <a:schemeClr val="tx2"/>
                </a:solidFill>
                <a:latin typeface="+mn-lt"/>
              </a:defRPr>
            </a:lvl2pPr>
            <a:lvl3pPr marL="1789498" indent="-526617">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03169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Secondary half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039" tIns="58516" rIns="117039" bIns="58516"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039" tIns="58516" rIns="117039" bIns="58516" rtlCol="0">
            <a:normAutofit/>
          </a:bodyPr>
          <a:lstStyle>
            <a:lvl1pPr marL="0" indent="0">
              <a:lnSpc>
                <a:spcPct val="120000"/>
              </a:lnSpc>
              <a:buFont typeface="Arial"/>
              <a:buNone/>
              <a:defRPr sz="3700" b="1">
                <a:solidFill>
                  <a:schemeClr val="tx2"/>
                </a:solidFill>
                <a:latin typeface="+mn-lt"/>
              </a:defRPr>
            </a:lvl1pPr>
            <a:lvl2pPr marL="828918" indent="-438830">
              <a:lnSpc>
                <a:spcPct val="120000"/>
              </a:lnSpc>
              <a:buFont typeface="Arial"/>
              <a:buChar char="•"/>
              <a:defRPr sz="3500">
                <a:solidFill>
                  <a:schemeClr val="tx2"/>
                </a:solidFill>
                <a:latin typeface="+mn-lt"/>
              </a:defRPr>
            </a:lvl2pPr>
            <a:lvl3pPr marL="1789498" indent="-526617">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sp>
        <p:nvSpPr>
          <p:cNvPr id="11" name="Slide Number Placeholder 3"/>
          <p:cNvSpPr>
            <a:spLocks noGrp="1"/>
          </p:cNvSpPr>
          <p:nvPr>
            <p:ph type="sldNum" sz="quarter" idx="12"/>
          </p:nvPr>
        </p:nvSpPr>
        <p:spPr>
          <a:xfrm>
            <a:off x="9123845" y="6342446"/>
            <a:ext cx="2844800" cy="365125"/>
          </a:xfrm>
          <a:prstGeom prst="rect">
            <a:avLst/>
          </a:prstGeom>
        </p:spPr>
        <p:txBody>
          <a:bodyPr lIns="117039" tIns="58516" rIns="117039" bIns="58516" anchor="ctr"/>
          <a:lstStyle>
            <a:lvl1pPr algn="r">
              <a:defRPr sz="1800">
                <a:solidFill>
                  <a:schemeClr val="tx1"/>
                </a:solidFill>
              </a:defRPr>
            </a:lvl1pPr>
          </a:lstStyle>
          <a:p>
            <a:pPr defTabSz="912870"/>
            <a:fld id="{5D762165-7DD1-43A8-AF3E-02B3DB1B40E1}" type="slidenum">
              <a:rPr lang="en-NZ" smtClean="0">
                <a:solidFill>
                  <a:srgbClr val="1A472B"/>
                </a:solidFill>
              </a:rPr>
              <a:pPr defTabSz="912870"/>
              <a:t>‹#›</a:t>
            </a:fld>
            <a:endParaRPr lang="en-NZ">
              <a:solidFill>
                <a:srgbClr val="1A472B"/>
              </a:solidFill>
            </a:endParaRPr>
          </a:p>
        </p:txBody>
      </p:sp>
      <p:sp>
        <p:nvSpPr>
          <p:cNvPr id="12"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789261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46"/>
            <a:ext cx="2844800" cy="365125"/>
          </a:xfrm>
          <a:prstGeom prst="rect">
            <a:avLst/>
          </a:prstGeom>
        </p:spPr>
        <p:txBody>
          <a:bodyPr lIns="117039" tIns="58516" rIns="117039" bIns="58516" anchor="ctr"/>
          <a:lstStyle>
            <a:lvl1pPr algn="r">
              <a:defRPr sz="1800">
                <a:solidFill>
                  <a:schemeClr val="tx1"/>
                </a:solidFill>
              </a:defRPr>
            </a:lvl1pPr>
          </a:lstStyle>
          <a:p>
            <a:pPr defTabSz="912870"/>
            <a:fld id="{5D762165-7DD1-43A8-AF3E-02B3DB1B40E1}" type="slidenum">
              <a:rPr lang="en-NZ" smtClean="0">
                <a:solidFill>
                  <a:srgbClr val="1A472B"/>
                </a:solidFill>
              </a:rPr>
              <a:pPr defTabSz="912870"/>
              <a:t>‹#›</a:t>
            </a:fld>
            <a:endParaRPr lang="en-NZ">
              <a:solidFill>
                <a:srgbClr val="1A472B"/>
              </a:solidFill>
            </a:endParaRPr>
          </a:p>
        </p:txBody>
      </p:sp>
      <p:sp>
        <p:nvSpPr>
          <p:cNvPr id="12"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spTree>
    <p:extLst>
      <p:ext uri="{BB962C8B-B14F-4D97-AF65-F5344CB8AC3E}">
        <p14:creationId xmlns:p14="http://schemas.microsoft.com/office/powerpoint/2010/main" val="3824239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Tertiary values 1">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46"/>
            <a:ext cx="2844800" cy="365125"/>
          </a:xfrm>
          <a:prstGeom prst="rect">
            <a:avLst/>
          </a:prstGeom>
        </p:spPr>
        <p:txBody>
          <a:bodyPr lIns="117039" tIns="58516" rIns="117039" bIns="58516" anchor="ctr"/>
          <a:lstStyle>
            <a:lvl1pPr algn="r">
              <a:defRPr sz="1800">
                <a:solidFill>
                  <a:schemeClr val="tx1"/>
                </a:solidFill>
              </a:defRPr>
            </a:lvl1pPr>
          </a:lstStyle>
          <a:p>
            <a:pPr defTabSz="912870"/>
            <a:fld id="{5D762165-7DD1-43A8-AF3E-02B3DB1B40E1}" type="slidenum">
              <a:rPr lang="en-NZ" smtClean="0">
                <a:solidFill>
                  <a:srgbClr val="1A472B"/>
                </a:solidFill>
              </a:rPr>
              <a:pPr defTabSz="912870"/>
              <a:t>‹#›</a:t>
            </a:fld>
            <a:endParaRPr lang="en-NZ">
              <a:solidFill>
                <a:srgbClr val="1A472B"/>
              </a:solidFill>
            </a:endParaRPr>
          </a:p>
        </p:txBody>
      </p:sp>
      <p:sp>
        <p:nvSpPr>
          <p:cNvPr id="12"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spTree>
    <p:extLst>
      <p:ext uri="{BB962C8B-B14F-4D97-AF65-F5344CB8AC3E}">
        <p14:creationId xmlns:p14="http://schemas.microsoft.com/office/powerpoint/2010/main" val="4060519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Tertiary values 2">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46"/>
            <a:ext cx="2844800" cy="365125"/>
          </a:xfrm>
          <a:prstGeom prst="rect">
            <a:avLst/>
          </a:prstGeom>
        </p:spPr>
        <p:txBody>
          <a:bodyPr lIns="117039" tIns="58516" rIns="117039" bIns="58516" anchor="ctr"/>
          <a:lstStyle>
            <a:lvl1pPr algn="r">
              <a:defRPr sz="1800">
                <a:solidFill>
                  <a:schemeClr val="tx1"/>
                </a:solidFill>
              </a:defRPr>
            </a:lvl1pPr>
          </a:lstStyle>
          <a:p>
            <a:pPr defTabSz="912870"/>
            <a:fld id="{5D762165-7DD1-43A8-AF3E-02B3DB1B40E1}" type="slidenum">
              <a:rPr lang="en-NZ" smtClean="0">
                <a:solidFill>
                  <a:srgbClr val="1A472B"/>
                </a:solidFill>
              </a:rPr>
              <a:pPr defTabSz="912870"/>
              <a:t>‹#›</a:t>
            </a:fld>
            <a:endParaRPr lang="en-NZ">
              <a:solidFill>
                <a:srgbClr val="1A472B"/>
              </a:solidFill>
            </a:endParaRPr>
          </a:p>
        </p:txBody>
      </p:sp>
      <p:sp>
        <p:nvSpPr>
          <p:cNvPr id="12"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spTree>
    <p:extLst>
      <p:ext uri="{BB962C8B-B14F-4D97-AF65-F5344CB8AC3E}">
        <p14:creationId xmlns:p14="http://schemas.microsoft.com/office/powerpoint/2010/main" val="1471256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Tertiary values 3">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46"/>
            <a:ext cx="2844800" cy="365125"/>
          </a:xfrm>
          <a:prstGeom prst="rect">
            <a:avLst/>
          </a:prstGeom>
        </p:spPr>
        <p:txBody>
          <a:bodyPr lIns="117039" tIns="58516" rIns="117039" bIns="58516" anchor="ctr"/>
          <a:lstStyle>
            <a:lvl1pPr algn="r">
              <a:defRPr sz="1800">
                <a:solidFill>
                  <a:schemeClr val="tx1"/>
                </a:solidFill>
              </a:defRPr>
            </a:lvl1pPr>
          </a:lstStyle>
          <a:p>
            <a:pPr defTabSz="912870"/>
            <a:fld id="{5D762165-7DD1-43A8-AF3E-02B3DB1B40E1}" type="slidenum">
              <a:rPr lang="en-NZ" smtClean="0">
                <a:solidFill>
                  <a:srgbClr val="1A472B"/>
                </a:solidFill>
              </a:rPr>
              <a:pPr defTabSz="912870"/>
              <a:t>‹#›</a:t>
            </a:fld>
            <a:endParaRPr lang="en-NZ">
              <a:solidFill>
                <a:srgbClr val="1A472B"/>
              </a:solidFill>
            </a:endParaRPr>
          </a:p>
        </p:txBody>
      </p:sp>
      <p:sp>
        <p:nvSpPr>
          <p:cNvPr id="12"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spTree>
    <p:extLst>
      <p:ext uri="{BB962C8B-B14F-4D97-AF65-F5344CB8AC3E}">
        <p14:creationId xmlns:p14="http://schemas.microsoft.com/office/powerpoint/2010/main" val="1079111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Tertiary values 4">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46"/>
            <a:ext cx="2844800" cy="365125"/>
          </a:xfrm>
          <a:prstGeom prst="rect">
            <a:avLst/>
          </a:prstGeom>
        </p:spPr>
        <p:txBody>
          <a:bodyPr lIns="117039" tIns="58516" rIns="117039" bIns="58516" anchor="ctr"/>
          <a:lstStyle>
            <a:lvl1pPr algn="r">
              <a:defRPr sz="1800">
                <a:solidFill>
                  <a:schemeClr val="tx1"/>
                </a:solidFill>
              </a:defRPr>
            </a:lvl1pPr>
          </a:lstStyle>
          <a:p>
            <a:pPr defTabSz="912870"/>
            <a:fld id="{5D762165-7DD1-43A8-AF3E-02B3DB1B40E1}" type="slidenum">
              <a:rPr lang="en-NZ" smtClean="0">
                <a:solidFill>
                  <a:srgbClr val="1A472B"/>
                </a:solidFill>
              </a:rPr>
              <a:pPr defTabSz="912870"/>
              <a:t>‹#›</a:t>
            </a:fld>
            <a:endParaRPr lang="en-NZ">
              <a:solidFill>
                <a:srgbClr val="1A472B"/>
              </a:solidFill>
            </a:endParaRPr>
          </a:p>
        </p:txBody>
      </p:sp>
      <p:sp>
        <p:nvSpPr>
          <p:cNvPr id="12"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spTree>
    <p:extLst>
      <p:ext uri="{BB962C8B-B14F-4D97-AF65-F5344CB8AC3E}">
        <p14:creationId xmlns:p14="http://schemas.microsoft.com/office/powerpoint/2010/main" val="2226559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Tertiary values 5">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46"/>
            <a:ext cx="2844800" cy="365125"/>
          </a:xfrm>
          <a:prstGeom prst="rect">
            <a:avLst/>
          </a:prstGeom>
        </p:spPr>
        <p:txBody>
          <a:bodyPr lIns="117039" tIns="58516" rIns="117039" bIns="58516" anchor="ctr"/>
          <a:lstStyle>
            <a:lvl1pPr algn="r">
              <a:defRPr sz="1800">
                <a:solidFill>
                  <a:schemeClr val="tx1"/>
                </a:solidFill>
              </a:defRPr>
            </a:lvl1pPr>
          </a:lstStyle>
          <a:p>
            <a:pPr defTabSz="912870"/>
            <a:fld id="{5D762165-7DD1-43A8-AF3E-02B3DB1B40E1}" type="slidenum">
              <a:rPr lang="en-NZ" smtClean="0">
                <a:solidFill>
                  <a:srgbClr val="1A472B"/>
                </a:solidFill>
              </a:rPr>
              <a:pPr defTabSz="912870"/>
              <a:t>‹#›</a:t>
            </a:fld>
            <a:endParaRPr lang="en-NZ">
              <a:solidFill>
                <a:srgbClr val="1A472B"/>
              </a:solidFill>
            </a:endParaRPr>
          </a:p>
        </p:txBody>
      </p:sp>
      <p:sp>
        <p:nvSpPr>
          <p:cNvPr id="12"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spTree>
    <p:extLst>
      <p:ext uri="{BB962C8B-B14F-4D97-AF65-F5344CB8AC3E}">
        <p14:creationId xmlns:p14="http://schemas.microsoft.com/office/powerpoint/2010/main" val="1945171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Tertiary with photos">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039" tIns="58516" rIns="117039" bIns="58516"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6" y="1388265"/>
            <a:ext cx="5879253" cy="4654594"/>
          </a:xfrm>
          <a:prstGeom prst="rect">
            <a:avLst/>
          </a:prstGeom>
        </p:spPr>
        <p:txBody>
          <a:bodyPr vert="horz" lIns="117039" tIns="58516" rIns="117039" bIns="58516" rtlCol="0">
            <a:normAutofit/>
          </a:bodyPr>
          <a:lstStyle>
            <a:lvl1pPr marL="0" marR="0" indent="0" algn="l" defTabSz="702145" rtl="0" eaLnBrk="1" fontAlgn="auto" latinLnBrk="0" hangingPunct="1">
              <a:lnSpc>
                <a:spcPct val="130000"/>
              </a:lnSpc>
              <a:spcBef>
                <a:spcPct val="0"/>
              </a:spcBef>
              <a:spcAft>
                <a:spcPts val="0"/>
              </a:spcAft>
              <a:buClrTx/>
              <a:buSzTx/>
              <a:buFont typeface="Arial"/>
              <a:buNone/>
              <a:tabLst/>
              <a:defRPr lang="en-AU" sz="3700" smtClean="0">
                <a:effectLst/>
              </a:defRPr>
            </a:lvl1pPr>
            <a:lvl2pPr marL="0" indent="0">
              <a:lnSpc>
                <a:spcPct val="120000"/>
              </a:lnSpc>
              <a:buFont typeface="Arial"/>
              <a:buNone/>
              <a:tabLst/>
              <a:defRPr sz="3500">
                <a:solidFill>
                  <a:schemeClr val="tx2"/>
                </a:solidFill>
                <a:latin typeface="+mn-lt"/>
              </a:defRPr>
            </a:lvl2pPr>
            <a:lvl3pPr marL="438830" indent="-438830">
              <a:lnSpc>
                <a:spcPct val="130000"/>
              </a:lnSpc>
              <a:buFont typeface="Arial"/>
              <a:buChar char="•"/>
              <a:tabLst/>
              <a:defRPr sz="3500" baseline="0">
                <a:solidFill>
                  <a:schemeClr val="tx2"/>
                </a:solidFill>
                <a:latin typeface="+mn-lt"/>
              </a:defRPr>
            </a:lvl3pPr>
            <a:lvl4pPr marL="0" indent="0">
              <a:buFont typeface="Arial"/>
              <a:buNone/>
              <a:defRPr sz="3700">
                <a:solidFill>
                  <a:schemeClr val="bg1"/>
                </a:solidFill>
              </a:defRPr>
            </a:lvl4pPr>
          </a:lstStyle>
          <a:p>
            <a:pPr lvl="0"/>
            <a:r>
              <a:rPr lang="en-AU" dirty="0"/>
              <a:t>Inserting a new slide</a:t>
            </a:r>
          </a:p>
          <a:p>
            <a:pPr lvl="2"/>
            <a:r>
              <a:rPr lang="en-AU" dirty="0"/>
              <a:t>Click the New Slide dropdown on the Home tab</a:t>
            </a:r>
          </a:p>
          <a:p>
            <a:pPr lvl="2"/>
            <a:r>
              <a:rPr lang="en-AU" dirty="0"/>
              <a:t>Select the desired layout</a:t>
            </a:r>
          </a:p>
          <a:p>
            <a:pPr marL="0" marR="0" lvl="0" indent="0" algn="l" defTabSz="702145" rtl="0" eaLnBrk="1" fontAlgn="auto" latinLnBrk="0" hangingPunct="1">
              <a:lnSpc>
                <a:spcPct val="130000"/>
              </a:lnSpc>
              <a:spcBef>
                <a:spcPct val="0"/>
              </a:spcBef>
              <a:spcAft>
                <a:spcPts val="0"/>
              </a:spcAft>
              <a:buClrTx/>
              <a:buSzTx/>
              <a:buFont typeface="Arial"/>
              <a:buNone/>
              <a:tabLst/>
              <a:defRPr/>
            </a:pPr>
            <a:endParaRPr lang="en-AU" sz="1200" dirty="0">
              <a:effectLst/>
              <a:latin typeface="+mn-lt"/>
              <a:ea typeface="ＭＳ 明朝"/>
              <a:cs typeface="Times New Roman"/>
            </a:endParaRPr>
          </a:p>
          <a:p>
            <a:pPr lvl="0"/>
            <a:endParaRPr lang="en-AU" dirty="0"/>
          </a:p>
        </p:txBody>
      </p:sp>
      <p:sp>
        <p:nvSpPr>
          <p:cNvPr id="11" name="Slide Number Placeholder 3"/>
          <p:cNvSpPr>
            <a:spLocks noGrp="1"/>
          </p:cNvSpPr>
          <p:nvPr>
            <p:ph type="sldNum" sz="quarter" idx="12"/>
          </p:nvPr>
        </p:nvSpPr>
        <p:spPr>
          <a:xfrm>
            <a:off x="9123845" y="6342446"/>
            <a:ext cx="2844800" cy="365125"/>
          </a:xfrm>
          <a:prstGeom prst="rect">
            <a:avLst/>
          </a:prstGeom>
        </p:spPr>
        <p:txBody>
          <a:bodyPr lIns="117039" tIns="58516" rIns="117039" bIns="58516" anchor="ctr"/>
          <a:lstStyle>
            <a:lvl1pPr algn="r">
              <a:defRPr sz="1800">
                <a:solidFill>
                  <a:schemeClr val="tx1"/>
                </a:solidFill>
              </a:defRPr>
            </a:lvl1pPr>
          </a:lstStyle>
          <a:p>
            <a:pPr defTabSz="912870"/>
            <a:fld id="{5D762165-7DD1-43A8-AF3E-02B3DB1B40E1}" type="slidenum">
              <a:rPr lang="en-NZ" smtClean="0">
                <a:solidFill>
                  <a:srgbClr val="1A472B"/>
                </a:solidFill>
              </a:rPr>
              <a:pPr defTabSz="912870"/>
              <a:t>‹#›</a:t>
            </a:fld>
            <a:endParaRPr lang="en-NZ">
              <a:solidFill>
                <a:srgbClr val="1A472B"/>
              </a:solidFill>
            </a:endParaRPr>
          </a:p>
        </p:txBody>
      </p:sp>
      <p:sp>
        <p:nvSpPr>
          <p:cNvPr id="12"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sp>
        <p:nvSpPr>
          <p:cNvPr id="4" name="Picture Placeholder 3"/>
          <p:cNvSpPr>
            <a:spLocks noGrp="1"/>
          </p:cNvSpPr>
          <p:nvPr>
            <p:ph type="pic" sz="quarter" idx="13"/>
          </p:nvPr>
        </p:nvSpPr>
        <p:spPr>
          <a:xfrm>
            <a:off x="6394192" y="1585596"/>
            <a:ext cx="2683104" cy="1990726"/>
          </a:xfrm>
          <a:prstGeom prst="rect">
            <a:avLst/>
          </a:prstGeom>
        </p:spPr>
        <p:txBody>
          <a:bodyPr vert="horz" lIns="117039" tIns="58516" rIns="117039" bIns="58516"/>
          <a:lstStyle/>
          <a:p>
            <a:r>
              <a:rPr lang="en-US"/>
              <a:t>Click icon to add picture</a:t>
            </a:r>
          </a:p>
        </p:txBody>
      </p:sp>
      <p:sp>
        <p:nvSpPr>
          <p:cNvPr id="13" name="Picture Placeholder 3"/>
          <p:cNvSpPr>
            <a:spLocks noGrp="1"/>
          </p:cNvSpPr>
          <p:nvPr>
            <p:ph type="pic" sz="quarter" idx="14"/>
          </p:nvPr>
        </p:nvSpPr>
        <p:spPr>
          <a:xfrm>
            <a:off x="9320320" y="1585596"/>
            <a:ext cx="2648325" cy="1990726"/>
          </a:xfrm>
          <a:prstGeom prst="rect">
            <a:avLst/>
          </a:prstGeom>
        </p:spPr>
        <p:txBody>
          <a:bodyPr vert="horz" lIns="117039" tIns="58516" rIns="117039" bIns="58516"/>
          <a:lstStyle/>
          <a:p>
            <a:r>
              <a:rPr lang="en-US"/>
              <a:t>Click icon to add picture</a:t>
            </a:r>
          </a:p>
        </p:txBody>
      </p:sp>
      <p:pic>
        <p:nvPicPr>
          <p:cNvPr id="15" name="Picture 14"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6002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Tertiary 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0293" y="173039"/>
            <a:ext cx="8880000" cy="1143000"/>
          </a:xfrm>
          <a:prstGeom prst="rect">
            <a:avLst/>
          </a:prstGeom>
        </p:spPr>
        <p:txBody>
          <a:bodyPr lIns="117039" tIns="58516" rIns="117039" bIns="58516" anchor="ctr"/>
          <a:lstStyle>
            <a:lvl1pPr>
              <a:defRPr/>
            </a:lvl1pPr>
          </a:lstStyle>
          <a:p>
            <a:r>
              <a:rPr lang="en-US"/>
              <a:t>Click to edit Master title style</a:t>
            </a:r>
            <a:endParaRPr lang="en-US" dirty="0"/>
          </a:p>
        </p:txBody>
      </p:sp>
      <p:pic>
        <p:nvPicPr>
          <p:cNvPr id="10" name="Picture 9"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sp>
        <p:nvSpPr>
          <p:cNvPr id="3" name="Text Placeholder 2"/>
          <p:cNvSpPr>
            <a:spLocks noGrp="1"/>
          </p:cNvSpPr>
          <p:nvPr>
            <p:ph type="body" idx="1"/>
          </p:nvPr>
        </p:nvSpPr>
        <p:spPr>
          <a:xfrm>
            <a:off x="379309" y="1535117"/>
            <a:ext cx="5617211" cy="639763"/>
          </a:xfrm>
          <a:prstGeom prst="rect">
            <a:avLst/>
          </a:prstGeom>
        </p:spPr>
        <p:txBody>
          <a:bodyPr lIns="117039" tIns="58516" rIns="117039" bIns="58516" anchor="b"/>
          <a:lstStyle>
            <a:lvl1pPr marL="0" indent="0">
              <a:buNone/>
              <a:defRPr sz="3700" b="1">
                <a:solidFill>
                  <a:schemeClr val="accent1"/>
                </a:solidFill>
              </a:defRPr>
            </a:lvl1pPr>
            <a:lvl2pPr marL="702145" indent="0">
              <a:buNone/>
              <a:defRPr sz="3100" b="1"/>
            </a:lvl2pPr>
            <a:lvl3pPr marL="1404294" indent="0">
              <a:buNone/>
              <a:defRPr sz="2800" b="1"/>
            </a:lvl3pPr>
            <a:lvl4pPr marL="2106441" indent="0">
              <a:buNone/>
              <a:defRPr sz="2600" b="1"/>
            </a:lvl4pPr>
            <a:lvl5pPr marL="2808590" indent="0">
              <a:buNone/>
              <a:defRPr sz="2600" b="1"/>
            </a:lvl5pPr>
            <a:lvl6pPr marL="3510725" indent="0">
              <a:buNone/>
              <a:defRPr sz="2600" b="1"/>
            </a:lvl6pPr>
            <a:lvl7pPr marL="4212907" indent="0">
              <a:buNone/>
              <a:defRPr sz="2600" b="1"/>
            </a:lvl7pPr>
            <a:lvl8pPr marL="4915037" indent="0">
              <a:buNone/>
              <a:defRPr sz="2600" b="1"/>
            </a:lvl8pPr>
            <a:lvl9pPr marL="5617179" indent="0">
              <a:buNone/>
              <a:defRPr sz="2600" b="1"/>
            </a:lvl9pPr>
          </a:lstStyle>
          <a:p>
            <a:pPr lvl="0"/>
            <a:r>
              <a:rPr lang="en-US"/>
              <a:t>Click to edit Master text styles</a:t>
            </a:r>
          </a:p>
        </p:txBody>
      </p:sp>
      <p:sp>
        <p:nvSpPr>
          <p:cNvPr id="4" name="Content Placeholder 3"/>
          <p:cNvSpPr>
            <a:spLocks noGrp="1"/>
          </p:cNvSpPr>
          <p:nvPr>
            <p:ph sz="half" idx="2"/>
          </p:nvPr>
        </p:nvSpPr>
        <p:spPr>
          <a:xfrm>
            <a:off x="379309" y="2174891"/>
            <a:ext cx="5617211" cy="3717925"/>
          </a:xfrm>
          <a:prstGeom prst="rect">
            <a:avLst/>
          </a:prstGeom>
        </p:spPr>
        <p:txBody>
          <a:bodyPr lIns="117039" tIns="58516" rIns="117039" bIns="58516"/>
          <a:lstStyle>
            <a:lvl1pPr>
              <a:defRPr sz="3500" b="0">
                <a:solidFill>
                  <a:srgbClr val="666366"/>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sp>
        <p:nvSpPr>
          <p:cNvPr id="5" name="Text Placeholder 4"/>
          <p:cNvSpPr>
            <a:spLocks noGrp="1"/>
          </p:cNvSpPr>
          <p:nvPr>
            <p:ph type="body" sz="quarter" idx="3"/>
          </p:nvPr>
        </p:nvSpPr>
        <p:spPr>
          <a:xfrm>
            <a:off x="6193442" y="1535117"/>
            <a:ext cx="5619327" cy="639763"/>
          </a:xfrm>
          <a:prstGeom prst="rect">
            <a:avLst/>
          </a:prstGeom>
        </p:spPr>
        <p:txBody>
          <a:bodyPr lIns="117039" tIns="58516" rIns="117039" bIns="58516" anchor="b"/>
          <a:lstStyle>
            <a:lvl1pPr marL="0" indent="0">
              <a:buNone/>
              <a:defRPr sz="3700" b="1">
                <a:solidFill>
                  <a:srgbClr val="009645"/>
                </a:solidFill>
              </a:defRPr>
            </a:lvl1pPr>
            <a:lvl2pPr marL="702145" indent="0">
              <a:buNone/>
              <a:defRPr sz="3100" b="1"/>
            </a:lvl2pPr>
            <a:lvl3pPr marL="1404294" indent="0">
              <a:buNone/>
              <a:defRPr sz="2800" b="1"/>
            </a:lvl3pPr>
            <a:lvl4pPr marL="2106441" indent="0">
              <a:buNone/>
              <a:defRPr sz="2600" b="1"/>
            </a:lvl4pPr>
            <a:lvl5pPr marL="2808590" indent="0">
              <a:buNone/>
              <a:defRPr sz="2600" b="1"/>
            </a:lvl5pPr>
            <a:lvl6pPr marL="3510725" indent="0">
              <a:buNone/>
              <a:defRPr sz="2600" b="1"/>
            </a:lvl6pPr>
            <a:lvl7pPr marL="4212907" indent="0">
              <a:buNone/>
              <a:defRPr sz="2600" b="1"/>
            </a:lvl7pPr>
            <a:lvl8pPr marL="4915037" indent="0">
              <a:buNone/>
              <a:defRPr sz="2600" b="1"/>
            </a:lvl8pPr>
            <a:lvl9pPr marL="5617179" indent="0">
              <a:buNone/>
              <a:defRPr sz="2600" b="1"/>
            </a:lvl9pPr>
          </a:lstStyle>
          <a:p>
            <a:pPr lvl="0"/>
            <a:r>
              <a:rPr lang="en-US"/>
              <a:t>Click to edit Master text styles</a:t>
            </a:r>
          </a:p>
        </p:txBody>
      </p:sp>
      <p:sp>
        <p:nvSpPr>
          <p:cNvPr id="6" name="Content Placeholder 5"/>
          <p:cNvSpPr>
            <a:spLocks noGrp="1"/>
          </p:cNvSpPr>
          <p:nvPr>
            <p:ph sz="quarter" idx="4"/>
          </p:nvPr>
        </p:nvSpPr>
        <p:spPr>
          <a:xfrm>
            <a:off x="6193442" y="2174891"/>
            <a:ext cx="5619327" cy="3717925"/>
          </a:xfrm>
          <a:prstGeom prst="rect">
            <a:avLst/>
          </a:prstGeom>
        </p:spPr>
        <p:txBody>
          <a:bodyPr lIns="117039" tIns="58516" rIns="117039" bIns="58516"/>
          <a:lstStyle>
            <a:lvl1pPr>
              <a:defRPr sz="3500" b="0">
                <a:solidFill>
                  <a:schemeClr val="tx2"/>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pic>
        <p:nvPicPr>
          <p:cNvPr id="12" name="Picture 11"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3" name="Slide Number Placeholder 3"/>
          <p:cNvSpPr>
            <a:spLocks noGrp="1"/>
          </p:cNvSpPr>
          <p:nvPr>
            <p:ph type="sldNum" sz="quarter" idx="12"/>
          </p:nvPr>
        </p:nvSpPr>
        <p:spPr>
          <a:xfrm>
            <a:off x="9123845" y="6342446"/>
            <a:ext cx="2844800" cy="365125"/>
          </a:xfrm>
          <a:prstGeom prst="rect">
            <a:avLst/>
          </a:prstGeom>
        </p:spPr>
        <p:txBody>
          <a:bodyPr lIns="117039" tIns="58516" rIns="117039" bIns="58516" anchor="ctr"/>
          <a:lstStyle>
            <a:lvl1pPr algn="r">
              <a:defRPr sz="1800">
                <a:solidFill>
                  <a:schemeClr val="tx1"/>
                </a:solidFill>
              </a:defRPr>
            </a:lvl1pPr>
          </a:lstStyle>
          <a:p>
            <a:pPr defTabSz="912870"/>
            <a:fld id="{5D762165-7DD1-43A8-AF3E-02B3DB1B40E1}" type="slidenum">
              <a:rPr lang="en-NZ" smtClean="0">
                <a:solidFill>
                  <a:srgbClr val="1A472B"/>
                </a:solidFill>
              </a:rPr>
              <a:pPr defTabSz="912870"/>
              <a:t>‹#›</a:t>
            </a:fld>
            <a:endParaRPr lang="en-NZ">
              <a:solidFill>
                <a:srgbClr val="1A472B"/>
              </a:solidFill>
            </a:endParaRPr>
          </a:p>
        </p:txBody>
      </p:sp>
      <p:sp>
        <p:nvSpPr>
          <p:cNvPr id="14" name="Footer Placeholder 4"/>
          <p:cNvSpPr>
            <a:spLocks noGrp="1"/>
          </p:cNvSpPr>
          <p:nvPr>
            <p:ph type="ftr" sz="quarter" idx="1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pic>
        <p:nvPicPr>
          <p:cNvPr id="16" name="Picture 15"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228967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ertiary chart">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3" name="Picture 2" descr="Grey_Panel992x662.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30319" y="162561"/>
            <a:ext cx="11748751" cy="5880298"/>
          </a:xfrm>
          <a:prstGeom prst="rect">
            <a:avLst/>
          </a:prstGeom>
        </p:spPr>
      </p:pic>
      <p:sp>
        <p:nvSpPr>
          <p:cNvPr id="11" name="Slide Number Placeholder 3"/>
          <p:cNvSpPr>
            <a:spLocks noGrp="1"/>
          </p:cNvSpPr>
          <p:nvPr>
            <p:ph type="sldNum" sz="quarter" idx="12"/>
          </p:nvPr>
        </p:nvSpPr>
        <p:spPr>
          <a:xfrm>
            <a:off x="9123845" y="6342446"/>
            <a:ext cx="2844800" cy="365125"/>
          </a:xfrm>
          <a:prstGeom prst="rect">
            <a:avLst/>
          </a:prstGeom>
        </p:spPr>
        <p:txBody>
          <a:bodyPr lIns="117039" tIns="58516" rIns="117039" bIns="58516" anchor="ctr"/>
          <a:lstStyle>
            <a:lvl1pPr algn="r">
              <a:defRPr sz="1800">
                <a:solidFill>
                  <a:schemeClr val="tx1"/>
                </a:solidFill>
              </a:defRPr>
            </a:lvl1pPr>
          </a:lstStyle>
          <a:p>
            <a:pPr defTabSz="912870"/>
            <a:fld id="{5D762165-7DD1-43A8-AF3E-02B3DB1B40E1}" type="slidenum">
              <a:rPr lang="en-NZ" smtClean="0">
                <a:solidFill>
                  <a:srgbClr val="1A472B"/>
                </a:solidFill>
              </a:rPr>
              <a:pPr defTabSz="912870"/>
              <a:t>‹#›</a:t>
            </a:fld>
            <a:endParaRPr lang="en-NZ">
              <a:solidFill>
                <a:srgbClr val="1A472B"/>
              </a:solidFill>
            </a:endParaRPr>
          </a:p>
        </p:txBody>
      </p:sp>
      <p:sp>
        <p:nvSpPr>
          <p:cNvPr id="12"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sp>
        <p:nvSpPr>
          <p:cNvPr id="7" name="Chart Placeholder 6"/>
          <p:cNvSpPr>
            <a:spLocks noGrp="1"/>
          </p:cNvSpPr>
          <p:nvPr>
            <p:ph type="chart" sz="quarter" idx="13"/>
          </p:nvPr>
        </p:nvSpPr>
        <p:spPr>
          <a:xfrm>
            <a:off x="230724" y="161931"/>
            <a:ext cx="11747501" cy="5881688"/>
          </a:xfrm>
          <a:prstGeom prst="rect">
            <a:avLst/>
          </a:prstGeom>
        </p:spPr>
        <p:txBody>
          <a:bodyPr vert="horz" lIns="117039" tIns="58516" rIns="117039" bIns="58516"/>
          <a:lstStyle/>
          <a:p>
            <a:r>
              <a:rPr lang="en-US"/>
              <a:t>Click icon to add chart</a:t>
            </a:r>
            <a:endParaRPr lang="en-US" dirty="0"/>
          </a:p>
        </p:txBody>
      </p:sp>
    </p:spTree>
    <p:extLst>
      <p:ext uri="{BB962C8B-B14F-4D97-AF65-F5344CB8AC3E}">
        <p14:creationId xmlns:p14="http://schemas.microsoft.com/office/powerpoint/2010/main" val="2757947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2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Tree>
    <p:extLst>
      <p:ext uri="{BB962C8B-B14F-4D97-AF65-F5344CB8AC3E}">
        <p14:creationId xmlns:p14="http://schemas.microsoft.com/office/powerpoint/2010/main" val="1594455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1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6" name="Picture 5"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324228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46"/>
            <a:ext cx="2844800" cy="365125"/>
          </a:xfrm>
          <a:prstGeom prst="rect">
            <a:avLst/>
          </a:prstGeom>
        </p:spPr>
        <p:txBody>
          <a:bodyPr lIns="117039" tIns="58516" rIns="117039" bIns="58516" anchor="ctr"/>
          <a:lstStyle>
            <a:lvl1pPr algn="r">
              <a:defRPr sz="1800">
                <a:solidFill>
                  <a:schemeClr val="bg1"/>
                </a:solidFill>
              </a:defRPr>
            </a:lvl1pPr>
          </a:lstStyle>
          <a:p>
            <a:pPr defTabSz="912870"/>
            <a:fld id="{5D762165-7DD1-43A8-AF3E-02B3DB1B40E1}" type="slidenum">
              <a:rPr lang="en-NZ" smtClean="0">
                <a:solidFill>
                  <a:prstClr val="white"/>
                </a:solidFill>
              </a:rPr>
              <a:pPr defTabSz="912870"/>
              <a:t>‹#›</a:t>
            </a:fld>
            <a:endParaRPr lang="en-NZ">
              <a:solidFill>
                <a:prstClr val="white"/>
              </a:solidFill>
            </a:endParaRPr>
          </a:p>
        </p:txBody>
      </p:sp>
      <p:sp>
        <p:nvSpPr>
          <p:cNvPr id="7"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spTree>
    <p:extLst>
      <p:ext uri="{BB962C8B-B14F-4D97-AF65-F5344CB8AC3E}">
        <p14:creationId xmlns:p14="http://schemas.microsoft.com/office/powerpoint/2010/main" val="111852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1_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46"/>
            <a:ext cx="2844800" cy="365125"/>
          </a:xfrm>
          <a:prstGeom prst="rect">
            <a:avLst/>
          </a:prstGeom>
        </p:spPr>
        <p:txBody>
          <a:bodyPr lIns="117039" tIns="58516" rIns="117039" bIns="58516" anchor="ctr"/>
          <a:lstStyle>
            <a:lvl1pPr algn="r">
              <a:defRPr sz="1800">
                <a:solidFill>
                  <a:schemeClr val="bg1"/>
                </a:solidFill>
              </a:defRPr>
            </a:lvl1pPr>
          </a:lstStyle>
          <a:p>
            <a:pPr defTabSz="912870"/>
            <a:fld id="{5D762165-7DD1-43A8-AF3E-02B3DB1B40E1}" type="slidenum">
              <a:rPr lang="en-NZ" smtClean="0">
                <a:solidFill>
                  <a:prstClr val="white"/>
                </a:solidFill>
              </a:rPr>
              <a:pPr defTabSz="912870"/>
              <a:t>‹#›</a:t>
            </a:fld>
            <a:endParaRPr lang="en-NZ">
              <a:solidFill>
                <a:prstClr val="white"/>
              </a:solidFill>
            </a:endParaRPr>
          </a:p>
        </p:txBody>
      </p:sp>
      <p:sp>
        <p:nvSpPr>
          <p:cNvPr id="7"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pic>
        <p:nvPicPr>
          <p:cNvPr id="9" name="Picture 8"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094763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type="secHead" preserve="1">
  <p:cSld name="1_Title page">
    <p:spTree>
      <p:nvGrpSpPr>
        <p:cNvPr id="1" name=""/>
        <p:cNvGrpSpPr/>
        <p:nvPr/>
      </p:nvGrpSpPr>
      <p:grpSpPr>
        <a:xfrm>
          <a:off x="0" y="0"/>
          <a:ext cx="0" cy="0"/>
          <a:chOff x="0" y="0"/>
          <a:chExt cx="0" cy="0"/>
        </a:xfrm>
      </p:grpSpPr>
      <p:pic>
        <p:nvPicPr>
          <p:cNvPr id="7" name="Picture 6" descr="GreenEnd992x73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8232" y="176969"/>
            <a:ext cx="11706381" cy="6514036"/>
          </a:xfrm>
          <a:prstGeom prst="rect">
            <a:avLst/>
          </a:prstGeom>
        </p:spPr>
      </p:pic>
      <p:sp>
        <p:nvSpPr>
          <p:cNvPr id="2" name="Title 1"/>
          <p:cNvSpPr>
            <a:spLocks noGrp="1"/>
          </p:cNvSpPr>
          <p:nvPr>
            <p:ph type="title" hasCustomPrompt="1"/>
          </p:nvPr>
        </p:nvSpPr>
        <p:spPr>
          <a:xfrm>
            <a:off x="448311" y="1289055"/>
            <a:ext cx="10363200" cy="673100"/>
          </a:xfrm>
          <a:prstGeom prst="rect">
            <a:avLst/>
          </a:prstGeom>
        </p:spPr>
        <p:txBody>
          <a:bodyPr lIns="117039" tIns="58516" rIns="117039" bIns="58516" anchor="t"/>
          <a:lstStyle>
            <a:lvl1pPr algn="l">
              <a:defRPr sz="5500" b="0" cap="none" baseline="0">
                <a:solidFill>
                  <a:schemeClr val="bg1"/>
                </a:solidFill>
              </a:defRPr>
            </a:lvl1pPr>
          </a:lstStyle>
          <a:p>
            <a:r>
              <a:rPr lang="en-AU" dirty="0"/>
              <a:t>Client brand promise, Calibri 36pt</a:t>
            </a:r>
            <a:endParaRPr lang="en-US" dirty="0"/>
          </a:p>
        </p:txBody>
      </p:sp>
      <p:sp>
        <p:nvSpPr>
          <p:cNvPr id="3" name="Text Placeholder 2"/>
          <p:cNvSpPr>
            <a:spLocks noGrp="1"/>
          </p:cNvSpPr>
          <p:nvPr>
            <p:ph type="body" idx="1" hasCustomPrompt="1"/>
          </p:nvPr>
        </p:nvSpPr>
        <p:spPr>
          <a:xfrm>
            <a:off x="448311" y="4862837"/>
            <a:ext cx="10363200" cy="515620"/>
          </a:xfrm>
          <a:prstGeom prst="rect">
            <a:avLst/>
          </a:prstGeom>
        </p:spPr>
        <p:txBody>
          <a:bodyPr lIns="117039" tIns="58516" rIns="117039" bIns="58516" anchor="b"/>
          <a:lstStyle>
            <a:lvl1pPr marL="0" indent="0">
              <a:buNone/>
              <a:defRPr sz="2800" b="0" baseline="0">
                <a:solidFill>
                  <a:schemeClr val="bg1"/>
                </a:solidFill>
              </a:defRPr>
            </a:lvl1pPr>
            <a:lvl2pPr marL="702145" indent="0">
              <a:buNone/>
              <a:defRPr sz="2800">
                <a:solidFill>
                  <a:schemeClr val="tx1">
                    <a:tint val="75000"/>
                  </a:schemeClr>
                </a:solidFill>
              </a:defRPr>
            </a:lvl2pPr>
            <a:lvl3pPr marL="1404294" indent="0">
              <a:buNone/>
              <a:defRPr sz="2600">
                <a:solidFill>
                  <a:schemeClr val="tx1">
                    <a:tint val="75000"/>
                  </a:schemeClr>
                </a:solidFill>
              </a:defRPr>
            </a:lvl3pPr>
            <a:lvl4pPr marL="2106441" indent="0">
              <a:buNone/>
              <a:defRPr sz="2200">
                <a:solidFill>
                  <a:schemeClr val="tx1">
                    <a:tint val="75000"/>
                  </a:schemeClr>
                </a:solidFill>
              </a:defRPr>
            </a:lvl4pPr>
            <a:lvl5pPr marL="2808590" indent="0">
              <a:buNone/>
              <a:defRPr sz="2200">
                <a:solidFill>
                  <a:schemeClr val="tx1">
                    <a:tint val="75000"/>
                  </a:schemeClr>
                </a:solidFill>
              </a:defRPr>
            </a:lvl5pPr>
            <a:lvl6pPr marL="3510725" indent="0">
              <a:buNone/>
              <a:defRPr sz="2200">
                <a:solidFill>
                  <a:schemeClr val="tx1">
                    <a:tint val="75000"/>
                  </a:schemeClr>
                </a:solidFill>
              </a:defRPr>
            </a:lvl6pPr>
            <a:lvl7pPr marL="4212907" indent="0">
              <a:buNone/>
              <a:defRPr sz="2200">
                <a:solidFill>
                  <a:schemeClr val="tx1">
                    <a:tint val="75000"/>
                  </a:schemeClr>
                </a:solidFill>
              </a:defRPr>
            </a:lvl7pPr>
            <a:lvl8pPr marL="4915037" indent="0">
              <a:buNone/>
              <a:defRPr sz="2200">
                <a:solidFill>
                  <a:schemeClr val="tx1">
                    <a:tint val="75000"/>
                  </a:schemeClr>
                </a:solidFill>
              </a:defRPr>
            </a:lvl8pPr>
            <a:lvl9pPr marL="5617179" indent="0">
              <a:buNone/>
              <a:defRPr sz="2200">
                <a:solidFill>
                  <a:schemeClr val="tx1">
                    <a:tint val="75000"/>
                  </a:schemeClr>
                </a:solidFill>
              </a:defRPr>
            </a:lvl9pPr>
          </a:lstStyle>
          <a:p>
            <a:pPr lvl="0"/>
            <a:r>
              <a:rPr lang="en-AU" dirty="0"/>
              <a:t>Click to add subhead, Calibri 18pt</a:t>
            </a:r>
          </a:p>
        </p:txBody>
      </p:sp>
      <p:sp>
        <p:nvSpPr>
          <p:cNvPr id="6" name="Footer Placeholder 4"/>
          <p:cNvSpPr>
            <a:spLocks noGrp="1"/>
          </p:cNvSpPr>
          <p:nvPr>
            <p:ph type="ftr" sz="quarter" idx="3"/>
          </p:nvPr>
        </p:nvSpPr>
        <p:spPr>
          <a:xfrm>
            <a:off x="230296" y="6356417"/>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spTree>
    <p:extLst>
      <p:ext uri="{BB962C8B-B14F-4D97-AF65-F5344CB8AC3E}">
        <p14:creationId xmlns:p14="http://schemas.microsoft.com/office/powerpoint/2010/main" val="4136544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91"/>
            <a:ext cx="10363200" cy="1470025"/>
          </a:xfrm>
          <a:prstGeom prst="rect">
            <a:avLst/>
          </a:prstGeom>
        </p:spPr>
        <p:txBody>
          <a:bodyPr lIns="117039" tIns="58516" rIns="117039" bIns="58516"/>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lIns="117039" tIns="58516" rIns="117039" bIns="58516"/>
          <a:lstStyle>
            <a:lvl1pPr marL="0" indent="0" algn="ctr">
              <a:buNone/>
              <a:defRPr>
                <a:solidFill>
                  <a:schemeClr val="tx1">
                    <a:tint val="75000"/>
                  </a:schemeClr>
                </a:solidFill>
              </a:defRPr>
            </a:lvl1pPr>
            <a:lvl2pPr marL="702145" indent="0" algn="ctr">
              <a:buNone/>
              <a:defRPr>
                <a:solidFill>
                  <a:schemeClr val="tx1">
                    <a:tint val="75000"/>
                  </a:schemeClr>
                </a:solidFill>
              </a:defRPr>
            </a:lvl2pPr>
            <a:lvl3pPr marL="1404294" indent="0" algn="ctr">
              <a:buNone/>
              <a:defRPr>
                <a:solidFill>
                  <a:schemeClr val="tx1">
                    <a:tint val="75000"/>
                  </a:schemeClr>
                </a:solidFill>
              </a:defRPr>
            </a:lvl3pPr>
            <a:lvl4pPr marL="2106441" indent="0" algn="ctr">
              <a:buNone/>
              <a:defRPr>
                <a:solidFill>
                  <a:schemeClr val="tx1">
                    <a:tint val="75000"/>
                  </a:schemeClr>
                </a:solidFill>
              </a:defRPr>
            </a:lvl4pPr>
            <a:lvl5pPr marL="2808590" indent="0" algn="ctr">
              <a:buNone/>
              <a:defRPr>
                <a:solidFill>
                  <a:schemeClr val="tx1">
                    <a:tint val="75000"/>
                  </a:schemeClr>
                </a:solidFill>
              </a:defRPr>
            </a:lvl5pPr>
            <a:lvl6pPr marL="3510725" indent="0" algn="ctr">
              <a:buNone/>
              <a:defRPr>
                <a:solidFill>
                  <a:schemeClr val="tx1">
                    <a:tint val="75000"/>
                  </a:schemeClr>
                </a:solidFill>
              </a:defRPr>
            </a:lvl6pPr>
            <a:lvl7pPr marL="4212907" indent="0" algn="ctr">
              <a:buNone/>
              <a:defRPr>
                <a:solidFill>
                  <a:schemeClr val="tx1">
                    <a:tint val="75000"/>
                  </a:schemeClr>
                </a:solidFill>
              </a:defRPr>
            </a:lvl7pPr>
            <a:lvl8pPr marL="4915037" indent="0" algn="ctr">
              <a:buNone/>
              <a:defRPr>
                <a:solidFill>
                  <a:schemeClr val="tx1">
                    <a:tint val="75000"/>
                  </a:schemeClr>
                </a:solidFill>
              </a:defRPr>
            </a:lvl8pPr>
            <a:lvl9pPr marL="561717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230293" y="6356417"/>
            <a:ext cx="2844800" cy="365125"/>
          </a:xfrm>
          <a:prstGeom prst="rect">
            <a:avLst/>
          </a:prstGeom>
        </p:spPr>
        <p:txBody>
          <a:bodyPr lIns="117039" tIns="58516" rIns="117039" bIns="58516"/>
          <a:lstStyle/>
          <a:p>
            <a:pPr defTabSz="912870"/>
            <a:fld id="{505B9593-95F5-4191-8057-F1E447DD5737}" type="datetimeFigureOut">
              <a:rPr lang="en-NZ" smtClean="0">
                <a:solidFill>
                  <a:srgbClr val="1A472B"/>
                </a:solidFill>
              </a:rPr>
              <a:pPr defTabSz="912870"/>
              <a:t>16/07/2024</a:t>
            </a:fld>
            <a:endParaRPr lang="en-NZ">
              <a:solidFill>
                <a:srgbClr val="1A472B"/>
              </a:solidFill>
            </a:endParaRPr>
          </a:p>
        </p:txBody>
      </p:sp>
      <p:sp>
        <p:nvSpPr>
          <p:cNvPr id="5" name="Footer Placeholder 4"/>
          <p:cNvSpPr>
            <a:spLocks noGrp="1"/>
          </p:cNvSpPr>
          <p:nvPr>
            <p:ph type="ftr" sz="quarter" idx="11"/>
          </p:nvPr>
        </p:nvSpPr>
        <p:spPr>
          <a:xfrm>
            <a:off x="3075096" y="6356417"/>
            <a:ext cx="5879253" cy="365125"/>
          </a:xfrm>
          <a:prstGeom prst="rect">
            <a:avLst/>
          </a:prstGeom>
        </p:spPr>
        <p:txBody>
          <a:bodyPr lIns="117039" tIns="58516" rIns="117039" bIns="58516"/>
          <a:lstStyle/>
          <a:p>
            <a:pPr defTabSz="912870"/>
            <a:endParaRPr lang="en-NZ">
              <a:solidFill>
                <a:srgbClr val="1A472B"/>
              </a:solidFill>
            </a:endParaRPr>
          </a:p>
        </p:txBody>
      </p:sp>
      <p:sp>
        <p:nvSpPr>
          <p:cNvPr id="6" name="Slide Number Placeholder 5"/>
          <p:cNvSpPr>
            <a:spLocks noGrp="1"/>
          </p:cNvSpPr>
          <p:nvPr>
            <p:ph type="sldNum" sz="quarter" idx="12"/>
          </p:nvPr>
        </p:nvSpPr>
        <p:spPr>
          <a:xfrm>
            <a:off x="9089813" y="6342446"/>
            <a:ext cx="2844800" cy="365125"/>
          </a:xfrm>
          <a:prstGeom prst="rect">
            <a:avLst/>
          </a:prstGeom>
        </p:spPr>
        <p:txBody>
          <a:bodyPr lIns="117039" tIns="58516" rIns="117039" bIns="58516"/>
          <a:lstStyle/>
          <a:p>
            <a:pPr defTabSz="912870"/>
            <a:fld id="{5D762165-7DD1-43A8-AF3E-02B3DB1B40E1}" type="slidenum">
              <a:rPr lang="en-NZ" smtClean="0">
                <a:solidFill>
                  <a:srgbClr val="1A472B"/>
                </a:solidFill>
              </a:rPr>
              <a:pPr defTabSz="912870"/>
              <a:t>‹#›</a:t>
            </a:fld>
            <a:endParaRPr lang="en-NZ">
              <a:solidFill>
                <a:srgbClr val="1A472B"/>
              </a:solidFill>
            </a:endParaRPr>
          </a:p>
        </p:txBody>
      </p:sp>
    </p:spTree>
    <p:extLst>
      <p:ext uri="{BB962C8B-B14F-4D97-AF65-F5344CB8AC3E}">
        <p14:creationId xmlns:p14="http://schemas.microsoft.com/office/powerpoint/2010/main" val="2723206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lIns="117039" tIns="58516" rIns="117039" bIns="58516"/>
          <a:lstStyle/>
          <a:p>
            <a:r>
              <a:rPr lang="en-US"/>
              <a:t>Click to edit Master title style</a:t>
            </a:r>
            <a:endParaRPr lang="en-NZ"/>
          </a:p>
        </p:txBody>
      </p:sp>
      <p:sp>
        <p:nvSpPr>
          <p:cNvPr id="3" name="Content Placeholder 2"/>
          <p:cNvSpPr>
            <a:spLocks noGrp="1"/>
          </p:cNvSpPr>
          <p:nvPr>
            <p:ph idx="1"/>
          </p:nvPr>
        </p:nvSpPr>
        <p:spPr>
          <a:xfrm>
            <a:off x="609600" y="1600206"/>
            <a:ext cx="10972800" cy="4525963"/>
          </a:xfrm>
          <a:prstGeom prst="rect">
            <a:avLst/>
          </a:prstGeom>
        </p:spPr>
        <p:txBody>
          <a:bodyPr lIns="117039" tIns="58516" rIns="117039" bIns="58516"/>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p:cNvSpPr>
            <a:spLocks noGrp="1"/>
          </p:cNvSpPr>
          <p:nvPr>
            <p:ph type="dt" sz="half" idx="10"/>
          </p:nvPr>
        </p:nvSpPr>
        <p:spPr>
          <a:xfrm>
            <a:off x="609600" y="6356416"/>
            <a:ext cx="2844800" cy="365125"/>
          </a:xfrm>
          <a:prstGeom prst="rect">
            <a:avLst/>
          </a:prstGeom>
        </p:spPr>
        <p:txBody>
          <a:bodyPr lIns="117039" tIns="58516" rIns="117039" bIns="58516"/>
          <a:lstStyle/>
          <a:p>
            <a:pPr defTabSz="912870"/>
            <a:fld id="{505B9593-95F5-4191-8057-F1E447DD5737}" type="datetimeFigureOut">
              <a:rPr lang="en-NZ" smtClean="0">
                <a:solidFill>
                  <a:srgbClr val="1A472B"/>
                </a:solidFill>
              </a:rPr>
              <a:pPr defTabSz="912870"/>
              <a:t>16/07/2024</a:t>
            </a:fld>
            <a:endParaRPr lang="en-NZ">
              <a:solidFill>
                <a:srgbClr val="1A472B"/>
              </a:solidFill>
            </a:endParaRPr>
          </a:p>
        </p:txBody>
      </p:sp>
      <p:sp>
        <p:nvSpPr>
          <p:cNvPr id="5" name="Footer Placeholder 4"/>
          <p:cNvSpPr>
            <a:spLocks noGrp="1"/>
          </p:cNvSpPr>
          <p:nvPr>
            <p:ph type="ftr" sz="quarter" idx="11"/>
          </p:nvPr>
        </p:nvSpPr>
        <p:spPr>
          <a:xfrm>
            <a:off x="4165600" y="6356416"/>
            <a:ext cx="3860800" cy="365125"/>
          </a:xfrm>
          <a:prstGeom prst="rect">
            <a:avLst/>
          </a:prstGeom>
        </p:spPr>
        <p:txBody>
          <a:bodyPr lIns="117039" tIns="58516" rIns="117039" bIns="58516"/>
          <a:lstStyle/>
          <a:p>
            <a:pPr defTabSz="912870"/>
            <a:endParaRPr lang="en-NZ">
              <a:solidFill>
                <a:srgbClr val="1A472B"/>
              </a:solidFill>
            </a:endParaRPr>
          </a:p>
        </p:txBody>
      </p:sp>
      <p:sp>
        <p:nvSpPr>
          <p:cNvPr id="6" name="Slide Number Placeholder 5"/>
          <p:cNvSpPr>
            <a:spLocks noGrp="1"/>
          </p:cNvSpPr>
          <p:nvPr>
            <p:ph type="sldNum" sz="quarter" idx="12"/>
          </p:nvPr>
        </p:nvSpPr>
        <p:spPr>
          <a:xfrm>
            <a:off x="8737600" y="6356416"/>
            <a:ext cx="2844800" cy="365125"/>
          </a:xfrm>
          <a:prstGeom prst="rect">
            <a:avLst/>
          </a:prstGeom>
        </p:spPr>
        <p:txBody>
          <a:bodyPr lIns="117039" tIns="58516" rIns="117039" bIns="58516"/>
          <a:lstStyle/>
          <a:p>
            <a:pPr defTabSz="912870"/>
            <a:fld id="{5D762165-7DD1-43A8-AF3E-02B3DB1B40E1}" type="slidenum">
              <a:rPr lang="en-NZ" smtClean="0">
                <a:solidFill>
                  <a:srgbClr val="1A472B"/>
                </a:solidFill>
              </a:rPr>
              <a:pPr defTabSz="912870"/>
              <a:t>‹#›</a:t>
            </a:fld>
            <a:endParaRPr lang="en-NZ">
              <a:solidFill>
                <a:srgbClr val="1A472B"/>
              </a:solidFill>
            </a:endParaRPr>
          </a:p>
        </p:txBody>
      </p:sp>
    </p:spTree>
    <p:extLst>
      <p:ext uri="{BB962C8B-B14F-4D97-AF65-F5344CB8AC3E}">
        <p14:creationId xmlns:p14="http://schemas.microsoft.com/office/powerpoint/2010/main" val="382813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p:cSld name="Main content w kowhaiwhai_Print option">
    <p:spTree>
      <p:nvGrpSpPr>
        <p:cNvPr id="1" name=""/>
        <p:cNvGrpSpPr/>
        <p:nvPr/>
      </p:nvGrpSpPr>
      <p:grpSpPr>
        <a:xfrm>
          <a:off x="0" y="0"/>
          <a:ext cx="0" cy="0"/>
          <a:chOff x="0" y="0"/>
          <a:chExt cx="0" cy="0"/>
        </a:xfrm>
      </p:grpSpPr>
      <p:pic>
        <p:nvPicPr>
          <p:cNvPr id="14" name="Picture 13" descr="Footer03_1024x74.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97211"/>
            <a:ext cx="12192000" cy="144860"/>
          </a:xfrm>
          <a:prstGeom prst="rect">
            <a:avLst/>
          </a:prstGeom>
        </p:spPr>
      </p:pic>
      <p:pic>
        <p:nvPicPr>
          <p:cNvPr id="5" name="Picture 4" descr="Logo177x78.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9561784" y="302885"/>
            <a:ext cx="2372829" cy="784241"/>
          </a:xfrm>
          <a:prstGeom prst="rect">
            <a:avLst/>
          </a:prstGeom>
        </p:spPr>
      </p:pic>
      <p:sp>
        <p:nvSpPr>
          <p:cNvPr id="8" name="Title Placeholder 1"/>
          <p:cNvSpPr>
            <a:spLocks noGrp="1"/>
          </p:cNvSpPr>
          <p:nvPr>
            <p:ph type="title" hasCustomPrompt="1"/>
          </p:nvPr>
        </p:nvSpPr>
        <p:spPr>
          <a:xfrm>
            <a:off x="230293" y="173038"/>
            <a:ext cx="8880000" cy="1143000"/>
          </a:xfrm>
          <a:prstGeom prst="rect">
            <a:avLst/>
          </a:prstGeom>
        </p:spPr>
        <p:txBody>
          <a:bodyPr vert="horz" lIns="117039" tIns="58516" rIns="117039" bIns="58516" rtlCol="0" anchor="ctr">
            <a:normAutofit/>
          </a:bodyPr>
          <a:lstStyle>
            <a:lvl1pPr>
              <a:defRPr>
                <a:solidFill>
                  <a:schemeClr val="tx1"/>
                </a:solidFill>
              </a:defRPr>
            </a:lvl1pPr>
          </a:lstStyle>
          <a:p>
            <a:r>
              <a:rPr lang="en-AU" dirty="0"/>
              <a:t>Click to add title - Calibri 36pt</a:t>
            </a:r>
            <a:endParaRPr lang="en-US" dirty="0"/>
          </a:p>
        </p:txBody>
      </p:sp>
      <p:sp>
        <p:nvSpPr>
          <p:cNvPr id="3" name="Text Placeholder 2"/>
          <p:cNvSpPr>
            <a:spLocks noGrp="1"/>
          </p:cNvSpPr>
          <p:nvPr>
            <p:ph type="body" sz="quarter" idx="13" hasCustomPrompt="1"/>
          </p:nvPr>
        </p:nvSpPr>
        <p:spPr>
          <a:xfrm>
            <a:off x="230742" y="1419235"/>
            <a:ext cx="11703049" cy="4702175"/>
          </a:xfrm>
          <a:prstGeom prst="rect">
            <a:avLst/>
          </a:prstGeom>
        </p:spPr>
        <p:txBody>
          <a:bodyPr vert="horz" lIns="117039" tIns="58516" rIns="117039" bIns="58516"/>
          <a:lstStyle>
            <a:lvl1pPr>
              <a:defRPr baseline="0">
                <a:solidFill>
                  <a:schemeClr val="tx1"/>
                </a:solidFill>
              </a:defRPr>
            </a:lvl1pPr>
            <a:lvl2pPr marL="0" indent="0">
              <a:tabLst/>
              <a:defRPr>
                <a:solidFill>
                  <a:schemeClr val="tx1"/>
                </a:solidFill>
              </a:defRPr>
            </a:lvl2pPr>
            <a:lvl3pPr>
              <a:defRPr>
                <a:solidFill>
                  <a:schemeClr val="tx1"/>
                </a:solidFill>
              </a:defRPr>
            </a:lvl3pPr>
            <a:lvl4pPr>
              <a:defRPr>
                <a:solidFill>
                  <a:schemeClr val="tx1"/>
                </a:solidFill>
              </a:defRPr>
            </a:lvl4pPr>
            <a:lvl5pPr marL="2091825" indent="-438830">
              <a:buFont typeface="Arial"/>
              <a:buChar char="•"/>
              <a:defRPr>
                <a:solidFill>
                  <a:schemeClr val="tx1"/>
                </a:solidFill>
              </a:defRPr>
            </a:lvl5pPr>
          </a:lstStyle>
          <a:p>
            <a:pPr lvl="0"/>
            <a:r>
              <a:rPr lang="en-AU" dirty="0"/>
              <a:t>Click to add text. Sub heading – Calibri Bold 24pt</a:t>
            </a:r>
          </a:p>
          <a:p>
            <a:pPr lvl="1"/>
            <a:r>
              <a:rPr lang="en-AU" dirty="0"/>
              <a:t>Second level – Calibri 24pt</a:t>
            </a:r>
          </a:p>
          <a:p>
            <a:pPr lvl="2"/>
            <a:r>
              <a:rPr lang="en-AU" dirty="0"/>
              <a:t>Third level – Calibri Bold 22pt</a:t>
            </a:r>
          </a:p>
          <a:p>
            <a:pPr lvl="3"/>
            <a:r>
              <a:rPr lang="en-AU" dirty="0"/>
              <a:t>Fourth level – Calibri 18pt</a:t>
            </a:r>
          </a:p>
          <a:p>
            <a:pPr lvl="4"/>
            <a:r>
              <a:rPr lang="en-AU" dirty="0"/>
              <a:t>Fifth level – Calibri 16pt</a:t>
            </a:r>
            <a:endParaRPr lang="en-US" dirty="0"/>
          </a:p>
          <a:p>
            <a:pPr lvl="0"/>
            <a:endParaRPr lang="en-US" dirty="0"/>
          </a:p>
        </p:txBody>
      </p:sp>
      <p:sp>
        <p:nvSpPr>
          <p:cNvPr id="9" name="Text Placeholder 8"/>
          <p:cNvSpPr>
            <a:spLocks noGrp="1"/>
          </p:cNvSpPr>
          <p:nvPr>
            <p:ph type="body" sz="quarter" idx="14" hasCustomPrompt="1"/>
          </p:nvPr>
        </p:nvSpPr>
        <p:spPr>
          <a:xfrm>
            <a:off x="230720" y="6342129"/>
            <a:ext cx="4995333" cy="365125"/>
          </a:xfrm>
          <a:prstGeom prst="rect">
            <a:avLst/>
          </a:prstGeom>
        </p:spPr>
        <p:txBody>
          <a:bodyPr vert="horz" lIns="117039" tIns="58516" rIns="117039" bIns="58516" anchor="ctr" anchorCtr="0"/>
          <a:lstStyle>
            <a:lvl1pPr marL="0" marR="0" indent="0" algn="l" defTabSz="702145" rtl="0" eaLnBrk="1" fontAlgn="auto" latinLnBrk="0" hangingPunct="1">
              <a:lnSpc>
                <a:spcPct val="100000"/>
              </a:lnSpc>
              <a:spcBef>
                <a:spcPct val="20000"/>
              </a:spcBef>
              <a:spcAft>
                <a:spcPts val="0"/>
              </a:spcAft>
              <a:buClrTx/>
              <a:buSzTx/>
              <a:buFont typeface="Courier New"/>
              <a:buNone/>
              <a:tabLst/>
              <a:defRPr sz="1800" b="0">
                <a:solidFill>
                  <a:schemeClr val="tx1"/>
                </a:solidFill>
              </a:defRPr>
            </a:lvl1pPr>
          </a:lstStyle>
          <a:p>
            <a:pPr marL="0" marR="0" lvl="0" indent="0" algn="l" defTabSz="702145" rtl="0" eaLnBrk="1" fontAlgn="auto" latinLnBrk="0" hangingPunct="1">
              <a:lnSpc>
                <a:spcPct val="100000"/>
              </a:lnSpc>
              <a:spcBef>
                <a:spcPct val="20000"/>
              </a:spcBef>
              <a:spcAft>
                <a:spcPts val="0"/>
              </a:spcAft>
              <a:buClrTx/>
              <a:buSzTx/>
              <a:buFont typeface="Courier New"/>
              <a:buNone/>
              <a:tabLst/>
              <a:defRPr/>
            </a:pPr>
            <a:r>
              <a:rPr lang="en-US" dirty="0">
                <a:solidFill>
                  <a:srgbClr val="1A472B"/>
                </a:solidFill>
              </a:rPr>
              <a:t>Click to add title in Calibri 12pt</a:t>
            </a:r>
            <a:endParaRPr lang="en-US" dirty="0">
              <a:solidFill>
                <a:schemeClr val="bg2"/>
              </a:solidFill>
            </a:endParaRPr>
          </a:p>
        </p:txBody>
      </p:sp>
      <p:sp>
        <p:nvSpPr>
          <p:cNvPr id="13" name="Text Placeholder 12"/>
          <p:cNvSpPr>
            <a:spLocks noGrp="1"/>
          </p:cNvSpPr>
          <p:nvPr>
            <p:ph type="body" sz="quarter" idx="15" hasCustomPrompt="1"/>
          </p:nvPr>
        </p:nvSpPr>
        <p:spPr>
          <a:xfrm>
            <a:off x="11430918" y="6342129"/>
            <a:ext cx="503767" cy="347663"/>
          </a:xfrm>
          <a:prstGeom prst="rect">
            <a:avLst/>
          </a:prstGeom>
        </p:spPr>
        <p:txBody>
          <a:bodyPr vert="horz" lIns="117039" tIns="58516" rIns="117039" bIns="58516" anchor="ctr" anchorCtr="0"/>
          <a:lstStyle>
            <a:lvl1pPr algn="r">
              <a:defRPr sz="1800">
                <a:solidFill>
                  <a:schemeClr val="tx1"/>
                </a:solidFill>
              </a:defRPr>
            </a:lvl1pPr>
          </a:lstStyle>
          <a:p>
            <a:pPr lvl="0"/>
            <a:fld id="{4D4F556E-231C-B544-9E8A-43AA8493A8CA}" type="slidenum">
              <a:rPr lang="en-US" smtClean="0"/>
              <a:t>‹#›</a:t>
            </a:fld>
            <a:endParaRPr lang="en-US" dirty="0"/>
          </a:p>
        </p:txBody>
      </p:sp>
    </p:spTree>
    <p:extLst>
      <p:ext uri="{BB962C8B-B14F-4D97-AF65-F5344CB8AC3E}">
        <p14:creationId xmlns:p14="http://schemas.microsoft.com/office/powerpoint/2010/main" val="2049233550"/>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cSld name="Plain content">
    <p:spTree>
      <p:nvGrpSpPr>
        <p:cNvPr id="1" name=""/>
        <p:cNvGrpSpPr/>
        <p:nvPr/>
      </p:nvGrpSpPr>
      <p:grpSpPr>
        <a:xfrm>
          <a:off x="0" y="0"/>
          <a:ext cx="0" cy="0"/>
          <a:chOff x="0" y="0"/>
          <a:chExt cx="0" cy="0"/>
        </a:xfrm>
      </p:grpSpPr>
      <p:pic>
        <p:nvPicPr>
          <p:cNvPr id="7" name="Picture 6"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1"/>
            <a:ext cx="12192000" cy="660797"/>
          </a:xfrm>
          <a:prstGeom prst="rect">
            <a:avLst/>
          </a:prstGeom>
        </p:spPr>
      </p:pic>
      <p:sp>
        <p:nvSpPr>
          <p:cNvPr id="11" name="Slide Number Placeholder 3"/>
          <p:cNvSpPr>
            <a:spLocks noGrp="1"/>
          </p:cNvSpPr>
          <p:nvPr>
            <p:ph type="sldNum" sz="quarter" idx="12"/>
          </p:nvPr>
        </p:nvSpPr>
        <p:spPr>
          <a:xfrm>
            <a:off x="9123845" y="6342446"/>
            <a:ext cx="2844800" cy="365125"/>
          </a:xfrm>
          <a:prstGeom prst="rect">
            <a:avLst/>
          </a:prstGeom>
        </p:spPr>
        <p:txBody>
          <a:bodyPr lIns="117039" tIns="58516" rIns="117039" bIns="58516" anchor="ctr"/>
          <a:lstStyle>
            <a:lvl1pPr algn="r">
              <a:defRPr sz="1800">
                <a:solidFill>
                  <a:schemeClr val="tx1"/>
                </a:solidFill>
              </a:defRPr>
            </a:lvl1pPr>
          </a:lstStyle>
          <a:p>
            <a:pPr defTabSz="912870"/>
            <a:fld id="{5D762165-7DD1-43A8-AF3E-02B3DB1B40E1}" type="slidenum">
              <a:rPr lang="en-NZ" smtClean="0">
                <a:solidFill>
                  <a:srgbClr val="1A472B"/>
                </a:solidFill>
              </a:rPr>
              <a:pPr defTabSz="912870"/>
              <a:t>‹#›</a:t>
            </a:fld>
            <a:endParaRPr lang="en-NZ">
              <a:solidFill>
                <a:srgbClr val="1A472B"/>
              </a:solidFill>
            </a:endParaRPr>
          </a:p>
        </p:txBody>
      </p:sp>
      <p:sp>
        <p:nvSpPr>
          <p:cNvPr id="12" name="Footer Placeholder 4"/>
          <p:cNvSpPr>
            <a:spLocks noGrp="1"/>
          </p:cNvSpPr>
          <p:nvPr>
            <p:ph type="ftr" sz="quarter" idx="3"/>
          </p:nvPr>
        </p:nvSpPr>
        <p:spPr>
          <a:xfrm>
            <a:off x="230296" y="6356416"/>
            <a:ext cx="5879253" cy="365125"/>
          </a:xfrm>
          <a:prstGeom prst="rect">
            <a:avLst/>
          </a:prstGeom>
        </p:spPr>
        <p:txBody>
          <a:bodyPr vert="horz" lIns="117039" tIns="58516" rIns="117039" bIns="58516" rtlCol="0" anchor="ctr"/>
          <a:lstStyle>
            <a:lvl1pPr algn="l">
              <a:defRPr sz="1800">
                <a:solidFill>
                  <a:schemeClr val="tx1">
                    <a:tint val="75000"/>
                  </a:schemeClr>
                </a:solidFill>
              </a:defRPr>
            </a:lvl1pPr>
          </a:lstStyle>
          <a:p>
            <a:pPr defTabSz="912870"/>
            <a:endParaRPr lang="en-NZ">
              <a:solidFill>
                <a:srgbClr val="1A472B">
                  <a:tint val="75000"/>
                </a:srgbClr>
              </a:solidFill>
            </a:endParaRPr>
          </a:p>
        </p:txBody>
      </p:sp>
      <p:sp>
        <p:nvSpPr>
          <p:cNvPr id="8" name="Title Placeholder 1"/>
          <p:cNvSpPr>
            <a:spLocks noGrp="1"/>
          </p:cNvSpPr>
          <p:nvPr>
            <p:ph type="title" hasCustomPrompt="1"/>
          </p:nvPr>
        </p:nvSpPr>
        <p:spPr>
          <a:xfrm>
            <a:off x="230293" y="173038"/>
            <a:ext cx="8880000" cy="1143000"/>
          </a:xfrm>
          <a:prstGeom prst="rect">
            <a:avLst/>
          </a:prstGeom>
        </p:spPr>
        <p:txBody>
          <a:bodyPr vert="horz" lIns="117039" tIns="58516" rIns="117039" bIns="58516" rtlCol="0" anchor="ctr">
            <a:normAutofit/>
          </a:bodyPr>
          <a:lstStyle>
            <a:lvl1pPr>
              <a:defRPr>
                <a:solidFill>
                  <a:schemeClr val="tx1"/>
                </a:solidFill>
              </a:defRPr>
            </a:lvl1pPr>
          </a:lstStyle>
          <a:p>
            <a:r>
              <a:rPr lang="en-AU" dirty="0"/>
              <a:t>Click to add title - Calibri 36pt</a:t>
            </a:r>
            <a:endParaRPr lang="en-US" dirty="0"/>
          </a:p>
        </p:txBody>
      </p:sp>
      <p:pic>
        <p:nvPicPr>
          <p:cNvPr id="10" name="Picture 9"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555361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p:cSld name="Logo with no footer for pictur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0293" y="173038"/>
            <a:ext cx="8880000" cy="1143000"/>
          </a:xfrm>
          <a:prstGeom prst="rect">
            <a:avLst/>
          </a:prstGeom>
        </p:spPr>
        <p:txBody>
          <a:bodyPr lIns="117039" tIns="58516" rIns="117039" bIns="58516" anchor="ctr"/>
          <a:lstStyle>
            <a:lvl1pPr>
              <a:defRPr/>
            </a:lvl1pPr>
          </a:lstStyle>
          <a:p>
            <a:r>
              <a:rPr lang="en-AU" dirty="0"/>
              <a:t>Click to add title - Calibri 36pt</a:t>
            </a:r>
            <a:endParaRPr lang="en-US" dirty="0"/>
          </a:p>
        </p:txBody>
      </p:sp>
      <p:pic>
        <p:nvPicPr>
          <p:cNvPr id="4" name="Picture 3" descr="Logo 1024x700.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87369370"/>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userDrawn="1">
  <p:cSld name="Special - Values 4 or section title page">
    <p:spTree>
      <p:nvGrpSpPr>
        <p:cNvPr id="1" name=""/>
        <p:cNvGrpSpPr/>
        <p:nvPr/>
      </p:nvGrpSpPr>
      <p:grpSpPr>
        <a:xfrm>
          <a:off x="0" y="0"/>
          <a:ext cx="0" cy="0"/>
          <a:chOff x="0" y="0"/>
          <a:chExt cx="0" cy="0"/>
        </a:xfrm>
      </p:grpSpPr>
      <p:pic>
        <p:nvPicPr>
          <p:cNvPr id="6" name="Picture 5" descr="Vitality_0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5494" y="135226"/>
            <a:ext cx="11700121" cy="5883508"/>
          </a:xfrm>
          <a:prstGeom prst="rect">
            <a:avLst/>
          </a:prstGeom>
        </p:spPr>
      </p:pic>
      <p:pic>
        <p:nvPicPr>
          <p:cNvPr id="14" name="Picture 13" descr="End04_LogoGreen_992x736.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32919" y="5714388"/>
            <a:ext cx="11692695" cy="965089"/>
          </a:xfrm>
          <a:prstGeom prst="rect">
            <a:avLst/>
          </a:prstGeom>
        </p:spPr>
      </p:pic>
      <p:sp>
        <p:nvSpPr>
          <p:cNvPr id="15" name="Text Placeholder 3"/>
          <p:cNvSpPr>
            <a:spLocks noGrp="1"/>
          </p:cNvSpPr>
          <p:nvPr>
            <p:ph type="body" sz="quarter" idx="10" hasCustomPrompt="1"/>
          </p:nvPr>
        </p:nvSpPr>
        <p:spPr>
          <a:xfrm>
            <a:off x="584201" y="555532"/>
            <a:ext cx="4682067" cy="622300"/>
          </a:xfrm>
          <a:prstGeom prst="rect">
            <a:avLst/>
          </a:prstGeom>
        </p:spPr>
        <p:txBody>
          <a:bodyPr vert="horz" lIns="117039" tIns="58516" rIns="117039" bIns="58516"/>
          <a:lstStyle>
            <a:lvl1pPr>
              <a:defRPr sz="4600" b="0"/>
            </a:lvl1pPr>
          </a:lstStyle>
          <a:p>
            <a:pPr lvl="0"/>
            <a:r>
              <a:rPr lang="en-AU" dirty="0"/>
              <a:t>Vitality</a:t>
            </a:r>
            <a:endParaRPr lang="en-US" dirty="0"/>
          </a:p>
        </p:txBody>
      </p:sp>
      <p:sp>
        <p:nvSpPr>
          <p:cNvPr id="16" name="Text Placeholder 16"/>
          <p:cNvSpPr>
            <a:spLocks noGrp="1"/>
          </p:cNvSpPr>
          <p:nvPr>
            <p:ph type="body" sz="quarter" idx="11" hasCustomPrompt="1"/>
          </p:nvPr>
        </p:nvSpPr>
        <p:spPr>
          <a:xfrm>
            <a:off x="584206" y="1338731"/>
            <a:ext cx="7498601" cy="1727200"/>
          </a:xfrm>
          <a:prstGeom prst="rect">
            <a:avLst/>
          </a:prstGeom>
        </p:spPr>
        <p:txBody>
          <a:bodyPr vert="horz" lIns="117039" tIns="58516" rIns="117039" bIns="58516"/>
          <a:lstStyle>
            <a:lvl1pPr>
              <a:defRPr b="0" baseline="0">
                <a:solidFill>
                  <a:schemeClr val="bg1"/>
                </a:solidFill>
              </a:defRPr>
            </a:lvl1pPr>
          </a:lstStyle>
          <a:p>
            <a:r>
              <a:rPr lang="en-US" sz="3100" dirty="0">
                <a:solidFill>
                  <a:srgbClr val="FFFFFF"/>
                </a:solidFill>
              </a:rPr>
              <a:t>Fresh thinking and action to enable success through new solutions.</a:t>
            </a:r>
          </a:p>
        </p:txBody>
      </p:sp>
    </p:spTree>
    <p:extLst>
      <p:ext uri="{BB962C8B-B14F-4D97-AF65-F5344CB8AC3E}">
        <p14:creationId xmlns:p14="http://schemas.microsoft.com/office/powerpoint/2010/main" val="3072366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cxnSp>
        <p:nvCxnSpPr>
          <p:cNvPr id="2" name="Straight Connector 1"/>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Picture 7"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7"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513288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216553030"/>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secHead" preserve="1">
  <p:cSld name="Title page">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89653" y="130941"/>
            <a:ext cx="11818768" cy="6576572"/>
          </a:xfrm>
          <a:prstGeom prst="rect">
            <a:avLst/>
          </a:prstGeom>
        </p:spPr>
      </p:pic>
      <p:sp>
        <p:nvSpPr>
          <p:cNvPr id="2" name="Title 1"/>
          <p:cNvSpPr>
            <a:spLocks noGrp="1"/>
          </p:cNvSpPr>
          <p:nvPr>
            <p:ph type="title"/>
          </p:nvPr>
        </p:nvSpPr>
        <p:spPr>
          <a:xfrm>
            <a:off x="963085" y="4406909"/>
            <a:ext cx="10363200" cy="1362076"/>
          </a:xfrm>
          <a:prstGeom prst="rect">
            <a:avLst/>
          </a:prstGeom>
        </p:spPr>
        <p:txBody>
          <a:bodyPr lIns="117066" tIns="58530" rIns="117066" bIns="58530" anchor="t"/>
          <a:lstStyle>
            <a:lvl1pPr algn="l">
              <a:defRPr sz="6200" b="1" cap="all"/>
            </a:lvl1pPr>
          </a:lstStyle>
          <a:p>
            <a:r>
              <a:rPr lang="en-US"/>
              <a:t>Click to edit Master title style</a:t>
            </a:r>
            <a:endParaRPr lang="en-US" dirty="0"/>
          </a:p>
        </p:txBody>
      </p:sp>
      <p:sp>
        <p:nvSpPr>
          <p:cNvPr id="3" name="Text Placeholder 2"/>
          <p:cNvSpPr>
            <a:spLocks noGrp="1"/>
          </p:cNvSpPr>
          <p:nvPr>
            <p:ph type="body" idx="1"/>
          </p:nvPr>
        </p:nvSpPr>
        <p:spPr>
          <a:xfrm>
            <a:off x="963085" y="2906713"/>
            <a:ext cx="10363200" cy="1500187"/>
          </a:xfrm>
          <a:prstGeom prst="rect">
            <a:avLst/>
          </a:prstGeom>
        </p:spPr>
        <p:txBody>
          <a:bodyPr lIns="117066" tIns="58530" rIns="117066" bIns="58530" anchor="b"/>
          <a:lstStyle>
            <a:lvl1pPr marL="0" indent="0">
              <a:buNone/>
              <a:defRPr sz="3100">
                <a:solidFill>
                  <a:schemeClr val="bg1"/>
                </a:solidFill>
              </a:defRPr>
            </a:lvl1pPr>
            <a:lvl2pPr marL="702314" indent="0">
              <a:buNone/>
              <a:defRPr sz="2800">
                <a:solidFill>
                  <a:schemeClr val="tx1">
                    <a:tint val="75000"/>
                  </a:schemeClr>
                </a:solidFill>
              </a:defRPr>
            </a:lvl2pPr>
            <a:lvl3pPr marL="1404631" indent="0">
              <a:buNone/>
              <a:defRPr sz="2600">
                <a:solidFill>
                  <a:schemeClr val="tx1">
                    <a:tint val="75000"/>
                  </a:schemeClr>
                </a:solidFill>
              </a:defRPr>
            </a:lvl3pPr>
            <a:lvl4pPr marL="2106946" indent="0">
              <a:buNone/>
              <a:defRPr sz="2200">
                <a:solidFill>
                  <a:schemeClr val="tx1">
                    <a:tint val="75000"/>
                  </a:schemeClr>
                </a:solidFill>
              </a:defRPr>
            </a:lvl4pPr>
            <a:lvl5pPr marL="2809265" indent="0">
              <a:buNone/>
              <a:defRPr sz="2200">
                <a:solidFill>
                  <a:schemeClr val="tx1">
                    <a:tint val="75000"/>
                  </a:schemeClr>
                </a:solidFill>
              </a:defRPr>
            </a:lvl5pPr>
            <a:lvl6pPr marL="3511571" indent="0">
              <a:buNone/>
              <a:defRPr sz="2200">
                <a:solidFill>
                  <a:schemeClr val="tx1">
                    <a:tint val="75000"/>
                  </a:schemeClr>
                </a:solidFill>
              </a:defRPr>
            </a:lvl6pPr>
            <a:lvl7pPr marL="4213916" indent="0">
              <a:buNone/>
              <a:defRPr sz="2200">
                <a:solidFill>
                  <a:schemeClr val="tx1">
                    <a:tint val="75000"/>
                  </a:schemeClr>
                </a:solidFill>
              </a:defRPr>
            </a:lvl7pPr>
            <a:lvl8pPr marL="4916215" indent="0">
              <a:buNone/>
              <a:defRPr sz="2200">
                <a:solidFill>
                  <a:schemeClr val="tx1">
                    <a:tint val="75000"/>
                  </a:schemeClr>
                </a:solidFill>
              </a:defRPr>
            </a:lvl8pPr>
            <a:lvl9pPr marL="5618528" indent="0">
              <a:buNone/>
              <a:defRPr sz="2200">
                <a:solidFill>
                  <a:schemeClr val="tx1">
                    <a:tint val="75000"/>
                  </a:schemeClr>
                </a:solidFill>
              </a:defRPr>
            </a:lvl9pPr>
          </a:lstStyle>
          <a:p>
            <a:pPr lvl="0"/>
            <a:r>
              <a:rPr lang="en-US"/>
              <a:t>Click to edit Master text styles</a:t>
            </a:r>
          </a:p>
        </p:txBody>
      </p:sp>
      <p:sp>
        <p:nvSpPr>
          <p:cNvPr id="9" name="Footer Placeholder 4"/>
          <p:cNvSpPr>
            <a:spLocks noGrp="1"/>
          </p:cNvSpPr>
          <p:nvPr>
            <p:ph type="ftr" sz="quarter" idx="3"/>
          </p:nvPr>
        </p:nvSpPr>
        <p:spPr>
          <a:xfrm>
            <a:off x="6055360" y="6342438"/>
            <a:ext cx="5879253" cy="365125"/>
          </a:xfrm>
          <a:prstGeom prst="rect">
            <a:avLst/>
          </a:prstGeom>
        </p:spPr>
        <p:txBody>
          <a:bodyPr vert="horz" lIns="117066" tIns="58530" rIns="117066" bIns="58530" rtlCol="0" anchor="ctr"/>
          <a:lstStyle>
            <a:lvl1pPr algn="r">
              <a:defRPr sz="1800">
                <a:solidFill>
                  <a:schemeClr val="tx2"/>
                </a:solidFill>
              </a:defRPr>
            </a:lvl1pPr>
          </a:lstStyle>
          <a:p>
            <a:pPr defTabSz="913089"/>
            <a:endParaRPr lang="en-NZ">
              <a:solidFill>
                <a:srgbClr val="666366"/>
              </a:solidFill>
            </a:endParaRPr>
          </a:p>
        </p:txBody>
      </p:sp>
    </p:spTree>
    <p:extLst>
      <p:ext uri="{BB962C8B-B14F-4D97-AF65-F5344CB8AC3E}">
        <p14:creationId xmlns:p14="http://schemas.microsoft.com/office/powerpoint/2010/main" val="1433240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pic>
        <p:nvPicPr>
          <p:cNvPr id="6" name="Picture 5"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38"/>
            <a:ext cx="2844800" cy="365125"/>
          </a:xfrm>
          <a:prstGeom prst="rect">
            <a:avLst/>
          </a:prstGeom>
        </p:spPr>
        <p:txBody>
          <a:bodyPr lIns="117066" tIns="58530" rIns="117066" bIns="58530" anchor="ctr"/>
          <a:lstStyle>
            <a:lvl1pPr algn="r">
              <a:defRPr sz="1800">
                <a:solidFill>
                  <a:schemeClr val="tx1"/>
                </a:solidFill>
              </a:defRPr>
            </a:lvl1pPr>
          </a:lstStyle>
          <a:p>
            <a:pPr defTabSz="913089"/>
            <a:fld id="{5D762165-7DD1-43A8-AF3E-02B3DB1B40E1}" type="slidenum">
              <a:rPr lang="en-NZ" smtClean="0">
                <a:solidFill>
                  <a:srgbClr val="1A472B"/>
                </a:solidFill>
              </a:rPr>
              <a:pPr defTabSz="913089"/>
              <a:t>‹#›</a:t>
            </a:fld>
            <a:endParaRPr lang="en-NZ">
              <a:solidFill>
                <a:srgbClr val="1A472B"/>
              </a:solidFill>
            </a:endParaRPr>
          </a:p>
        </p:txBody>
      </p:sp>
      <p:sp>
        <p:nvSpPr>
          <p:cNvPr id="12"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spTree>
    <p:extLst>
      <p:ext uri="{BB962C8B-B14F-4D97-AF65-F5344CB8AC3E}">
        <p14:creationId xmlns:p14="http://schemas.microsoft.com/office/powerpoint/2010/main" val="2665737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Primary text only">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38"/>
            <a:ext cx="2844800" cy="365125"/>
          </a:xfrm>
          <a:prstGeom prst="rect">
            <a:avLst/>
          </a:prstGeom>
        </p:spPr>
        <p:txBody>
          <a:bodyPr lIns="117066" tIns="58530" rIns="117066" bIns="58530" anchor="ctr"/>
          <a:lstStyle>
            <a:lvl1pPr algn="r">
              <a:defRPr sz="1800">
                <a:solidFill>
                  <a:schemeClr val="bg1"/>
                </a:solidFill>
              </a:defRPr>
            </a:lvl1pPr>
          </a:lstStyle>
          <a:p>
            <a:pPr defTabSz="913089"/>
            <a:fld id="{5D762165-7DD1-43A8-AF3E-02B3DB1B40E1}" type="slidenum">
              <a:rPr lang="en-NZ" smtClean="0">
                <a:solidFill>
                  <a:prstClr val="white"/>
                </a:solidFill>
              </a:rPr>
              <a:pPr defTabSz="913089"/>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066" tIns="58530" rIns="117066" bIns="58530"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sp>
        <p:nvSpPr>
          <p:cNvPr id="2" name="TextBox 1"/>
          <p:cNvSpPr txBox="1"/>
          <p:nvPr/>
        </p:nvSpPr>
        <p:spPr>
          <a:xfrm>
            <a:off x="209813" y="1398341"/>
            <a:ext cx="11704320" cy="4644516"/>
          </a:xfrm>
          <a:prstGeom prst="rect">
            <a:avLst/>
          </a:prstGeom>
          <a:noFill/>
        </p:spPr>
        <p:txBody>
          <a:bodyPr wrap="square" lIns="117066" tIns="58530" rIns="117066" bIns="58530" rtlCol="0">
            <a:normAutofit/>
          </a:bodyPr>
          <a:lstStyle/>
          <a:p>
            <a:pPr defTabSz="913089">
              <a:lnSpc>
                <a:spcPct val="130000"/>
              </a:lnSpc>
            </a:pPr>
            <a:r>
              <a:rPr lang="en-US" sz="3700" b="1" dirty="0">
                <a:solidFill>
                  <a:prstClr val="white"/>
                </a:solidFill>
              </a:rPr>
              <a:t>Click to add subhead 01 – Calibri Bold 24pt</a:t>
            </a:r>
          </a:p>
          <a:p>
            <a:pPr defTabSz="913089">
              <a:lnSpc>
                <a:spcPct val="130000"/>
              </a:lnSpc>
            </a:pPr>
            <a:r>
              <a:rPr lang="en-US" sz="3500" dirty="0">
                <a:solidFill>
                  <a:prstClr val="white"/>
                </a:solidFill>
              </a:rPr>
              <a:t>Click to add body text 01 – Calibri 22pt</a:t>
            </a:r>
          </a:p>
          <a:p>
            <a:pPr defTabSz="702314">
              <a:lnSpc>
                <a:spcPct val="130000"/>
              </a:lnSpc>
              <a:defRPr/>
            </a:pPr>
            <a:r>
              <a:rPr lang="en-US" sz="2800" dirty="0">
                <a:solidFill>
                  <a:prstClr val="white"/>
                </a:solidFill>
              </a:rPr>
              <a:t>Click to add body text 02 – Calibri 18pt</a:t>
            </a:r>
          </a:p>
          <a:p>
            <a:pPr defTabSz="913089">
              <a:lnSpc>
                <a:spcPct val="130000"/>
              </a:lnSpc>
            </a:pPr>
            <a:endParaRPr lang="en-US" sz="3500" dirty="0">
              <a:solidFill>
                <a:prstClr val="white"/>
              </a:solidFill>
            </a:endParaRPr>
          </a:p>
        </p:txBody>
      </p:sp>
      <p:pic>
        <p:nvPicPr>
          <p:cNvPr id="9" name="Picture 8"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33500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Primary bulleted text">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38"/>
            <a:ext cx="2844800" cy="365125"/>
          </a:xfrm>
          <a:prstGeom prst="rect">
            <a:avLst/>
          </a:prstGeom>
        </p:spPr>
        <p:txBody>
          <a:bodyPr lIns="117066" tIns="58530" rIns="117066" bIns="58530" anchor="ctr"/>
          <a:lstStyle>
            <a:lvl1pPr algn="r">
              <a:defRPr sz="1800">
                <a:solidFill>
                  <a:schemeClr val="bg1"/>
                </a:solidFill>
              </a:defRPr>
            </a:lvl1pPr>
          </a:lstStyle>
          <a:p>
            <a:pPr defTabSz="913089"/>
            <a:fld id="{5D762165-7DD1-43A8-AF3E-02B3DB1B40E1}" type="slidenum">
              <a:rPr lang="en-NZ" smtClean="0">
                <a:solidFill>
                  <a:prstClr val="white"/>
                </a:solidFill>
              </a:rPr>
              <a:pPr defTabSz="913089"/>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066" tIns="58530" rIns="117066" bIns="58530"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066" tIns="58530" rIns="117066" bIns="58530" rtlCol="0">
            <a:normAutofit/>
          </a:bodyPr>
          <a:lstStyle>
            <a:lvl1pPr marL="0" indent="0">
              <a:lnSpc>
                <a:spcPct val="120000"/>
              </a:lnSpc>
              <a:buFont typeface="Arial"/>
              <a:buNone/>
              <a:defRPr sz="3700" b="1">
                <a:solidFill>
                  <a:schemeClr val="bg1"/>
                </a:solidFill>
                <a:latin typeface="+mn-lt"/>
              </a:defRPr>
            </a:lvl1pPr>
            <a:lvl2pPr marL="829118" indent="-438936">
              <a:lnSpc>
                <a:spcPct val="120000"/>
              </a:lnSpc>
              <a:buFont typeface="Arial"/>
              <a:buChar char="•"/>
              <a:defRPr sz="3500">
                <a:solidFill>
                  <a:schemeClr val="bg1"/>
                </a:solidFill>
                <a:latin typeface="+mn-lt"/>
              </a:defRPr>
            </a:lvl2pPr>
            <a:lvl3pPr marL="1789927" indent="-526743">
              <a:lnSpc>
                <a:spcPct val="120000"/>
              </a:lnSpc>
              <a:buFont typeface="Arial"/>
              <a:buChar char="•"/>
              <a:defRPr sz="2800">
                <a:solidFill>
                  <a:schemeClr val="bg1"/>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810776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Secondary full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8" name="Picture 7" descr="Footer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38"/>
            <a:ext cx="2844800" cy="365125"/>
          </a:xfrm>
          <a:prstGeom prst="rect">
            <a:avLst/>
          </a:prstGeom>
        </p:spPr>
        <p:txBody>
          <a:bodyPr lIns="117066" tIns="58530" rIns="117066" bIns="58530" anchor="ctr"/>
          <a:lstStyle>
            <a:lvl1pPr algn="r">
              <a:defRPr sz="1800">
                <a:solidFill>
                  <a:schemeClr val="bg1"/>
                </a:solidFill>
              </a:defRPr>
            </a:lvl1pPr>
          </a:lstStyle>
          <a:p>
            <a:pPr defTabSz="913089"/>
            <a:fld id="{5D762165-7DD1-43A8-AF3E-02B3DB1B40E1}" type="slidenum">
              <a:rPr lang="en-NZ" smtClean="0">
                <a:solidFill>
                  <a:prstClr val="white"/>
                </a:solidFill>
              </a:rPr>
              <a:pPr defTabSz="913089"/>
              <a:t>‹#›</a:t>
            </a:fld>
            <a:endParaRPr lang="en-NZ">
              <a:solidFill>
                <a:prstClr val="white"/>
              </a:solidFill>
            </a:endParaRPr>
          </a:p>
        </p:txBody>
      </p:sp>
      <p:sp>
        <p:nvSpPr>
          <p:cNvPr id="6" name="Title Placeholder 1"/>
          <p:cNvSpPr>
            <a:spLocks noGrp="1"/>
          </p:cNvSpPr>
          <p:nvPr>
            <p:ph type="title"/>
          </p:nvPr>
        </p:nvSpPr>
        <p:spPr>
          <a:xfrm>
            <a:off x="230293" y="173039"/>
            <a:ext cx="8880000" cy="1143000"/>
          </a:xfrm>
          <a:prstGeom prst="rect">
            <a:avLst/>
          </a:prstGeom>
        </p:spPr>
        <p:txBody>
          <a:bodyPr vert="horz" lIns="117066" tIns="58530" rIns="117066" bIns="58530" rtlCol="0" anchor="ctr">
            <a:normAutofit/>
          </a:bodyPr>
          <a:lstStyle/>
          <a:p>
            <a:r>
              <a:rPr lang="en-US"/>
              <a:t>Click to edit Master title style</a:t>
            </a:r>
            <a:endParaRPr lang="en-US" dirty="0"/>
          </a:p>
        </p:txBody>
      </p:sp>
      <p:sp>
        <p:nvSpPr>
          <p:cNvPr id="7"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066" tIns="58530" rIns="117066" bIns="58530" rtlCol="0">
            <a:normAutofit/>
          </a:bodyPr>
          <a:lstStyle>
            <a:lvl1pPr marL="0" indent="0">
              <a:lnSpc>
                <a:spcPct val="120000"/>
              </a:lnSpc>
              <a:buFont typeface="Arial"/>
              <a:buNone/>
              <a:defRPr sz="3700" b="1">
                <a:solidFill>
                  <a:schemeClr val="tx2"/>
                </a:solidFill>
                <a:latin typeface="+mn-lt"/>
              </a:defRPr>
            </a:lvl1pPr>
            <a:lvl2pPr marL="829118" indent="-438936">
              <a:lnSpc>
                <a:spcPct val="120000"/>
              </a:lnSpc>
              <a:buFont typeface="Arial"/>
              <a:buChar char="•"/>
              <a:defRPr sz="3500">
                <a:solidFill>
                  <a:schemeClr val="tx2"/>
                </a:solidFill>
                <a:latin typeface="+mn-lt"/>
              </a:defRPr>
            </a:lvl2pPr>
            <a:lvl3pPr marL="1789927" indent="-526743">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346882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Secondary half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066" tIns="58530" rIns="117066" bIns="58530"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066" tIns="58530" rIns="117066" bIns="58530" rtlCol="0">
            <a:normAutofit/>
          </a:bodyPr>
          <a:lstStyle>
            <a:lvl1pPr marL="0" indent="0">
              <a:lnSpc>
                <a:spcPct val="120000"/>
              </a:lnSpc>
              <a:buFont typeface="Arial"/>
              <a:buNone/>
              <a:defRPr sz="3700" b="1">
                <a:solidFill>
                  <a:schemeClr val="tx2"/>
                </a:solidFill>
                <a:latin typeface="+mn-lt"/>
              </a:defRPr>
            </a:lvl1pPr>
            <a:lvl2pPr marL="829118" indent="-438936">
              <a:lnSpc>
                <a:spcPct val="120000"/>
              </a:lnSpc>
              <a:buFont typeface="Arial"/>
              <a:buChar char="•"/>
              <a:defRPr sz="3500">
                <a:solidFill>
                  <a:schemeClr val="tx2"/>
                </a:solidFill>
                <a:latin typeface="+mn-lt"/>
              </a:defRPr>
            </a:lvl2pPr>
            <a:lvl3pPr marL="1789927" indent="-526743">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sp>
        <p:nvSpPr>
          <p:cNvPr id="11" name="Slide Number Placeholder 3"/>
          <p:cNvSpPr>
            <a:spLocks noGrp="1"/>
          </p:cNvSpPr>
          <p:nvPr>
            <p:ph type="sldNum" sz="quarter" idx="12"/>
          </p:nvPr>
        </p:nvSpPr>
        <p:spPr>
          <a:xfrm>
            <a:off x="9123845" y="6342438"/>
            <a:ext cx="2844800" cy="365125"/>
          </a:xfrm>
          <a:prstGeom prst="rect">
            <a:avLst/>
          </a:prstGeom>
        </p:spPr>
        <p:txBody>
          <a:bodyPr lIns="117066" tIns="58530" rIns="117066" bIns="58530" anchor="ctr"/>
          <a:lstStyle>
            <a:lvl1pPr algn="r">
              <a:defRPr sz="1800">
                <a:solidFill>
                  <a:schemeClr val="tx1"/>
                </a:solidFill>
              </a:defRPr>
            </a:lvl1pPr>
          </a:lstStyle>
          <a:p>
            <a:pPr defTabSz="913089"/>
            <a:fld id="{5D762165-7DD1-43A8-AF3E-02B3DB1B40E1}" type="slidenum">
              <a:rPr lang="en-NZ" smtClean="0">
                <a:solidFill>
                  <a:srgbClr val="1A472B"/>
                </a:solidFill>
              </a:rPr>
              <a:pPr defTabSz="913089"/>
              <a:t>‹#›</a:t>
            </a:fld>
            <a:endParaRPr lang="en-NZ">
              <a:solidFill>
                <a:srgbClr val="1A472B"/>
              </a:solidFill>
            </a:endParaRPr>
          </a:p>
        </p:txBody>
      </p:sp>
      <p:sp>
        <p:nvSpPr>
          <p:cNvPr id="12"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876069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38"/>
            <a:ext cx="2844800" cy="365125"/>
          </a:xfrm>
          <a:prstGeom prst="rect">
            <a:avLst/>
          </a:prstGeom>
        </p:spPr>
        <p:txBody>
          <a:bodyPr lIns="117066" tIns="58530" rIns="117066" bIns="58530" anchor="ctr"/>
          <a:lstStyle>
            <a:lvl1pPr algn="r">
              <a:defRPr sz="1800">
                <a:solidFill>
                  <a:schemeClr val="tx1"/>
                </a:solidFill>
              </a:defRPr>
            </a:lvl1pPr>
          </a:lstStyle>
          <a:p>
            <a:pPr defTabSz="913089"/>
            <a:fld id="{5D762165-7DD1-43A8-AF3E-02B3DB1B40E1}" type="slidenum">
              <a:rPr lang="en-NZ" smtClean="0">
                <a:solidFill>
                  <a:srgbClr val="1A472B"/>
                </a:solidFill>
              </a:rPr>
              <a:pPr defTabSz="913089"/>
              <a:t>‹#›</a:t>
            </a:fld>
            <a:endParaRPr lang="en-NZ">
              <a:solidFill>
                <a:srgbClr val="1A472B"/>
              </a:solidFill>
            </a:endParaRPr>
          </a:p>
        </p:txBody>
      </p:sp>
      <p:sp>
        <p:nvSpPr>
          <p:cNvPr id="12"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spTree>
    <p:extLst>
      <p:ext uri="{BB962C8B-B14F-4D97-AF65-F5344CB8AC3E}">
        <p14:creationId xmlns:p14="http://schemas.microsoft.com/office/powerpoint/2010/main" val="309260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Tertiary values 1">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38"/>
            <a:ext cx="2844800" cy="365125"/>
          </a:xfrm>
          <a:prstGeom prst="rect">
            <a:avLst/>
          </a:prstGeom>
        </p:spPr>
        <p:txBody>
          <a:bodyPr lIns="117066" tIns="58530" rIns="117066" bIns="58530" anchor="ctr"/>
          <a:lstStyle>
            <a:lvl1pPr algn="r">
              <a:defRPr sz="1800">
                <a:solidFill>
                  <a:schemeClr val="tx1"/>
                </a:solidFill>
              </a:defRPr>
            </a:lvl1pPr>
          </a:lstStyle>
          <a:p>
            <a:pPr defTabSz="913089"/>
            <a:fld id="{5D762165-7DD1-43A8-AF3E-02B3DB1B40E1}" type="slidenum">
              <a:rPr lang="en-NZ" smtClean="0">
                <a:solidFill>
                  <a:srgbClr val="1A472B"/>
                </a:solidFill>
              </a:rPr>
              <a:pPr defTabSz="913089"/>
              <a:t>‹#›</a:t>
            </a:fld>
            <a:endParaRPr lang="en-NZ">
              <a:solidFill>
                <a:srgbClr val="1A472B"/>
              </a:solidFill>
            </a:endParaRPr>
          </a:p>
        </p:txBody>
      </p:sp>
      <p:sp>
        <p:nvSpPr>
          <p:cNvPr id="12"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spTree>
    <p:extLst>
      <p:ext uri="{BB962C8B-B14F-4D97-AF65-F5344CB8AC3E}">
        <p14:creationId xmlns:p14="http://schemas.microsoft.com/office/powerpoint/2010/main" val="445814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Tertiary values 2">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38"/>
            <a:ext cx="2844800" cy="365125"/>
          </a:xfrm>
          <a:prstGeom prst="rect">
            <a:avLst/>
          </a:prstGeom>
        </p:spPr>
        <p:txBody>
          <a:bodyPr lIns="117066" tIns="58530" rIns="117066" bIns="58530" anchor="ctr"/>
          <a:lstStyle>
            <a:lvl1pPr algn="r">
              <a:defRPr sz="1800">
                <a:solidFill>
                  <a:schemeClr val="tx1"/>
                </a:solidFill>
              </a:defRPr>
            </a:lvl1pPr>
          </a:lstStyle>
          <a:p>
            <a:pPr defTabSz="913089"/>
            <a:fld id="{5D762165-7DD1-43A8-AF3E-02B3DB1B40E1}" type="slidenum">
              <a:rPr lang="en-NZ" smtClean="0">
                <a:solidFill>
                  <a:srgbClr val="1A472B"/>
                </a:solidFill>
              </a:rPr>
              <a:pPr defTabSz="913089"/>
              <a:t>‹#›</a:t>
            </a:fld>
            <a:endParaRPr lang="en-NZ">
              <a:solidFill>
                <a:srgbClr val="1A472B"/>
              </a:solidFill>
            </a:endParaRPr>
          </a:p>
        </p:txBody>
      </p:sp>
      <p:sp>
        <p:nvSpPr>
          <p:cNvPr id="12"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spTree>
    <p:extLst>
      <p:ext uri="{BB962C8B-B14F-4D97-AF65-F5344CB8AC3E}">
        <p14:creationId xmlns:p14="http://schemas.microsoft.com/office/powerpoint/2010/main" val="601891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Tertiary values 3">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38"/>
            <a:ext cx="2844800" cy="365125"/>
          </a:xfrm>
          <a:prstGeom prst="rect">
            <a:avLst/>
          </a:prstGeom>
        </p:spPr>
        <p:txBody>
          <a:bodyPr lIns="117066" tIns="58530" rIns="117066" bIns="58530" anchor="ctr"/>
          <a:lstStyle>
            <a:lvl1pPr algn="r">
              <a:defRPr sz="1800">
                <a:solidFill>
                  <a:schemeClr val="tx1"/>
                </a:solidFill>
              </a:defRPr>
            </a:lvl1pPr>
          </a:lstStyle>
          <a:p>
            <a:pPr defTabSz="913089"/>
            <a:fld id="{5D762165-7DD1-43A8-AF3E-02B3DB1B40E1}" type="slidenum">
              <a:rPr lang="en-NZ" smtClean="0">
                <a:solidFill>
                  <a:srgbClr val="1A472B"/>
                </a:solidFill>
              </a:rPr>
              <a:pPr defTabSz="913089"/>
              <a:t>‹#›</a:t>
            </a:fld>
            <a:endParaRPr lang="en-NZ">
              <a:solidFill>
                <a:srgbClr val="1A472B"/>
              </a:solidFill>
            </a:endParaRPr>
          </a:p>
        </p:txBody>
      </p:sp>
      <p:sp>
        <p:nvSpPr>
          <p:cNvPr id="12"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spTree>
    <p:extLst>
      <p:ext uri="{BB962C8B-B14F-4D97-AF65-F5344CB8AC3E}">
        <p14:creationId xmlns:p14="http://schemas.microsoft.com/office/powerpoint/2010/main" val="2408168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Tertiary values 4">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38"/>
            <a:ext cx="2844800" cy="365125"/>
          </a:xfrm>
          <a:prstGeom prst="rect">
            <a:avLst/>
          </a:prstGeom>
        </p:spPr>
        <p:txBody>
          <a:bodyPr lIns="117066" tIns="58530" rIns="117066" bIns="58530" anchor="ctr"/>
          <a:lstStyle>
            <a:lvl1pPr algn="r">
              <a:defRPr sz="1800">
                <a:solidFill>
                  <a:schemeClr val="tx1"/>
                </a:solidFill>
              </a:defRPr>
            </a:lvl1pPr>
          </a:lstStyle>
          <a:p>
            <a:pPr defTabSz="913089"/>
            <a:fld id="{5D762165-7DD1-43A8-AF3E-02B3DB1B40E1}" type="slidenum">
              <a:rPr lang="en-NZ" smtClean="0">
                <a:solidFill>
                  <a:srgbClr val="1A472B"/>
                </a:solidFill>
              </a:rPr>
              <a:pPr defTabSz="913089"/>
              <a:t>‹#›</a:t>
            </a:fld>
            <a:endParaRPr lang="en-NZ">
              <a:solidFill>
                <a:srgbClr val="1A472B"/>
              </a:solidFill>
            </a:endParaRPr>
          </a:p>
        </p:txBody>
      </p:sp>
      <p:sp>
        <p:nvSpPr>
          <p:cNvPr id="12"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spTree>
    <p:extLst>
      <p:ext uri="{BB962C8B-B14F-4D97-AF65-F5344CB8AC3E}">
        <p14:creationId xmlns:p14="http://schemas.microsoft.com/office/powerpoint/2010/main" val="3478290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Tertiary values 5">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38"/>
            <a:ext cx="2844800" cy="365125"/>
          </a:xfrm>
          <a:prstGeom prst="rect">
            <a:avLst/>
          </a:prstGeom>
        </p:spPr>
        <p:txBody>
          <a:bodyPr lIns="117066" tIns="58530" rIns="117066" bIns="58530" anchor="ctr"/>
          <a:lstStyle>
            <a:lvl1pPr algn="r">
              <a:defRPr sz="1800">
                <a:solidFill>
                  <a:schemeClr val="tx1"/>
                </a:solidFill>
              </a:defRPr>
            </a:lvl1pPr>
          </a:lstStyle>
          <a:p>
            <a:pPr defTabSz="913089"/>
            <a:fld id="{5D762165-7DD1-43A8-AF3E-02B3DB1B40E1}" type="slidenum">
              <a:rPr lang="en-NZ" smtClean="0">
                <a:solidFill>
                  <a:srgbClr val="1A472B"/>
                </a:solidFill>
              </a:rPr>
              <a:pPr defTabSz="913089"/>
              <a:t>‹#›</a:t>
            </a:fld>
            <a:endParaRPr lang="en-NZ">
              <a:solidFill>
                <a:srgbClr val="1A472B"/>
              </a:solidFill>
            </a:endParaRPr>
          </a:p>
        </p:txBody>
      </p:sp>
      <p:sp>
        <p:nvSpPr>
          <p:cNvPr id="12"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spTree>
    <p:extLst>
      <p:ext uri="{BB962C8B-B14F-4D97-AF65-F5344CB8AC3E}">
        <p14:creationId xmlns:p14="http://schemas.microsoft.com/office/powerpoint/2010/main" val="110892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Tertiary with photos">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066" tIns="58530" rIns="117066" bIns="58530"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6" y="1388265"/>
            <a:ext cx="5879253" cy="4654594"/>
          </a:xfrm>
          <a:prstGeom prst="rect">
            <a:avLst/>
          </a:prstGeom>
        </p:spPr>
        <p:txBody>
          <a:bodyPr vert="horz" lIns="117066" tIns="58530" rIns="117066" bIns="58530" rtlCol="0">
            <a:normAutofit/>
          </a:bodyPr>
          <a:lstStyle>
            <a:lvl1pPr marL="0" marR="0" indent="0" algn="l" defTabSz="702314" rtl="0" eaLnBrk="1" fontAlgn="auto" latinLnBrk="0" hangingPunct="1">
              <a:lnSpc>
                <a:spcPct val="130000"/>
              </a:lnSpc>
              <a:spcBef>
                <a:spcPct val="0"/>
              </a:spcBef>
              <a:spcAft>
                <a:spcPts val="0"/>
              </a:spcAft>
              <a:buClrTx/>
              <a:buSzTx/>
              <a:buFont typeface="Arial"/>
              <a:buNone/>
              <a:tabLst/>
              <a:defRPr lang="en-AU" sz="3700" smtClean="0">
                <a:effectLst/>
              </a:defRPr>
            </a:lvl1pPr>
            <a:lvl2pPr marL="0" indent="0">
              <a:lnSpc>
                <a:spcPct val="120000"/>
              </a:lnSpc>
              <a:buFont typeface="Arial"/>
              <a:buNone/>
              <a:tabLst/>
              <a:defRPr sz="3500">
                <a:solidFill>
                  <a:schemeClr val="tx2"/>
                </a:solidFill>
                <a:latin typeface="+mn-lt"/>
              </a:defRPr>
            </a:lvl2pPr>
            <a:lvl3pPr marL="438936" indent="-438936">
              <a:lnSpc>
                <a:spcPct val="130000"/>
              </a:lnSpc>
              <a:buFont typeface="Arial"/>
              <a:buChar char="•"/>
              <a:tabLst/>
              <a:defRPr sz="3500" baseline="0">
                <a:solidFill>
                  <a:schemeClr val="tx2"/>
                </a:solidFill>
                <a:latin typeface="+mn-lt"/>
              </a:defRPr>
            </a:lvl3pPr>
            <a:lvl4pPr marL="0" indent="0">
              <a:buFont typeface="Arial"/>
              <a:buNone/>
              <a:defRPr sz="3700">
                <a:solidFill>
                  <a:schemeClr val="bg1"/>
                </a:solidFill>
              </a:defRPr>
            </a:lvl4pPr>
          </a:lstStyle>
          <a:p>
            <a:pPr lvl="0"/>
            <a:r>
              <a:rPr lang="en-AU" dirty="0"/>
              <a:t>Inserting a new slide</a:t>
            </a:r>
          </a:p>
          <a:p>
            <a:pPr lvl="2"/>
            <a:r>
              <a:rPr lang="en-AU" dirty="0"/>
              <a:t>Click the New Slide dropdown on the Home tab</a:t>
            </a:r>
          </a:p>
          <a:p>
            <a:pPr lvl="2"/>
            <a:r>
              <a:rPr lang="en-AU" dirty="0"/>
              <a:t>Select the desired layout</a:t>
            </a:r>
          </a:p>
          <a:p>
            <a:pPr marL="0" marR="0" lvl="0" indent="0" algn="l" defTabSz="702314" rtl="0" eaLnBrk="1" fontAlgn="auto" latinLnBrk="0" hangingPunct="1">
              <a:lnSpc>
                <a:spcPct val="130000"/>
              </a:lnSpc>
              <a:spcBef>
                <a:spcPct val="0"/>
              </a:spcBef>
              <a:spcAft>
                <a:spcPts val="0"/>
              </a:spcAft>
              <a:buClrTx/>
              <a:buSzTx/>
              <a:buFont typeface="Arial"/>
              <a:buNone/>
              <a:tabLst/>
              <a:defRPr/>
            </a:pPr>
            <a:endParaRPr lang="en-AU" sz="1200" dirty="0">
              <a:effectLst/>
              <a:latin typeface="+mn-lt"/>
              <a:ea typeface="ＭＳ 明朝"/>
              <a:cs typeface="Times New Roman"/>
            </a:endParaRPr>
          </a:p>
          <a:p>
            <a:pPr lvl="0"/>
            <a:endParaRPr lang="en-AU" dirty="0"/>
          </a:p>
        </p:txBody>
      </p:sp>
      <p:sp>
        <p:nvSpPr>
          <p:cNvPr id="11" name="Slide Number Placeholder 3"/>
          <p:cNvSpPr>
            <a:spLocks noGrp="1"/>
          </p:cNvSpPr>
          <p:nvPr>
            <p:ph type="sldNum" sz="quarter" idx="12"/>
          </p:nvPr>
        </p:nvSpPr>
        <p:spPr>
          <a:xfrm>
            <a:off x="9123845" y="6342438"/>
            <a:ext cx="2844800" cy="365125"/>
          </a:xfrm>
          <a:prstGeom prst="rect">
            <a:avLst/>
          </a:prstGeom>
        </p:spPr>
        <p:txBody>
          <a:bodyPr lIns="117066" tIns="58530" rIns="117066" bIns="58530" anchor="ctr"/>
          <a:lstStyle>
            <a:lvl1pPr algn="r">
              <a:defRPr sz="1800">
                <a:solidFill>
                  <a:schemeClr val="tx1"/>
                </a:solidFill>
              </a:defRPr>
            </a:lvl1pPr>
          </a:lstStyle>
          <a:p>
            <a:pPr defTabSz="913089"/>
            <a:fld id="{5D762165-7DD1-43A8-AF3E-02B3DB1B40E1}" type="slidenum">
              <a:rPr lang="en-NZ" smtClean="0">
                <a:solidFill>
                  <a:srgbClr val="1A472B"/>
                </a:solidFill>
              </a:rPr>
              <a:pPr defTabSz="913089"/>
              <a:t>‹#›</a:t>
            </a:fld>
            <a:endParaRPr lang="en-NZ">
              <a:solidFill>
                <a:srgbClr val="1A472B"/>
              </a:solidFill>
            </a:endParaRPr>
          </a:p>
        </p:txBody>
      </p:sp>
      <p:sp>
        <p:nvSpPr>
          <p:cNvPr id="12"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sp>
        <p:nvSpPr>
          <p:cNvPr id="4" name="Picture Placeholder 3"/>
          <p:cNvSpPr>
            <a:spLocks noGrp="1"/>
          </p:cNvSpPr>
          <p:nvPr>
            <p:ph type="pic" sz="quarter" idx="13"/>
          </p:nvPr>
        </p:nvSpPr>
        <p:spPr>
          <a:xfrm>
            <a:off x="6394192" y="1585596"/>
            <a:ext cx="2683104" cy="1990726"/>
          </a:xfrm>
          <a:prstGeom prst="rect">
            <a:avLst/>
          </a:prstGeom>
        </p:spPr>
        <p:txBody>
          <a:bodyPr vert="horz" lIns="117066" tIns="58530" rIns="117066" bIns="58530"/>
          <a:lstStyle/>
          <a:p>
            <a:r>
              <a:rPr lang="en-US"/>
              <a:t>Click icon to add picture</a:t>
            </a:r>
          </a:p>
        </p:txBody>
      </p:sp>
      <p:sp>
        <p:nvSpPr>
          <p:cNvPr id="13" name="Picture Placeholder 3"/>
          <p:cNvSpPr>
            <a:spLocks noGrp="1"/>
          </p:cNvSpPr>
          <p:nvPr>
            <p:ph type="pic" sz="quarter" idx="14"/>
          </p:nvPr>
        </p:nvSpPr>
        <p:spPr>
          <a:xfrm>
            <a:off x="9320320" y="1585596"/>
            <a:ext cx="2648325" cy="1990726"/>
          </a:xfrm>
          <a:prstGeom prst="rect">
            <a:avLst/>
          </a:prstGeom>
        </p:spPr>
        <p:txBody>
          <a:bodyPr vert="horz" lIns="117066" tIns="58530" rIns="117066" bIns="58530"/>
          <a:lstStyle/>
          <a:p>
            <a:r>
              <a:rPr lang="en-US"/>
              <a:t>Click icon to add picture</a:t>
            </a:r>
          </a:p>
        </p:txBody>
      </p:sp>
      <p:pic>
        <p:nvPicPr>
          <p:cNvPr id="15" name="Picture 14"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701551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type="twoTxTwoObj" preserve="1">
  <p:cSld name="Tertiary 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0293" y="173039"/>
            <a:ext cx="8880000" cy="1143000"/>
          </a:xfrm>
          <a:prstGeom prst="rect">
            <a:avLst/>
          </a:prstGeom>
        </p:spPr>
        <p:txBody>
          <a:bodyPr lIns="117066" tIns="58530" rIns="117066" bIns="58530" anchor="ctr"/>
          <a:lstStyle>
            <a:lvl1pPr>
              <a:defRPr/>
            </a:lvl1pPr>
          </a:lstStyle>
          <a:p>
            <a:r>
              <a:rPr lang="en-US"/>
              <a:t>Click to edit Master title style</a:t>
            </a:r>
            <a:endParaRPr lang="en-US" dirty="0"/>
          </a:p>
        </p:txBody>
      </p:sp>
      <p:pic>
        <p:nvPicPr>
          <p:cNvPr id="10" name="Picture 9"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sp>
        <p:nvSpPr>
          <p:cNvPr id="3" name="Text Placeholder 2"/>
          <p:cNvSpPr>
            <a:spLocks noGrp="1"/>
          </p:cNvSpPr>
          <p:nvPr>
            <p:ph type="body" idx="1"/>
          </p:nvPr>
        </p:nvSpPr>
        <p:spPr>
          <a:xfrm>
            <a:off x="379309" y="1535117"/>
            <a:ext cx="5617211" cy="639763"/>
          </a:xfrm>
          <a:prstGeom prst="rect">
            <a:avLst/>
          </a:prstGeom>
        </p:spPr>
        <p:txBody>
          <a:bodyPr lIns="117066" tIns="58530" rIns="117066" bIns="58530" anchor="b"/>
          <a:lstStyle>
            <a:lvl1pPr marL="0" indent="0">
              <a:buNone/>
              <a:defRPr sz="3700" b="1">
                <a:solidFill>
                  <a:schemeClr val="accent1"/>
                </a:solidFill>
              </a:defRPr>
            </a:lvl1pPr>
            <a:lvl2pPr marL="702314" indent="0">
              <a:buNone/>
              <a:defRPr sz="3100" b="1"/>
            </a:lvl2pPr>
            <a:lvl3pPr marL="1404631" indent="0">
              <a:buNone/>
              <a:defRPr sz="2800" b="1"/>
            </a:lvl3pPr>
            <a:lvl4pPr marL="2106946" indent="0">
              <a:buNone/>
              <a:defRPr sz="2600" b="1"/>
            </a:lvl4pPr>
            <a:lvl5pPr marL="2809265" indent="0">
              <a:buNone/>
              <a:defRPr sz="2600" b="1"/>
            </a:lvl5pPr>
            <a:lvl6pPr marL="3511571" indent="0">
              <a:buNone/>
              <a:defRPr sz="2600" b="1"/>
            </a:lvl6pPr>
            <a:lvl7pPr marL="4213916" indent="0">
              <a:buNone/>
              <a:defRPr sz="2600" b="1"/>
            </a:lvl7pPr>
            <a:lvl8pPr marL="4916215" indent="0">
              <a:buNone/>
              <a:defRPr sz="2600" b="1"/>
            </a:lvl8pPr>
            <a:lvl9pPr marL="5618528" indent="0">
              <a:buNone/>
              <a:defRPr sz="2600" b="1"/>
            </a:lvl9pPr>
          </a:lstStyle>
          <a:p>
            <a:pPr lvl="0"/>
            <a:r>
              <a:rPr lang="en-US"/>
              <a:t>Click to edit Master text styles</a:t>
            </a:r>
          </a:p>
        </p:txBody>
      </p:sp>
      <p:sp>
        <p:nvSpPr>
          <p:cNvPr id="4" name="Content Placeholder 3"/>
          <p:cNvSpPr>
            <a:spLocks noGrp="1"/>
          </p:cNvSpPr>
          <p:nvPr>
            <p:ph sz="half" idx="2"/>
          </p:nvPr>
        </p:nvSpPr>
        <p:spPr>
          <a:xfrm>
            <a:off x="379309" y="2174891"/>
            <a:ext cx="5617211" cy="3717925"/>
          </a:xfrm>
          <a:prstGeom prst="rect">
            <a:avLst/>
          </a:prstGeom>
        </p:spPr>
        <p:txBody>
          <a:bodyPr lIns="117066" tIns="58530" rIns="117066" bIns="58530"/>
          <a:lstStyle>
            <a:lvl1pPr>
              <a:defRPr sz="3500" b="0">
                <a:solidFill>
                  <a:srgbClr val="666366"/>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sp>
        <p:nvSpPr>
          <p:cNvPr id="5" name="Text Placeholder 4"/>
          <p:cNvSpPr>
            <a:spLocks noGrp="1"/>
          </p:cNvSpPr>
          <p:nvPr>
            <p:ph type="body" sz="quarter" idx="3"/>
          </p:nvPr>
        </p:nvSpPr>
        <p:spPr>
          <a:xfrm>
            <a:off x="6193434" y="1535117"/>
            <a:ext cx="5619327" cy="639763"/>
          </a:xfrm>
          <a:prstGeom prst="rect">
            <a:avLst/>
          </a:prstGeom>
        </p:spPr>
        <p:txBody>
          <a:bodyPr lIns="117066" tIns="58530" rIns="117066" bIns="58530" anchor="b"/>
          <a:lstStyle>
            <a:lvl1pPr marL="0" indent="0">
              <a:buNone/>
              <a:defRPr sz="3700" b="1">
                <a:solidFill>
                  <a:srgbClr val="009645"/>
                </a:solidFill>
              </a:defRPr>
            </a:lvl1pPr>
            <a:lvl2pPr marL="702314" indent="0">
              <a:buNone/>
              <a:defRPr sz="3100" b="1"/>
            </a:lvl2pPr>
            <a:lvl3pPr marL="1404631" indent="0">
              <a:buNone/>
              <a:defRPr sz="2800" b="1"/>
            </a:lvl3pPr>
            <a:lvl4pPr marL="2106946" indent="0">
              <a:buNone/>
              <a:defRPr sz="2600" b="1"/>
            </a:lvl4pPr>
            <a:lvl5pPr marL="2809265" indent="0">
              <a:buNone/>
              <a:defRPr sz="2600" b="1"/>
            </a:lvl5pPr>
            <a:lvl6pPr marL="3511571" indent="0">
              <a:buNone/>
              <a:defRPr sz="2600" b="1"/>
            </a:lvl6pPr>
            <a:lvl7pPr marL="4213916" indent="0">
              <a:buNone/>
              <a:defRPr sz="2600" b="1"/>
            </a:lvl7pPr>
            <a:lvl8pPr marL="4916215" indent="0">
              <a:buNone/>
              <a:defRPr sz="2600" b="1"/>
            </a:lvl8pPr>
            <a:lvl9pPr marL="5618528" indent="0">
              <a:buNone/>
              <a:defRPr sz="2600" b="1"/>
            </a:lvl9pPr>
          </a:lstStyle>
          <a:p>
            <a:pPr lvl="0"/>
            <a:r>
              <a:rPr lang="en-US"/>
              <a:t>Click to edit Master text styles</a:t>
            </a:r>
          </a:p>
        </p:txBody>
      </p:sp>
      <p:sp>
        <p:nvSpPr>
          <p:cNvPr id="6" name="Content Placeholder 5"/>
          <p:cNvSpPr>
            <a:spLocks noGrp="1"/>
          </p:cNvSpPr>
          <p:nvPr>
            <p:ph sz="quarter" idx="4"/>
          </p:nvPr>
        </p:nvSpPr>
        <p:spPr>
          <a:xfrm>
            <a:off x="6193434" y="2174891"/>
            <a:ext cx="5619327" cy="3717925"/>
          </a:xfrm>
          <a:prstGeom prst="rect">
            <a:avLst/>
          </a:prstGeom>
        </p:spPr>
        <p:txBody>
          <a:bodyPr lIns="117066" tIns="58530" rIns="117066" bIns="58530"/>
          <a:lstStyle>
            <a:lvl1pPr>
              <a:defRPr sz="3500" b="0">
                <a:solidFill>
                  <a:schemeClr val="tx2"/>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pic>
        <p:nvPicPr>
          <p:cNvPr id="12" name="Picture 11"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3" name="Slide Number Placeholder 3"/>
          <p:cNvSpPr>
            <a:spLocks noGrp="1"/>
          </p:cNvSpPr>
          <p:nvPr>
            <p:ph type="sldNum" sz="quarter" idx="12"/>
          </p:nvPr>
        </p:nvSpPr>
        <p:spPr>
          <a:xfrm>
            <a:off x="9123845" y="6342438"/>
            <a:ext cx="2844800" cy="365125"/>
          </a:xfrm>
          <a:prstGeom prst="rect">
            <a:avLst/>
          </a:prstGeom>
        </p:spPr>
        <p:txBody>
          <a:bodyPr lIns="117066" tIns="58530" rIns="117066" bIns="58530" anchor="ctr"/>
          <a:lstStyle>
            <a:lvl1pPr algn="r">
              <a:defRPr sz="1800">
                <a:solidFill>
                  <a:schemeClr val="tx1"/>
                </a:solidFill>
              </a:defRPr>
            </a:lvl1pPr>
          </a:lstStyle>
          <a:p>
            <a:pPr defTabSz="913089"/>
            <a:fld id="{5D762165-7DD1-43A8-AF3E-02B3DB1B40E1}" type="slidenum">
              <a:rPr lang="en-NZ" smtClean="0">
                <a:solidFill>
                  <a:srgbClr val="1A472B"/>
                </a:solidFill>
              </a:rPr>
              <a:pPr defTabSz="913089"/>
              <a:t>‹#›</a:t>
            </a:fld>
            <a:endParaRPr lang="en-NZ">
              <a:solidFill>
                <a:srgbClr val="1A472B"/>
              </a:solidFill>
            </a:endParaRPr>
          </a:p>
        </p:txBody>
      </p:sp>
      <p:sp>
        <p:nvSpPr>
          <p:cNvPr id="14" name="Footer Placeholder 4"/>
          <p:cNvSpPr>
            <a:spLocks noGrp="1"/>
          </p:cNvSpPr>
          <p:nvPr>
            <p:ph type="ftr" sz="quarter" idx="1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pic>
        <p:nvPicPr>
          <p:cNvPr id="16" name="Picture 15"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795749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Tertiary chart">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3" name="Picture 2" descr="Grey_Panel992x662.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30319" y="162561"/>
            <a:ext cx="11748751" cy="5880298"/>
          </a:xfrm>
          <a:prstGeom prst="rect">
            <a:avLst/>
          </a:prstGeom>
        </p:spPr>
      </p:pic>
      <p:sp>
        <p:nvSpPr>
          <p:cNvPr id="11" name="Slide Number Placeholder 3"/>
          <p:cNvSpPr>
            <a:spLocks noGrp="1"/>
          </p:cNvSpPr>
          <p:nvPr>
            <p:ph type="sldNum" sz="quarter" idx="12"/>
          </p:nvPr>
        </p:nvSpPr>
        <p:spPr>
          <a:xfrm>
            <a:off x="9123845" y="6342438"/>
            <a:ext cx="2844800" cy="365125"/>
          </a:xfrm>
          <a:prstGeom prst="rect">
            <a:avLst/>
          </a:prstGeom>
        </p:spPr>
        <p:txBody>
          <a:bodyPr lIns="117066" tIns="58530" rIns="117066" bIns="58530" anchor="ctr"/>
          <a:lstStyle>
            <a:lvl1pPr algn="r">
              <a:defRPr sz="1800">
                <a:solidFill>
                  <a:schemeClr val="tx1"/>
                </a:solidFill>
              </a:defRPr>
            </a:lvl1pPr>
          </a:lstStyle>
          <a:p>
            <a:pPr defTabSz="913089"/>
            <a:fld id="{5D762165-7DD1-43A8-AF3E-02B3DB1B40E1}" type="slidenum">
              <a:rPr lang="en-NZ" smtClean="0">
                <a:solidFill>
                  <a:srgbClr val="1A472B"/>
                </a:solidFill>
              </a:rPr>
              <a:pPr defTabSz="913089"/>
              <a:t>‹#›</a:t>
            </a:fld>
            <a:endParaRPr lang="en-NZ">
              <a:solidFill>
                <a:srgbClr val="1A472B"/>
              </a:solidFill>
            </a:endParaRPr>
          </a:p>
        </p:txBody>
      </p:sp>
      <p:sp>
        <p:nvSpPr>
          <p:cNvPr id="12"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sp>
        <p:nvSpPr>
          <p:cNvPr id="7" name="Chart Placeholder 6"/>
          <p:cNvSpPr>
            <a:spLocks noGrp="1"/>
          </p:cNvSpPr>
          <p:nvPr>
            <p:ph type="chart" sz="quarter" idx="13"/>
          </p:nvPr>
        </p:nvSpPr>
        <p:spPr>
          <a:xfrm>
            <a:off x="230724" y="161931"/>
            <a:ext cx="11747501" cy="5881688"/>
          </a:xfrm>
          <a:prstGeom prst="rect">
            <a:avLst/>
          </a:prstGeom>
        </p:spPr>
        <p:txBody>
          <a:bodyPr vert="horz" lIns="117066" tIns="58530" rIns="117066" bIns="58530"/>
          <a:lstStyle/>
          <a:p>
            <a:r>
              <a:rPr lang="en-US"/>
              <a:t>Click icon to add chart</a:t>
            </a:r>
            <a:endParaRPr lang="en-US" dirty="0"/>
          </a:p>
        </p:txBody>
      </p:sp>
    </p:spTree>
    <p:extLst>
      <p:ext uri="{BB962C8B-B14F-4D97-AF65-F5344CB8AC3E}">
        <p14:creationId xmlns:p14="http://schemas.microsoft.com/office/powerpoint/2010/main" val="46910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2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Tree>
    <p:extLst>
      <p:ext uri="{BB962C8B-B14F-4D97-AF65-F5344CB8AC3E}">
        <p14:creationId xmlns:p14="http://schemas.microsoft.com/office/powerpoint/2010/main" val="2315281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1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6" name="Picture 5"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8511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38"/>
            <a:ext cx="2844800" cy="365125"/>
          </a:xfrm>
          <a:prstGeom prst="rect">
            <a:avLst/>
          </a:prstGeom>
        </p:spPr>
        <p:txBody>
          <a:bodyPr lIns="117066" tIns="58530" rIns="117066" bIns="58530" anchor="ctr"/>
          <a:lstStyle>
            <a:lvl1pPr algn="r">
              <a:defRPr sz="1800">
                <a:solidFill>
                  <a:schemeClr val="bg1"/>
                </a:solidFill>
              </a:defRPr>
            </a:lvl1pPr>
          </a:lstStyle>
          <a:p>
            <a:pPr defTabSz="913089"/>
            <a:fld id="{5D762165-7DD1-43A8-AF3E-02B3DB1B40E1}" type="slidenum">
              <a:rPr lang="en-NZ" smtClean="0">
                <a:solidFill>
                  <a:prstClr val="white"/>
                </a:solidFill>
              </a:rPr>
              <a:pPr defTabSz="913089"/>
              <a:t>‹#›</a:t>
            </a:fld>
            <a:endParaRPr lang="en-NZ">
              <a:solidFill>
                <a:prstClr val="white"/>
              </a:solidFill>
            </a:endParaRPr>
          </a:p>
        </p:txBody>
      </p:sp>
      <p:sp>
        <p:nvSpPr>
          <p:cNvPr id="7"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spTree>
    <p:extLst>
      <p:ext uri="{BB962C8B-B14F-4D97-AF65-F5344CB8AC3E}">
        <p14:creationId xmlns:p14="http://schemas.microsoft.com/office/powerpoint/2010/main" val="2205960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1_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38"/>
            <a:ext cx="2844800" cy="365125"/>
          </a:xfrm>
          <a:prstGeom prst="rect">
            <a:avLst/>
          </a:prstGeom>
        </p:spPr>
        <p:txBody>
          <a:bodyPr lIns="117066" tIns="58530" rIns="117066" bIns="58530" anchor="ctr"/>
          <a:lstStyle>
            <a:lvl1pPr algn="r">
              <a:defRPr sz="1800">
                <a:solidFill>
                  <a:schemeClr val="bg1"/>
                </a:solidFill>
              </a:defRPr>
            </a:lvl1pPr>
          </a:lstStyle>
          <a:p>
            <a:pPr defTabSz="913089"/>
            <a:fld id="{5D762165-7DD1-43A8-AF3E-02B3DB1B40E1}" type="slidenum">
              <a:rPr lang="en-NZ" smtClean="0">
                <a:solidFill>
                  <a:prstClr val="white"/>
                </a:solidFill>
              </a:rPr>
              <a:pPr defTabSz="913089"/>
              <a:t>‹#›</a:t>
            </a:fld>
            <a:endParaRPr lang="en-NZ">
              <a:solidFill>
                <a:prstClr val="white"/>
              </a:solidFill>
            </a:endParaRPr>
          </a:p>
        </p:txBody>
      </p:sp>
      <p:sp>
        <p:nvSpPr>
          <p:cNvPr id="7"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pic>
        <p:nvPicPr>
          <p:cNvPr id="9" name="Picture 8"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218231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type="secHead" preserve="1">
  <p:cSld name="1_Title page">
    <p:spTree>
      <p:nvGrpSpPr>
        <p:cNvPr id="1" name=""/>
        <p:cNvGrpSpPr/>
        <p:nvPr/>
      </p:nvGrpSpPr>
      <p:grpSpPr>
        <a:xfrm>
          <a:off x="0" y="0"/>
          <a:ext cx="0" cy="0"/>
          <a:chOff x="0" y="0"/>
          <a:chExt cx="0" cy="0"/>
        </a:xfrm>
      </p:grpSpPr>
      <p:pic>
        <p:nvPicPr>
          <p:cNvPr id="7" name="Picture 6" descr="GreenEnd992x73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8232" y="176969"/>
            <a:ext cx="11706381" cy="6514036"/>
          </a:xfrm>
          <a:prstGeom prst="rect">
            <a:avLst/>
          </a:prstGeom>
        </p:spPr>
      </p:pic>
      <p:sp>
        <p:nvSpPr>
          <p:cNvPr id="2" name="Title 1"/>
          <p:cNvSpPr>
            <a:spLocks noGrp="1"/>
          </p:cNvSpPr>
          <p:nvPr>
            <p:ph type="title" hasCustomPrompt="1"/>
          </p:nvPr>
        </p:nvSpPr>
        <p:spPr>
          <a:xfrm>
            <a:off x="448311" y="1289055"/>
            <a:ext cx="10363200" cy="673100"/>
          </a:xfrm>
          <a:prstGeom prst="rect">
            <a:avLst/>
          </a:prstGeom>
        </p:spPr>
        <p:txBody>
          <a:bodyPr lIns="117066" tIns="58530" rIns="117066" bIns="58530" anchor="t"/>
          <a:lstStyle>
            <a:lvl1pPr algn="l">
              <a:defRPr sz="5500" b="0" cap="none" baseline="0">
                <a:solidFill>
                  <a:schemeClr val="bg1"/>
                </a:solidFill>
              </a:defRPr>
            </a:lvl1pPr>
          </a:lstStyle>
          <a:p>
            <a:r>
              <a:rPr lang="en-AU" dirty="0"/>
              <a:t>Client brand promise, Calibri 36pt</a:t>
            </a:r>
            <a:endParaRPr lang="en-US" dirty="0"/>
          </a:p>
        </p:txBody>
      </p:sp>
      <p:sp>
        <p:nvSpPr>
          <p:cNvPr id="3" name="Text Placeholder 2"/>
          <p:cNvSpPr>
            <a:spLocks noGrp="1"/>
          </p:cNvSpPr>
          <p:nvPr>
            <p:ph type="body" idx="1" hasCustomPrompt="1"/>
          </p:nvPr>
        </p:nvSpPr>
        <p:spPr>
          <a:xfrm>
            <a:off x="448311" y="4862837"/>
            <a:ext cx="10363200" cy="515620"/>
          </a:xfrm>
          <a:prstGeom prst="rect">
            <a:avLst/>
          </a:prstGeom>
        </p:spPr>
        <p:txBody>
          <a:bodyPr lIns="117066" tIns="58530" rIns="117066" bIns="58530" anchor="b"/>
          <a:lstStyle>
            <a:lvl1pPr marL="0" indent="0">
              <a:buNone/>
              <a:defRPr sz="2800" b="0" baseline="0">
                <a:solidFill>
                  <a:schemeClr val="bg1"/>
                </a:solidFill>
              </a:defRPr>
            </a:lvl1pPr>
            <a:lvl2pPr marL="702314" indent="0">
              <a:buNone/>
              <a:defRPr sz="2800">
                <a:solidFill>
                  <a:schemeClr val="tx1">
                    <a:tint val="75000"/>
                  </a:schemeClr>
                </a:solidFill>
              </a:defRPr>
            </a:lvl2pPr>
            <a:lvl3pPr marL="1404631" indent="0">
              <a:buNone/>
              <a:defRPr sz="2600">
                <a:solidFill>
                  <a:schemeClr val="tx1">
                    <a:tint val="75000"/>
                  </a:schemeClr>
                </a:solidFill>
              </a:defRPr>
            </a:lvl3pPr>
            <a:lvl4pPr marL="2106946" indent="0">
              <a:buNone/>
              <a:defRPr sz="2200">
                <a:solidFill>
                  <a:schemeClr val="tx1">
                    <a:tint val="75000"/>
                  </a:schemeClr>
                </a:solidFill>
              </a:defRPr>
            </a:lvl4pPr>
            <a:lvl5pPr marL="2809265" indent="0">
              <a:buNone/>
              <a:defRPr sz="2200">
                <a:solidFill>
                  <a:schemeClr val="tx1">
                    <a:tint val="75000"/>
                  </a:schemeClr>
                </a:solidFill>
              </a:defRPr>
            </a:lvl5pPr>
            <a:lvl6pPr marL="3511571" indent="0">
              <a:buNone/>
              <a:defRPr sz="2200">
                <a:solidFill>
                  <a:schemeClr val="tx1">
                    <a:tint val="75000"/>
                  </a:schemeClr>
                </a:solidFill>
              </a:defRPr>
            </a:lvl6pPr>
            <a:lvl7pPr marL="4213916" indent="0">
              <a:buNone/>
              <a:defRPr sz="2200">
                <a:solidFill>
                  <a:schemeClr val="tx1">
                    <a:tint val="75000"/>
                  </a:schemeClr>
                </a:solidFill>
              </a:defRPr>
            </a:lvl7pPr>
            <a:lvl8pPr marL="4916215" indent="0">
              <a:buNone/>
              <a:defRPr sz="2200">
                <a:solidFill>
                  <a:schemeClr val="tx1">
                    <a:tint val="75000"/>
                  </a:schemeClr>
                </a:solidFill>
              </a:defRPr>
            </a:lvl8pPr>
            <a:lvl9pPr marL="5618528" indent="0">
              <a:buNone/>
              <a:defRPr sz="2200">
                <a:solidFill>
                  <a:schemeClr val="tx1">
                    <a:tint val="75000"/>
                  </a:schemeClr>
                </a:solidFill>
              </a:defRPr>
            </a:lvl9pPr>
          </a:lstStyle>
          <a:p>
            <a:pPr lvl="0"/>
            <a:r>
              <a:rPr lang="en-AU" dirty="0"/>
              <a:t>Click to add subhead, Calibri 18pt</a:t>
            </a:r>
          </a:p>
        </p:txBody>
      </p:sp>
      <p:sp>
        <p:nvSpPr>
          <p:cNvPr id="6" name="Footer Placeholder 4"/>
          <p:cNvSpPr>
            <a:spLocks noGrp="1"/>
          </p:cNvSpPr>
          <p:nvPr>
            <p:ph type="ftr" sz="quarter" idx="3"/>
          </p:nvPr>
        </p:nvSpPr>
        <p:spPr>
          <a:xfrm>
            <a:off x="230296" y="6356410"/>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spTree>
    <p:extLst>
      <p:ext uri="{BB962C8B-B14F-4D97-AF65-F5344CB8AC3E}">
        <p14:creationId xmlns:p14="http://schemas.microsoft.com/office/powerpoint/2010/main" val="1194913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84"/>
            <a:ext cx="10363200" cy="1470025"/>
          </a:xfrm>
          <a:prstGeom prst="rect">
            <a:avLst/>
          </a:prstGeom>
        </p:spPr>
        <p:txBody>
          <a:bodyPr lIns="117066" tIns="58530" rIns="117066" bIns="58530"/>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lIns="117066" tIns="58530" rIns="117066" bIns="58530"/>
          <a:lstStyle>
            <a:lvl1pPr marL="0" indent="0" algn="ctr">
              <a:buNone/>
              <a:defRPr>
                <a:solidFill>
                  <a:schemeClr val="tx1">
                    <a:tint val="75000"/>
                  </a:schemeClr>
                </a:solidFill>
              </a:defRPr>
            </a:lvl1pPr>
            <a:lvl2pPr marL="702314" indent="0" algn="ctr">
              <a:buNone/>
              <a:defRPr>
                <a:solidFill>
                  <a:schemeClr val="tx1">
                    <a:tint val="75000"/>
                  </a:schemeClr>
                </a:solidFill>
              </a:defRPr>
            </a:lvl2pPr>
            <a:lvl3pPr marL="1404631" indent="0" algn="ctr">
              <a:buNone/>
              <a:defRPr>
                <a:solidFill>
                  <a:schemeClr val="tx1">
                    <a:tint val="75000"/>
                  </a:schemeClr>
                </a:solidFill>
              </a:defRPr>
            </a:lvl3pPr>
            <a:lvl4pPr marL="2106946" indent="0" algn="ctr">
              <a:buNone/>
              <a:defRPr>
                <a:solidFill>
                  <a:schemeClr val="tx1">
                    <a:tint val="75000"/>
                  </a:schemeClr>
                </a:solidFill>
              </a:defRPr>
            </a:lvl4pPr>
            <a:lvl5pPr marL="2809265" indent="0" algn="ctr">
              <a:buNone/>
              <a:defRPr>
                <a:solidFill>
                  <a:schemeClr val="tx1">
                    <a:tint val="75000"/>
                  </a:schemeClr>
                </a:solidFill>
              </a:defRPr>
            </a:lvl5pPr>
            <a:lvl6pPr marL="3511571" indent="0" algn="ctr">
              <a:buNone/>
              <a:defRPr>
                <a:solidFill>
                  <a:schemeClr val="tx1">
                    <a:tint val="75000"/>
                  </a:schemeClr>
                </a:solidFill>
              </a:defRPr>
            </a:lvl6pPr>
            <a:lvl7pPr marL="4213916" indent="0" algn="ctr">
              <a:buNone/>
              <a:defRPr>
                <a:solidFill>
                  <a:schemeClr val="tx1">
                    <a:tint val="75000"/>
                  </a:schemeClr>
                </a:solidFill>
              </a:defRPr>
            </a:lvl7pPr>
            <a:lvl8pPr marL="4916215" indent="0" algn="ctr">
              <a:buNone/>
              <a:defRPr>
                <a:solidFill>
                  <a:schemeClr val="tx1">
                    <a:tint val="75000"/>
                  </a:schemeClr>
                </a:solidFill>
              </a:defRPr>
            </a:lvl8pPr>
            <a:lvl9pPr marL="561852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230293" y="6356410"/>
            <a:ext cx="2844800" cy="365125"/>
          </a:xfrm>
          <a:prstGeom prst="rect">
            <a:avLst/>
          </a:prstGeom>
        </p:spPr>
        <p:txBody>
          <a:bodyPr lIns="117066" tIns="58530" rIns="117066" bIns="58530"/>
          <a:lstStyle/>
          <a:p>
            <a:pPr defTabSz="913089"/>
            <a:fld id="{505B9593-95F5-4191-8057-F1E447DD5737}" type="datetimeFigureOut">
              <a:rPr lang="en-NZ" smtClean="0">
                <a:solidFill>
                  <a:srgbClr val="1A472B"/>
                </a:solidFill>
              </a:rPr>
              <a:pPr defTabSz="913089"/>
              <a:t>16/07/2024</a:t>
            </a:fld>
            <a:endParaRPr lang="en-NZ">
              <a:solidFill>
                <a:srgbClr val="1A472B"/>
              </a:solidFill>
            </a:endParaRPr>
          </a:p>
        </p:txBody>
      </p:sp>
      <p:sp>
        <p:nvSpPr>
          <p:cNvPr id="5" name="Footer Placeholder 4"/>
          <p:cNvSpPr>
            <a:spLocks noGrp="1"/>
          </p:cNvSpPr>
          <p:nvPr>
            <p:ph type="ftr" sz="quarter" idx="11"/>
          </p:nvPr>
        </p:nvSpPr>
        <p:spPr>
          <a:xfrm>
            <a:off x="3075096" y="6356410"/>
            <a:ext cx="5879253" cy="365125"/>
          </a:xfrm>
          <a:prstGeom prst="rect">
            <a:avLst/>
          </a:prstGeom>
        </p:spPr>
        <p:txBody>
          <a:bodyPr lIns="117066" tIns="58530" rIns="117066" bIns="58530"/>
          <a:lstStyle/>
          <a:p>
            <a:pPr defTabSz="913089"/>
            <a:endParaRPr lang="en-NZ">
              <a:solidFill>
                <a:srgbClr val="1A472B"/>
              </a:solidFill>
            </a:endParaRPr>
          </a:p>
        </p:txBody>
      </p:sp>
      <p:sp>
        <p:nvSpPr>
          <p:cNvPr id="6" name="Slide Number Placeholder 5"/>
          <p:cNvSpPr>
            <a:spLocks noGrp="1"/>
          </p:cNvSpPr>
          <p:nvPr>
            <p:ph type="sldNum" sz="quarter" idx="12"/>
          </p:nvPr>
        </p:nvSpPr>
        <p:spPr>
          <a:xfrm>
            <a:off x="9089813" y="6342438"/>
            <a:ext cx="2844800" cy="365125"/>
          </a:xfrm>
          <a:prstGeom prst="rect">
            <a:avLst/>
          </a:prstGeom>
        </p:spPr>
        <p:txBody>
          <a:bodyPr lIns="117066" tIns="58530" rIns="117066" bIns="58530"/>
          <a:lstStyle/>
          <a:p>
            <a:pPr defTabSz="913089"/>
            <a:fld id="{5D762165-7DD1-43A8-AF3E-02B3DB1B40E1}" type="slidenum">
              <a:rPr lang="en-NZ" smtClean="0">
                <a:solidFill>
                  <a:srgbClr val="1A472B"/>
                </a:solidFill>
              </a:rPr>
              <a:pPr defTabSz="913089"/>
              <a:t>‹#›</a:t>
            </a:fld>
            <a:endParaRPr lang="en-NZ">
              <a:solidFill>
                <a:srgbClr val="1A472B"/>
              </a:solidFill>
            </a:endParaRPr>
          </a:p>
        </p:txBody>
      </p:sp>
    </p:spTree>
    <p:extLst>
      <p:ext uri="{BB962C8B-B14F-4D97-AF65-F5344CB8AC3E}">
        <p14:creationId xmlns:p14="http://schemas.microsoft.com/office/powerpoint/2010/main" val="3862751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lIns="117066" tIns="58530" rIns="117066" bIns="58530"/>
          <a:lstStyle/>
          <a:p>
            <a:r>
              <a:rPr lang="en-US"/>
              <a:t>Click to edit Master title style</a:t>
            </a:r>
            <a:endParaRPr lang="en-NZ"/>
          </a:p>
        </p:txBody>
      </p:sp>
      <p:sp>
        <p:nvSpPr>
          <p:cNvPr id="3" name="Content Placeholder 2"/>
          <p:cNvSpPr>
            <a:spLocks noGrp="1"/>
          </p:cNvSpPr>
          <p:nvPr>
            <p:ph idx="1"/>
          </p:nvPr>
        </p:nvSpPr>
        <p:spPr>
          <a:xfrm>
            <a:off x="609600" y="1600206"/>
            <a:ext cx="10972800" cy="4525963"/>
          </a:xfrm>
          <a:prstGeom prst="rect">
            <a:avLst/>
          </a:prstGeom>
        </p:spPr>
        <p:txBody>
          <a:bodyPr lIns="117066" tIns="58530" rIns="117066" bIns="5853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p:cNvSpPr>
            <a:spLocks noGrp="1"/>
          </p:cNvSpPr>
          <p:nvPr>
            <p:ph type="dt" sz="half" idx="10"/>
          </p:nvPr>
        </p:nvSpPr>
        <p:spPr>
          <a:xfrm>
            <a:off x="609600" y="6356409"/>
            <a:ext cx="2844800" cy="365125"/>
          </a:xfrm>
          <a:prstGeom prst="rect">
            <a:avLst/>
          </a:prstGeom>
        </p:spPr>
        <p:txBody>
          <a:bodyPr lIns="117066" tIns="58530" rIns="117066" bIns="58530"/>
          <a:lstStyle/>
          <a:p>
            <a:pPr defTabSz="913089"/>
            <a:fld id="{505B9593-95F5-4191-8057-F1E447DD5737}" type="datetimeFigureOut">
              <a:rPr lang="en-NZ" smtClean="0">
                <a:solidFill>
                  <a:srgbClr val="1A472B"/>
                </a:solidFill>
              </a:rPr>
              <a:pPr defTabSz="913089"/>
              <a:t>16/07/2024</a:t>
            </a:fld>
            <a:endParaRPr lang="en-NZ">
              <a:solidFill>
                <a:srgbClr val="1A472B"/>
              </a:solidFill>
            </a:endParaRPr>
          </a:p>
        </p:txBody>
      </p:sp>
      <p:sp>
        <p:nvSpPr>
          <p:cNvPr id="5" name="Footer Placeholder 4"/>
          <p:cNvSpPr>
            <a:spLocks noGrp="1"/>
          </p:cNvSpPr>
          <p:nvPr>
            <p:ph type="ftr" sz="quarter" idx="11"/>
          </p:nvPr>
        </p:nvSpPr>
        <p:spPr>
          <a:xfrm>
            <a:off x="4165600" y="6356409"/>
            <a:ext cx="3860800" cy="365125"/>
          </a:xfrm>
          <a:prstGeom prst="rect">
            <a:avLst/>
          </a:prstGeom>
        </p:spPr>
        <p:txBody>
          <a:bodyPr lIns="117066" tIns="58530" rIns="117066" bIns="58530"/>
          <a:lstStyle/>
          <a:p>
            <a:pPr defTabSz="913089"/>
            <a:endParaRPr lang="en-NZ">
              <a:solidFill>
                <a:srgbClr val="1A472B"/>
              </a:solidFill>
            </a:endParaRPr>
          </a:p>
        </p:txBody>
      </p:sp>
      <p:sp>
        <p:nvSpPr>
          <p:cNvPr id="6" name="Slide Number Placeholder 5"/>
          <p:cNvSpPr>
            <a:spLocks noGrp="1"/>
          </p:cNvSpPr>
          <p:nvPr>
            <p:ph type="sldNum" sz="quarter" idx="12"/>
          </p:nvPr>
        </p:nvSpPr>
        <p:spPr>
          <a:xfrm>
            <a:off x="8737600" y="6356409"/>
            <a:ext cx="2844800" cy="365125"/>
          </a:xfrm>
          <a:prstGeom prst="rect">
            <a:avLst/>
          </a:prstGeom>
        </p:spPr>
        <p:txBody>
          <a:bodyPr lIns="117066" tIns="58530" rIns="117066" bIns="58530"/>
          <a:lstStyle/>
          <a:p>
            <a:pPr defTabSz="913089"/>
            <a:fld id="{5D762165-7DD1-43A8-AF3E-02B3DB1B40E1}" type="slidenum">
              <a:rPr lang="en-NZ" smtClean="0">
                <a:solidFill>
                  <a:srgbClr val="1A472B"/>
                </a:solidFill>
              </a:rPr>
              <a:pPr defTabSz="913089"/>
              <a:t>‹#›</a:t>
            </a:fld>
            <a:endParaRPr lang="en-NZ">
              <a:solidFill>
                <a:srgbClr val="1A472B"/>
              </a:solidFill>
            </a:endParaRPr>
          </a:p>
        </p:txBody>
      </p:sp>
    </p:spTree>
    <p:extLst>
      <p:ext uri="{BB962C8B-B14F-4D97-AF65-F5344CB8AC3E}">
        <p14:creationId xmlns:p14="http://schemas.microsoft.com/office/powerpoint/2010/main" val="4289905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p:cSld name="Main content w kowhaiwhai_Print option">
    <p:spTree>
      <p:nvGrpSpPr>
        <p:cNvPr id="1" name=""/>
        <p:cNvGrpSpPr/>
        <p:nvPr/>
      </p:nvGrpSpPr>
      <p:grpSpPr>
        <a:xfrm>
          <a:off x="0" y="0"/>
          <a:ext cx="0" cy="0"/>
          <a:chOff x="0" y="0"/>
          <a:chExt cx="0" cy="0"/>
        </a:xfrm>
      </p:grpSpPr>
      <p:pic>
        <p:nvPicPr>
          <p:cNvPr id="14" name="Picture 13" descr="Footer03_1024x74.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97211"/>
            <a:ext cx="12192000" cy="144860"/>
          </a:xfrm>
          <a:prstGeom prst="rect">
            <a:avLst/>
          </a:prstGeom>
        </p:spPr>
      </p:pic>
      <p:pic>
        <p:nvPicPr>
          <p:cNvPr id="5" name="Picture 4" descr="Logo177x78.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9561784" y="302885"/>
            <a:ext cx="2372829" cy="784241"/>
          </a:xfrm>
          <a:prstGeom prst="rect">
            <a:avLst/>
          </a:prstGeom>
        </p:spPr>
      </p:pic>
      <p:sp>
        <p:nvSpPr>
          <p:cNvPr id="8" name="Title Placeholder 1"/>
          <p:cNvSpPr>
            <a:spLocks noGrp="1"/>
          </p:cNvSpPr>
          <p:nvPr>
            <p:ph type="title" hasCustomPrompt="1"/>
          </p:nvPr>
        </p:nvSpPr>
        <p:spPr>
          <a:xfrm>
            <a:off x="230293" y="173038"/>
            <a:ext cx="8880000" cy="1143000"/>
          </a:xfrm>
          <a:prstGeom prst="rect">
            <a:avLst/>
          </a:prstGeom>
        </p:spPr>
        <p:txBody>
          <a:bodyPr vert="horz" lIns="117066" tIns="58530" rIns="117066" bIns="58530" rtlCol="0" anchor="ctr">
            <a:normAutofit/>
          </a:bodyPr>
          <a:lstStyle>
            <a:lvl1pPr>
              <a:defRPr>
                <a:solidFill>
                  <a:schemeClr val="tx1"/>
                </a:solidFill>
              </a:defRPr>
            </a:lvl1pPr>
          </a:lstStyle>
          <a:p>
            <a:r>
              <a:rPr lang="en-AU" dirty="0"/>
              <a:t>Click to add title - Calibri 36pt</a:t>
            </a:r>
            <a:endParaRPr lang="en-US" dirty="0"/>
          </a:p>
        </p:txBody>
      </p:sp>
      <p:sp>
        <p:nvSpPr>
          <p:cNvPr id="3" name="Text Placeholder 2"/>
          <p:cNvSpPr>
            <a:spLocks noGrp="1"/>
          </p:cNvSpPr>
          <p:nvPr>
            <p:ph type="body" sz="quarter" idx="13" hasCustomPrompt="1"/>
          </p:nvPr>
        </p:nvSpPr>
        <p:spPr>
          <a:xfrm>
            <a:off x="230742" y="1419235"/>
            <a:ext cx="11703049" cy="4702175"/>
          </a:xfrm>
          <a:prstGeom prst="rect">
            <a:avLst/>
          </a:prstGeom>
        </p:spPr>
        <p:txBody>
          <a:bodyPr vert="horz" lIns="117066" tIns="58530" rIns="117066" bIns="58530"/>
          <a:lstStyle>
            <a:lvl1pPr>
              <a:defRPr baseline="0">
                <a:solidFill>
                  <a:schemeClr val="tx1"/>
                </a:solidFill>
              </a:defRPr>
            </a:lvl1pPr>
            <a:lvl2pPr marL="0" indent="0">
              <a:tabLst/>
              <a:defRPr>
                <a:solidFill>
                  <a:schemeClr val="tx1"/>
                </a:solidFill>
              </a:defRPr>
            </a:lvl2pPr>
            <a:lvl3pPr>
              <a:defRPr>
                <a:solidFill>
                  <a:schemeClr val="tx1"/>
                </a:solidFill>
              </a:defRPr>
            </a:lvl3pPr>
            <a:lvl4pPr>
              <a:defRPr>
                <a:solidFill>
                  <a:schemeClr val="tx1"/>
                </a:solidFill>
              </a:defRPr>
            </a:lvl4pPr>
            <a:lvl5pPr marL="2092325" indent="-438936">
              <a:buFont typeface="Arial"/>
              <a:buChar char="•"/>
              <a:defRPr>
                <a:solidFill>
                  <a:schemeClr val="tx1"/>
                </a:solidFill>
              </a:defRPr>
            </a:lvl5pPr>
          </a:lstStyle>
          <a:p>
            <a:pPr lvl="0"/>
            <a:r>
              <a:rPr lang="en-AU" dirty="0"/>
              <a:t>Click to add text. Sub heading – Calibri Bold 24pt</a:t>
            </a:r>
          </a:p>
          <a:p>
            <a:pPr lvl="1"/>
            <a:r>
              <a:rPr lang="en-AU" dirty="0"/>
              <a:t>Second level – Calibri 24pt</a:t>
            </a:r>
          </a:p>
          <a:p>
            <a:pPr lvl="2"/>
            <a:r>
              <a:rPr lang="en-AU" dirty="0"/>
              <a:t>Third level – Calibri Bold 22pt</a:t>
            </a:r>
          </a:p>
          <a:p>
            <a:pPr lvl="3"/>
            <a:r>
              <a:rPr lang="en-AU" dirty="0"/>
              <a:t>Fourth level – Calibri 18pt</a:t>
            </a:r>
          </a:p>
          <a:p>
            <a:pPr lvl="4"/>
            <a:r>
              <a:rPr lang="en-AU" dirty="0"/>
              <a:t>Fifth level – Calibri 16pt</a:t>
            </a:r>
            <a:endParaRPr lang="en-US" dirty="0"/>
          </a:p>
          <a:p>
            <a:pPr lvl="0"/>
            <a:endParaRPr lang="en-US" dirty="0"/>
          </a:p>
        </p:txBody>
      </p:sp>
      <p:sp>
        <p:nvSpPr>
          <p:cNvPr id="9" name="Text Placeholder 8"/>
          <p:cNvSpPr>
            <a:spLocks noGrp="1"/>
          </p:cNvSpPr>
          <p:nvPr>
            <p:ph type="body" sz="quarter" idx="14" hasCustomPrompt="1"/>
          </p:nvPr>
        </p:nvSpPr>
        <p:spPr>
          <a:xfrm>
            <a:off x="230720" y="6342122"/>
            <a:ext cx="4995333" cy="365125"/>
          </a:xfrm>
          <a:prstGeom prst="rect">
            <a:avLst/>
          </a:prstGeom>
        </p:spPr>
        <p:txBody>
          <a:bodyPr vert="horz" lIns="117066" tIns="58530" rIns="117066" bIns="58530" anchor="ctr" anchorCtr="0"/>
          <a:lstStyle>
            <a:lvl1pPr marL="0" marR="0" indent="0" algn="l" defTabSz="702314" rtl="0" eaLnBrk="1" fontAlgn="auto" latinLnBrk="0" hangingPunct="1">
              <a:lnSpc>
                <a:spcPct val="100000"/>
              </a:lnSpc>
              <a:spcBef>
                <a:spcPct val="20000"/>
              </a:spcBef>
              <a:spcAft>
                <a:spcPts val="0"/>
              </a:spcAft>
              <a:buClrTx/>
              <a:buSzTx/>
              <a:buFont typeface="Courier New"/>
              <a:buNone/>
              <a:tabLst/>
              <a:defRPr sz="1800" b="0">
                <a:solidFill>
                  <a:schemeClr val="tx1"/>
                </a:solidFill>
              </a:defRPr>
            </a:lvl1pPr>
          </a:lstStyle>
          <a:p>
            <a:pPr marL="0" marR="0" lvl="0" indent="0" algn="l" defTabSz="702314" rtl="0" eaLnBrk="1" fontAlgn="auto" latinLnBrk="0" hangingPunct="1">
              <a:lnSpc>
                <a:spcPct val="100000"/>
              </a:lnSpc>
              <a:spcBef>
                <a:spcPct val="20000"/>
              </a:spcBef>
              <a:spcAft>
                <a:spcPts val="0"/>
              </a:spcAft>
              <a:buClrTx/>
              <a:buSzTx/>
              <a:buFont typeface="Courier New"/>
              <a:buNone/>
              <a:tabLst/>
              <a:defRPr/>
            </a:pPr>
            <a:r>
              <a:rPr lang="en-US" dirty="0">
                <a:solidFill>
                  <a:srgbClr val="1A472B"/>
                </a:solidFill>
              </a:rPr>
              <a:t>Click to add title in Calibri 12pt</a:t>
            </a:r>
            <a:endParaRPr lang="en-US" dirty="0">
              <a:solidFill>
                <a:schemeClr val="bg2"/>
              </a:solidFill>
            </a:endParaRPr>
          </a:p>
        </p:txBody>
      </p:sp>
      <p:sp>
        <p:nvSpPr>
          <p:cNvPr id="13" name="Text Placeholder 12"/>
          <p:cNvSpPr>
            <a:spLocks noGrp="1"/>
          </p:cNvSpPr>
          <p:nvPr>
            <p:ph type="body" sz="quarter" idx="15" hasCustomPrompt="1"/>
          </p:nvPr>
        </p:nvSpPr>
        <p:spPr>
          <a:xfrm>
            <a:off x="11430910" y="6342121"/>
            <a:ext cx="503767" cy="347663"/>
          </a:xfrm>
          <a:prstGeom prst="rect">
            <a:avLst/>
          </a:prstGeom>
        </p:spPr>
        <p:txBody>
          <a:bodyPr vert="horz" lIns="117066" tIns="58530" rIns="117066" bIns="58530" anchor="ctr" anchorCtr="0"/>
          <a:lstStyle>
            <a:lvl1pPr algn="r">
              <a:defRPr sz="1800">
                <a:solidFill>
                  <a:schemeClr val="tx1"/>
                </a:solidFill>
              </a:defRPr>
            </a:lvl1pPr>
          </a:lstStyle>
          <a:p>
            <a:pPr lvl="0"/>
            <a:fld id="{4D4F556E-231C-B544-9E8A-43AA8493A8CA}" type="slidenum">
              <a:rPr lang="en-US" smtClean="0"/>
              <a:t>‹#›</a:t>
            </a:fld>
            <a:endParaRPr lang="en-US" dirty="0"/>
          </a:p>
        </p:txBody>
      </p:sp>
    </p:spTree>
    <p:extLst>
      <p:ext uri="{BB962C8B-B14F-4D97-AF65-F5344CB8AC3E}">
        <p14:creationId xmlns:p14="http://schemas.microsoft.com/office/powerpoint/2010/main" val="638258705"/>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cSld name="Plain content">
    <p:spTree>
      <p:nvGrpSpPr>
        <p:cNvPr id="1" name=""/>
        <p:cNvGrpSpPr/>
        <p:nvPr/>
      </p:nvGrpSpPr>
      <p:grpSpPr>
        <a:xfrm>
          <a:off x="0" y="0"/>
          <a:ext cx="0" cy="0"/>
          <a:chOff x="0" y="0"/>
          <a:chExt cx="0" cy="0"/>
        </a:xfrm>
      </p:grpSpPr>
      <p:pic>
        <p:nvPicPr>
          <p:cNvPr id="7" name="Picture 6"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1"/>
            <a:ext cx="12192000" cy="660797"/>
          </a:xfrm>
          <a:prstGeom prst="rect">
            <a:avLst/>
          </a:prstGeom>
        </p:spPr>
      </p:pic>
      <p:sp>
        <p:nvSpPr>
          <p:cNvPr id="11" name="Slide Number Placeholder 3"/>
          <p:cNvSpPr>
            <a:spLocks noGrp="1"/>
          </p:cNvSpPr>
          <p:nvPr>
            <p:ph type="sldNum" sz="quarter" idx="12"/>
          </p:nvPr>
        </p:nvSpPr>
        <p:spPr>
          <a:xfrm>
            <a:off x="9123845" y="6342438"/>
            <a:ext cx="2844800" cy="365125"/>
          </a:xfrm>
          <a:prstGeom prst="rect">
            <a:avLst/>
          </a:prstGeom>
        </p:spPr>
        <p:txBody>
          <a:bodyPr lIns="117066" tIns="58530" rIns="117066" bIns="58530" anchor="ctr"/>
          <a:lstStyle>
            <a:lvl1pPr algn="r">
              <a:defRPr sz="1800">
                <a:solidFill>
                  <a:schemeClr val="tx1"/>
                </a:solidFill>
              </a:defRPr>
            </a:lvl1pPr>
          </a:lstStyle>
          <a:p>
            <a:pPr defTabSz="913089"/>
            <a:fld id="{5D762165-7DD1-43A8-AF3E-02B3DB1B40E1}" type="slidenum">
              <a:rPr lang="en-NZ" smtClean="0">
                <a:solidFill>
                  <a:srgbClr val="1A472B"/>
                </a:solidFill>
              </a:rPr>
              <a:pPr defTabSz="913089"/>
              <a:t>‹#›</a:t>
            </a:fld>
            <a:endParaRPr lang="en-NZ">
              <a:solidFill>
                <a:srgbClr val="1A472B"/>
              </a:solidFill>
            </a:endParaRPr>
          </a:p>
        </p:txBody>
      </p:sp>
      <p:sp>
        <p:nvSpPr>
          <p:cNvPr id="12" name="Footer Placeholder 4"/>
          <p:cNvSpPr>
            <a:spLocks noGrp="1"/>
          </p:cNvSpPr>
          <p:nvPr>
            <p:ph type="ftr" sz="quarter" idx="3"/>
          </p:nvPr>
        </p:nvSpPr>
        <p:spPr>
          <a:xfrm>
            <a:off x="230296" y="6356409"/>
            <a:ext cx="5879253" cy="365125"/>
          </a:xfrm>
          <a:prstGeom prst="rect">
            <a:avLst/>
          </a:prstGeom>
        </p:spPr>
        <p:txBody>
          <a:bodyPr vert="horz" lIns="117066" tIns="58530" rIns="117066" bIns="58530" rtlCol="0" anchor="ctr"/>
          <a:lstStyle>
            <a:lvl1pPr algn="l">
              <a:defRPr sz="1800">
                <a:solidFill>
                  <a:schemeClr val="tx1">
                    <a:tint val="75000"/>
                  </a:schemeClr>
                </a:solidFill>
              </a:defRPr>
            </a:lvl1pPr>
          </a:lstStyle>
          <a:p>
            <a:pPr defTabSz="913089"/>
            <a:endParaRPr lang="en-NZ">
              <a:solidFill>
                <a:srgbClr val="1A472B">
                  <a:tint val="75000"/>
                </a:srgbClr>
              </a:solidFill>
            </a:endParaRPr>
          </a:p>
        </p:txBody>
      </p:sp>
      <p:sp>
        <p:nvSpPr>
          <p:cNvPr id="8" name="Title Placeholder 1"/>
          <p:cNvSpPr>
            <a:spLocks noGrp="1"/>
          </p:cNvSpPr>
          <p:nvPr>
            <p:ph type="title" hasCustomPrompt="1"/>
          </p:nvPr>
        </p:nvSpPr>
        <p:spPr>
          <a:xfrm>
            <a:off x="230293" y="173038"/>
            <a:ext cx="8880000" cy="1143000"/>
          </a:xfrm>
          <a:prstGeom prst="rect">
            <a:avLst/>
          </a:prstGeom>
        </p:spPr>
        <p:txBody>
          <a:bodyPr vert="horz" lIns="117066" tIns="58530" rIns="117066" bIns="58530" rtlCol="0" anchor="ctr">
            <a:normAutofit/>
          </a:bodyPr>
          <a:lstStyle>
            <a:lvl1pPr>
              <a:defRPr>
                <a:solidFill>
                  <a:schemeClr val="tx1"/>
                </a:solidFill>
              </a:defRPr>
            </a:lvl1pPr>
          </a:lstStyle>
          <a:p>
            <a:r>
              <a:rPr lang="en-AU" dirty="0"/>
              <a:t>Click to add title - Calibri 36pt</a:t>
            </a:r>
            <a:endParaRPr lang="en-US" dirty="0"/>
          </a:p>
        </p:txBody>
      </p:sp>
      <p:pic>
        <p:nvPicPr>
          <p:cNvPr id="10" name="Picture 9"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773206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p:cSld name="Logo with no footer for pictur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0293" y="173038"/>
            <a:ext cx="8880000" cy="1143000"/>
          </a:xfrm>
          <a:prstGeom prst="rect">
            <a:avLst/>
          </a:prstGeom>
        </p:spPr>
        <p:txBody>
          <a:bodyPr lIns="117066" tIns="58530" rIns="117066" bIns="58530" anchor="ctr"/>
          <a:lstStyle>
            <a:lvl1pPr>
              <a:defRPr/>
            </a:lvl1pPr>
          </a:lstStyle>
          <a:p>
            <a:r>
              <a:rPr lang="en-AU" dirty="0"/>
              <a:t>Click to add title - Calibri 36pt</a:t>
            </a:r>
            <a:endParaRPr lang="en-US" dirty="0"/>
          </a:p>
        </p:txBody>
      </p:sp>
      <p:pic>
        <p:nvPicPr>
          <p:cNvPr id="4" name="Picture 3" descr="Logo 1024x700.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552258622"/>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Special - Values 4 or section title page">
    <p:spTree>
      <p:nvGrpSpPr>
        <p:cNvPr id="1" name=""/>
        <p:cNvGrpSpPr/>
        <p:nvPr/>
      </p:nvGrpSpPr>
      <p:grpSpPr>
        <a:xfrm>
          <a:off x="0" y="0"/>
          <a:ext cx="0" cy="0"/>
          <a:chOff x="0" y="0"/>
          <a:chExt cx="0" cy="0"/>
        </a:xfrm>
      </p:grpSpPr>
      <p:pic>
        <p:nvPicPr>
          <p:cNvPr id="6" name="Picture 5" descr="Vitality_0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5494" y="135226"/>
            <a:ext cx="11700121" cy="5883508"/>
          </a:xfrm>
          <a:prstGeom prst="rect">
            <a:avLst/>
          </a:prstGeom>
        </p:spPr>
      </p:pic>
      <p:pic>
        <p:nvPicPr>
          <p:cNvPr id="14" name="Picture 13" descr="End04_LogoGreen_992x736.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32919" y="5714381"/>
            <a:ext cx="11692695" cy="965089"/>
          </a:xfrm>
          <a:prstGeom prst="rect">
            <a:avLst/>
          </a:prstGeom>
        </p:spPr>
      </p:pic>
      <p:sp>
        <p:nvSpPr>
          <p:cNvPr id="15" name="Text Placeholder 3"/>
          <p:cNvSpPr>
            <a:spLocks noGrp="1"/>
          </p:cNvSpPr>
          <p:nvPr>
            <p:ph type="body" sz="quarter" idx="10" hasCustomPrompt="1"/>
          </p:nvPr>
        </p:nvSpPr>
        <p:spPr>
          <a:xfrm>
            <a:off x="584201" y="555532"/>
            <a:ext cx="4682067" cy="622300"/>
          </a:xfrm>
          <a:prstGeom prst="rect">
            <a:avLst/>
          </a:prstGeom>
        </p:spPr>
        <p:txBody>
          <a:bodyPr vert="horz" lIns="117066" tIns="58530" rIns="117066" bIns="58530"/>
          <a:lstStyle>
            <a:lvl1pPr>
              <a:defRPr sz="4600" b="0"/>
            </a:lvl1pPr>
          </a:lstStyle>
          <a:p>
            <a:pPr lvl="0"/>
            <a:r>
              <a:rPr lang="en-AU" dirty="0"/>
              <a:t>Vitality</a:t>
            </a:r>
            <a:endParaRPr lang="en-US" dirty="0"/>
          </a:p>
        </p:txBody>
      </p:sp>
      <p:sp>
        <p:nvSpPr>
          <p:cNvPr id="16" name="Text Placeholder 16"/>
          <p:cNvSpPr>
            <a:spLocks noGrp="1"/>
          </p:cNvSpPr>
          <p:nvPr>
            <p:ph type="body" sz="quarter" idx="11" hasCustomPrompt="1"/>
          </p:nvPr>
        </p:nvSpPr>
        <p:spPr>
          <a:xfrm>
            <a:off x="584206" y="1338731"/>
            <a:ext cx="7498601" cy="1727200"/>
          </a:xfrm>
          <a:prstGeom prst="rect">
            <a:avLst/>
          </a:prstGeom>
        </p:spPr>
        <p:txBody>
          <a:bodyPr vert="horz" lIns="117066" tIns="58530" rIns="117066" bIns="58530"/>
          <a:lstStyle>
            <a:lvl1pPr>
              <a:defRPr b="0" baseline="0">
                <a:solidFill>
                  <a:schemeClr val="bg1"/>
                </a:solidFill>
              </a:defRPr>
            </a:lvl1pPr>
          </a:lstStyle>
          <a:p>
            <a:r>
              <a:rPr lang="en-US" sz="3100" dirty="0">
                <a:solidFill>
                  <a:srgbClr val="FFFFFF"/>
                </a:solidFill>
              </a:rPr>
              <a:t>Fresh thinking and action to enable success through new solutions.</a:t>
            </a:r>
          </a:p>
        </p:txBody>
      </p:sp>
    </p:spTree>
    <p:extLst>
      <p:ext uri="{BB962C8B-B14F-4D97-AF65-F5344CB8AC3E}">
        <p14:creationId xmlns:p14="http://schemas.microsoft.com/office/powerpoint/2010/main" val="2794926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0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562600909"/>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Title page">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89653" y="130941"/>
            <a:ext cx="11818768" cy="6576572"/>
          </a:xfrm>
          <a:prstGeom prst="rect">
            <a:avLst/>
          </a:prstGeom>
        </p:spPr>
      </p:pic>
      <p:sp>
        <p:nvSpPr>
          <p:cNvPr id="2" name="Title 1"/>
          <p:cNvSpPr>
            <a:spLocks noGrp="1"/>
          </p:cNvSpPr>
          <p:nvPr>
            <p:ph type="title"/>
          </p:nvPr>
        </p:nvSpPr>
        <p:spPr>
          <a:xfrm>
            <a:off x="963085" y="4406909"/>
            <a:ext cx="10363200" cy="1362076"/>
          </a:xfrm>
          <a:prstGeom prst="rect">
            <a:avLst/>
          </a:prstGeom>
        </p:spPr>
        <p:txBody>
          <a:bodyPr lIns="117093" tIns="58543" rIns="117093" bIns="58543" anchor="t"/>
          <a:lstStyle>
            <a:lvl1pPr algn="l">
              <a:defRPr sz="6200" b="1" cap="all"/>
            </a:lvl1pPr>
          </a:lstStyle>
          <a:p>
            <a:r>
              <a:rPr lang="en-US"/>
              <a:t>Click to edit Master title style</a:t>
            </a:r>
            <a:endParaRPr lang="en-US" dirty="0"/>
          </a:p>
        </p:txBody>
      </p:sp>
      <p:sp>
        <p:nvSpPr>
          <p:cNvPr id="3" name="Text Placeholder 2"/>
          <p:cNvSpPr>
            <a:spLocks noGrp="1"/>
          </p:cNvSpPr>
          <p:nvPr>
            <p:ph type="body" idx="1"/>
          </p:nvPr>
        </p:nvSpPr>
        <p:spPr>
          <a:xfrm>
            <a:off x="963085" y="2906713"/>
            <a:ext cx="10363200" cy="1500187"/>
          </a:xfrm>
          <a:prstGeom prst="rect">
            <a:avLst/>
          </a:prstGeom>
        </p:spPr>
        <p:txBody>
          <a:bodyPr lIns="117093" tIns="58543" rIns="117093" bIns="58543" anchor="b"/>
          <a:lstStyle>
            <a:lvl1pPr marL="0" indent="0">
              <a:buNone/>
              <a:defRPr sz="3100">
                <a:solidFill>
                  <a:schemeClr val="bg1"/>
                </a:solidFill>
              </a:defRPr>
            </a:lvl1pPr>
            <a:lvl2pPr marL="702483" indent="0">
              <a:buNone/>
              <a:defRPr sz="2800">
                <a:solidFill>
                  <a:schemeClr val="tx1">
                    <a:tint val="75000"/>
                  </a:schemeClr>
                </a:solidFill>
              </a:defRPr>
            </a:lvl2pPr>
            <a:lvl3pPr marL="1404969" indent="0">
              <a:buNone/>
              <a:defRPr sz="2600">
                <a:solidFill>
                  <a:schemeClr val="tx1">
                    <a:tint val="75000"/>
                  </a:schemeClr>
                </a:solidFill>
              </a:defRPr>
            </a:lvl3pPr>
            <a:lvl4pPr marL="2107453" indent="0">
              <a:buNone/>
              <a:defRPr sz="2200">
                <a:solidFill>
                  <a:schemeClr val="tx1">
                    <a:tint val="75000"/>
                  </a:schemeClr>
                </a:solidFill>
              </a:defRPr>
            </a:lvl4pPr>
            <a:lvl5pPr marL="2809940" indent="0">
              <a:buNone/>
              <a:defRPr sz="2200">
                <a:solidFill>
                  <a:schemeClr val="tx1">
                    <a:tint val="75000"/>
                  </a:schemeClr>
                </a:solidFill>
              </a:defRPr>
            </a:lvl5pPr>
            <a:lvl6pPr marL="3512416" indent="0">
              <a:buNone/>
              <a:defRPr sz="2200">
                <a:solidFill>
                  <a:schemeClr val="tx1">
                    <a:tint val="75000"/>
                  </a:schemeClr>
                </a:solidFill>
              </a:defRPr>
            </a:lvl6pPr>
            <a:lvl7pPr marL="4214925" indent="0">
              <a:buNone/>
              <a:defRPr sz="2200">
                <a:solidFill>
                  <a:schemeClr val="tx1">
                    <a:tint val="75000"/>
                  </a:schemeClr>
                </a:solidFill>
              </a:defRPr>
            </a:lvl7pPr>
            <a:lvl8pPr marL="4917393" indent="0">
              <a:buNone/>
              <a:defRPr sz="2200">
                <a:solidFill>
                  <a:schemeClr val="tx1">
                    <a:tint val="75000"/>
                  </a:schemeClr>
                </a:solidFill>
              </a:defRPr>
            </a:lvl8pPr>
            <a:lvl9pPr marL="5619876" indent="0">
              <a:buNone/>
              <a:defRPr sz="2200">
                <a:solidFill>
                  <a:schemeClr val="tx1">
                    <a:tint val="75000"/>
                  </a:schemeClr>
                </a:solidFill>
              </a:defRPr>
            </a:lvl9pPr>
          </a:lstStyle>
          <a:p>
            <a:pPr lvl="0"/>
            <a:r>
              <a:rPr lang="en-US"/>
              <a:t>Click to edit Master text styles</a:t>
            </a:r>
          </a:p>
        </p:txBody>
      </p:sp>
      <p:sp>
        <p:nvSpPr>
          <p:cNvPr id="9" name="Footer Placeholder 4"/>
          <p:cNvSpPr>
            <a:spLocks noGrp="1"/>
          </p:cNvSpPr>
          <p:nvPr>
            <p:ph type="ftr" sz="quarter" idx="3"/>
          </p:nvPr>
        </p:nvSpPr>
        <p:spPr>
          <a:xfrm>
            <a:off x="6055360" y="6342431"/>
            <a:ext cx="5879253" cy="365125"/>
          </a:xfrm>
          <a:prstGeom prst="rect">
            <a:avLst/>
          </a:prstGeom>
        </p:spPr>
        <p:txBody>
          <a:bodyPr vert="horz" lIns="117093" tIns="58543" rIns="117093" bIns="58543" rtlCol="0" anchor="ctr"/>
          <a:lstStyle>
            <a:lvl1pPr algn="r">
              <a:defRPr sz="1800">
                <a:solidFill>
                  <a:schemeClr val="tx2"/>
                </a:solidFill>
              </a:defRPr>
            </a:lvl1pPr>
          </a:lstStyle>
          <a:p>
            <a:pPr defTabSz="913307"/>
            <a:endParaRPr lang="en-NZ">
              <a:solidFill>
                <a:srgbClr val="666366"/>
              </a:solidFill>
            </a:endParaRPr>
          </a:p>
        </p:txBody>
      </p:sp>
    </p:spTree>
    <p:extLst>
      <p:ext uri="{BB962C8B-B14F-4D97-AF65-F5344CB8AC3E}">
        <p14:creationId xmlns:p14="http://schemas.microsoft.com/office/powerpoint/2010/main" val="1433240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pic>
        <p:nvPicPr>
          <p:cNvPr id="6" name="Picture 5"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31"/>
            <a:ext cx="2844800" cy="365125"/>
          </a:xfrm>
          <a:prstGeom prst="rect">
            <a:avLst/>
          </a:prstGeom>
        </p:spPr>
        <p:txBody>
          <a:bodyPr lIns="117093" tIns="58543" rIns="117093" bIns="58543" anchor="ctr"/>
          <a:lstStyle>
            <a:lvl1pPr algn="r">
              <a:defRPr sz="1800">
                <a:solidFill>
                  <a:schemeClr val="tx1"/>
                </a:solidFill>
              </a:defRPr>
            </a:lvl1pPr>
          </a:lstStyle>
          <a:p>
            <a:pPr defTabSz="913307"/>
            <a:fld id="{5D762165-7DD1-43A8-AF3E-02B3DB1B40E1}" type="slidenum">
              <a:rPr lang="en-NZ" smtClean="0">
                <a:solidFill>
                  <a:srgbClr val="1A472B"/>
                </a:solidFill>
              </a:rPr>
              <a:pPr defTabSz="913307"/>
              <a:t>‹#›</a:t>
            </a:fld>
            <a:endParaRPr lang="en-NZ">
              <a:solidFill>
                <a:srgbClr val="1A472B"/>
              </a:solidFill>
            </a:endParaRPr>
          </a:p>
        </p:txBody>
      </p:sp>
      <p:sp>
        <p:nvSpPr>
          <p:cNvPr id="12"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spTree>
    <p:extLst>
      <p:ext uri="{BB962C8B-B14F-4D97-AF65-F5344CB8AC3E}">
        <p14:creationId xmlns:p14="http://schemas.microsoft.com/office/powerpoint/2010/main" val="2665737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Primary text only">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31"/>
            <a:ext cx="2844800" cy="365125"/>
          </a:xfrm>
          <a:prstGeom prst="rect">
            <a:avLst/>
          </a:prstGeom>
        </p:spPr>
        <p:txBody>
          <a:bodyPr lIns="117093" tIns="58543" rIns="117093" bIns="58543" anchor="ctr"/>
          <a:lstStyle>
            <a:lvl1pPr algn="r">
              <a:defRPr sz="1800">
                <a:solidFill>
                  <a:schemeClr val="bg1"/>
                </a:solidFill>
              </a:defRPr>
            </a:lvl1pPr>
          </a:lstStyle>
          <a:p>
            <a:pPr defTabSz="913307"/>
            <a:fld id="{5D762165-7DD1-43A8-AF3E-02B3DB1B40E1}" type="slidenum">
              <a:rPr lang="en-NZ" smtClean="0">
                <a:solidFill>
                  <a:prstClr val="white"/>
                </a:solidFill>
              </a:rPr>
              <a:pPr defTabSz="913307"/>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093" tIns="58543" rIns="117093" bIns="58543"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sp>
        <p:nvSpPr>
          <p:cNvPr id="2" name="TextBox 1"/>
          <p:cNvSpPr txBox="1"/>
          <p:nvPr/>
        </p:nvSpPr>
        <p:spPr>
          <a:xfrm>
            <a:off x="209813" y="1398341"/>
            <a:ext cx="11704320" cy="4644516"/>
          </a:xfrm>
          <a:prstGeom prst="rect">
            <a:avLst/>
          </a:prstGeom>
          <a:noFill/>
        </p:spPr>
        <p:txBody>
          <a:bodyPr wrap="square" lIns="117093" tIns="58543" rIns="117093" bIns="58543" rtlCol="0">
            <a:normAutofit/>
          </a:bodyPr>
          <a:lstStyle/>
          <a:p>
            <a:pPr defTabSz="913307">
              <a:lnSpc>
                <a:spcPct val="130000"/>
              </a:lnSpc>
            </a:pPr>
            <a:r>
              <a:rPr lang="en-US" sz="3700" b="1" dirty="0">
                <a:solidFill>
                  <a:prstClr val="white"/>
                </a:solidFill>
              </a:rPr>
              <a:t>Click to add subhead 01 – Calibri Bold 24pt</a:t>
            </a:r>
          </a:p>
          <a:p>
            <a:pPr defTabSz="913307">
              <a:lnSpc>
                <a:spcPct val="130000"/>
              </a:lnSpc>
            </a:pPr>
            <a:r>
              <a:rPr lang="en-US" sz="3500" dirty="0">
                <a:solidFill>
                  <a:prstClr val="white"/>
                </a:solidFill>
              </a:rPr>
              <a:t>Click to add body text 01 – Calibri 22pt</a:t>
            </a:r>
          </a:p>
          <a:p>
            <a:pPr defTabSz="702483">
              <a:lnSpc>
                <a:spcPct val="130000"/>
              </a:lnSpc>
              <a:defRPr/>
            </a:pPr>
            <a:r>
              <a:rPr lang="en-US" sz="2800" dirty="0">
                <a:solidFill>
                  <a:prstClr val="white"/>
                </a:solidFill>
              </a:rPr>
              <a:t>Click to add body text 02 – Calibri 18pt</a:t>
            </a:r>
          </a:p>
          <a:p>
            <a:pPr defTabSz="913307">
              <a:lnSpc>
                <a:spcPct val="130000"/>
              </a:lnSpc>
            </a:pPr>
            <a:endParaRPr lang="en-US" sz="3500" dirty="0">
              <a:solidFill>
                <a:prstClr val="white"/>
              </a:solidFill>
            </a:endParaRPr>
          </a:p>
        </p:txBody>
      </p:sp>
      <p:pic>
        <p:nvPicPr>
          <p:cNvPr id="9" name="Picture 8"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33500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Primary bulleted text">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31"/>
            <a:ext cx="2844800" cy="365125"/>
          </a:xfrm>
          <a:prstGeom prst="rect">
            <a:avLst/>
          </a:prstGeom>
        </p:spPr>
        <p:txBody>
          <a:bodyPr lIns="117093" tIns="58543" rIns="117093" bIns="58543" anchor="ctr"/>
          <a:lstStyle>
            <a:lvl1pPr algn="r">
              <a:defRPr sz="1800">
                <a:solidFill>
                  <a:schemeClr val="bg1"/>
                </a:solidFill>
              </a:defRPr>
            </a:lvl1pPr>
          </a:lstStyle>
          <a:p>
            <a:pPr defTabSz="913307"/>
            <a:fld id="{5D762165-7DD1-43A8-AF3E-02B3DB1B40E1}" type="slidenum">
              <a:rPr lang="en-NZ" smtClean="0">
                <a:solidFill>
                  <a:prstClr val="white"/>
                </a:solidFill>
              </a:rPr>
              <a:pPr defTabSz="913307"/>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093" tIns="58543" rIns="117093" bIns="58543"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093" tIns="58543" rIns="117093" bIns="58543" rtlCol="0">
            <a:normAutofit/>
          </a:bodyPr>
          <a:lstStyle>
            <a:lvl1pPr marL="0" indent="0">
              <a:lnSpc>
                <a:spcPct val="120000"/>
              </a:lnSpc>
              <a:buFont typeface="Arial"/>
              <a:buNone/>
              <a:defRPr sz="3700" b="1">
                <a:solidFill>
                  <a:schemeClr val="bg1"/>
                </a:solidFill>
                <a:latin typeface="+mn-lt"/>
              </a:defRPr>
            </a:lvl1pPr>
            <a:lvl2pPr marL="829318" indent="-439044">
              <a:lnSpc>
                <a:spcPct val="120000"/>
              </a:lnSpc>
              <a:buFont typeface="Arial"/>
              <a:buChar char="•"/>
              <a:defRPr sz="3500">
                <a:solidFill>
                  <a:schemeClr val="bg1"/>
                </a:solidFill>
                <a:latin typeface="+mn-lt"/>
              </a:defRPr>
            </a:lvl2pPr>
            <a:lvl3pPr marL="1790358" indent="-526867">
              <a:lnSpc>
                <a:spcPct val="120000"/>
              </a:lnSpc>
              <a:buFont typeface="Arial"/>
              <a:buChar char="•"/>
              <a:defRPr sz="2800">
                <a:solidFill>
                  <a:schemeClr val="bg1"/>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810776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Secondary full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8" name="Picture 7" descr="Footer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31"/>
            <a:ext cx="2844800" cy="365125"/>
          </a:xfrm>
          <a:prstGeom prst="rect">
            <a:avLst/>
          </a:prstGeom>
        </p:spPr>
        <p:txBody>
          <a:bodyPr lIns="117093" tIns="58543" rIns="117093" bIns="58543" anchor="ctr"/>
          <a:lstStyle>
            <a:lvl1pPr algn="r">
              <a:defRPr sz="1800">
                <a:solidFill>
                  <a:schemeClr val="bg1"/>
                </a:solidFill>
              </a:defRPr>
            </a:lvl1pPr>
          </a:lstStyle>
          <a:p>
            <a:pPr defTabSz="913307"/>
            <a:fld id="{5D762165-7DD1-43A8-AF3E-02B3DB1B40E1}" type="slidenum">
              <a:rPr lang="en-NZ" smtClean="0">
                <a:solidFill>
                  <a:prstClr val="white"/>
                </a:solidFill>
              </a:rPr>
              <a:pPr defTabSz="913307"/>
              <a:t>‹#›</a:t>
            </a:fld>
            <a:endParaRPr lang="en-NZ">
              <a:solidFill>
                <a:prstClr val="white"/>
              </a:solidFill>
            </a:endParaRPr>
          </a:p>
        </p:txBody>
      </p:sp>
      <p:sp>
        <p:nvSpPr>
          <p:cNvPr id="6" name="Title Placeholder 1"/>
          <p:cNvSpPr>
            <a:spLocks noGrp="1"/>
          </p:cNvSpPr>
          <p:nvPr>
            <p:ph type="title"/>
          </p:nvPr>
        </p:nvSpPr>
        <p:spPr>
          <a:xfrm>
            <a:off x="230293" y="173039"/>
            <a:ext cx="8880000" cy="1143000"/>
          </a:xfrm>
          <a:prstGeom prst="rect">
            <a:avLst/>
          </a:prstGeom>
        </p:spPr>
        <p:txBody>
          <a:bodyPr vert="horz" lIns="117093" tIns="58543" rIns="117093" bIns="58543" rtlCol="0" anchor="ctr">
            <a:normAutofit/>
          </a:bodyPr>
          <a:lstStyle/>
          <a:p>
            <a:r>
              <a:rPr lang="en-US"/>
              <a:t>Click to edit Master title style</a:t>
            </a:r>
            <a:endParaRPr lang="en-US" dirty="0"/>
          </a:p>
        </p:txBody>
      </p:sp>
      <p:sp>
        <p:nvSpPr>
          <p:cNvPr id="7"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093" tIns="58543" rIns="117093" bIns="58543" rtlCol="0">
            <a:normAutofit/>
          </a:bodyPr>
          <a:lstStyle>
            <a:lvl1pPr marL="0" indent="0">
              <a:lnSpc>
                <a:spcPct val="120000"/>
              </a:lnSpc>
              <a:buFont typeface="Arial"/>
              <a:buNone/>
              <a:defRPr sz="3700" b="1">
                <a:solidFill>
                  <a:schemeClr val="tx2"/>
                </a:solidFill>
                <a:latin typeface="+mn-lt"/>
              </a:defRPr>
            </a:lvl1pPr>
            <a:lvl2pPr marL="829318" indent="-439044">
              <a:lnSpc>
                <a:spcPct val="120000"/>
              </a:lnSpc>
              <a:buFont typeface="Arial"/>
              <a:buChar char="•"/>
              <a:defRPr sz="3500">
                <a:solidFill>
                  <a:schemeClr val="tx2"/>
                </a:solidFill>
                <a:latin typeface="+mn-lt"/>
              </a:defRPr>
            </a:lvl2pPr>
            <a:lvl3pPr marL="1790358" indent="-526867">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346882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Secondary half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093" tIns="58543" rIns="117093" bIns="58543"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093" tIns="58543" rIns="117093" bIns="58543" rtlCol="0">
            <a:normAutofit/>
          </a:bodyPr>
          <a:lstStyle>
            <a:lvl1pPr marL="0" indent="0">
              <a:lnSpc>
                <a:spcPct val="120000"/>
              </a:lnSpc>
              <a:buFont typeface="Arial"/>
              <a:buNone/>
              <a:defRPr sz="3700" b="1">
                <a:solidFill>
                  <a:schemeClr val="tx2"/>
                </a:solidFill>
                <a:latin typeface="+mn-lt"/>
              </a:defRPr>
            </a:lvl1pPr>
            <a:lvl2pPr marL="829318" indent="-439044">
              <a:lnSpc>
                <a:spcPct val="120000"/>
              </a:lnSpc>
              <a:buFont typeface="Arial"/>
              <a:buChar char="•"/>
              <a:defRPr sz="3500">
                <a:solidFill>
                  <a:schemeClr val="tx2"/>
                </a:solidFill>
                <a:latin typeface="+mn-lt"/>
              </a:defRPr>
            </a:lvl2pPr>
            <a:lvl3pPr marL="1790358" indent="-526867">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sp>
        <p:nvSpPr>
          <p:cNvPr id="11" name="Slide Number Placeholder 3"/>
          <p:cNvSpPr>
            <a:spLocks noGrp="1"/>
          </p:cNvSpPr>
          <p:nvPr>
            <p:ph type="sldNum" sz="quarter" idx="12"/>
          </p:nvPr>
        </p:nvSpPr>
        <p:spPr>
          <a:xfrm>
            <a:off x="9123845" y="6342431"/>
            <a:ext cx="2844800" cy="365125"/>
          </a:xfrm>
          <a:prstGeom prst="rect">
            <a:avLst/>
          </a:prstGeom>
        </p:spPr>
        <p:txBody>
          <a:bodyPr lIns="117093" tIns="58543" rIns="117093" bIns="58543" anchor="ctr"/>
          <a:lstStyle>
            <a:lvl1pPr algn="r">
              <a:defRPr sz="1800">
                <a:solidFill>
                  <a:schemeClr val="tx1"/>
                </a:solidFill>
              </a:defRPr>
            </a:lvl1pPr>
          </a:lstStyle>
          <a:p>
            <a:pPr defTabSz="913307"/>
            <a:fld id="{5D762165-7DD1-43A8-AF3E-02B3DB1B40E1}" type="slidenum">
              <a:rPr lang="en-NZ" smtClean="0">
                <a:solidFill>
                  <a:srgbClr val="1A472B"/>
                </a:solidFill>
              </a:rPr>
              <a:pPr defTabSz="913307"/>
              <a:t>‹#›</a:t>
            </a:fld>
            <a:endParaRPr lang="en-NZ">
              <a:solidFill>
                <a:srgbClr val="1A472B"/>
              </a:solidFill>
            </a:endParaRPr>
          </a:p>
        </p:txBody>
      </p:sp>
      <p:sp>
        <p:nvSpPr>
          <p:cNvPr id="12"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876069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31"/>
            <a:ext cx="2844800" cy="365125"/>
          </a:xfrm>
          <a:prstGeom prst="rect">
            <a:avLst/>
          </a:prstGeom>
        </p:spPr>
        <p:txBody>
          <a:bodyPr lIns="117093" tIns="58543" rIns="117093" bIns="58543" anchor="ctr"/>
          <a:lstStyle>
            <a:lvl1pPr algn="r">
              <a:defRPr sz="1800">
                <a:solidFill>
                  <a:schemeClr val="tx1"/>
                </a:solidFill>
              </a:defRPr>
            </a:lvl1pPr>
          </a:lstStyle>
          <a:p>
            <a:pPr defTabSz="913307"/>
            <a:fld id="{5D762165-7DD1-43A8-AF3E-02B3DB1B40E1}" type="slidenum">
              <a:rPr lang="en-NZ" smtClean="0">
                <a:solidFill>
                  <a:srgbClr val="1A472B"/>
                </a:solidFill>
              </a:rPr>
              <a:pPr defTabSz="913307"/>
              <a:t>‹#›</a:t>
            </a:fld>
            <a:endParaRPr lang="en-NZ">
              <a:solidFill>
                <a:srgbClr val="1A472B"/>
              </a:solidFill>
            </a:endParaRPr>
          </a:p>
        </p:txBody>
      </p:sp>
      <p:sp>
        <p:nvSpPr>
          <p:cNvPr id="12"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spTree>
    <p:extLst>
      <p:ext uri="{BB962C8B-B14F-4D97-AF65-F5344CB8AC3E}">
        <p14:creationId xmlns:p14="http://schemas.microsoft.com/office/powerpoint/2010/main" val="309260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Tertiary values 1">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31"/>
            <a:ext cx="2844800" cy="365125"/>
          </a:xfrm>
          <a:prstGeom prst="rect">
            <a:avLst/>
          </a:prstGeom>
        </p:spPr>
        <p:txBody>
          <a:bodyPr lIns="117093" tIns="58543" rIns="117093" bIns="58543" anchor="ctr"/>
          <a:lstStyle>
            <a:lvl1pPr algn="r">
              <a:defRPr sz="1800">
                <a:solidFill>
                  <a:schemeClr val="tx1"/>
                </a:solidFill>
              </a:defRPr>
            </a:lvl1pPr>
          </a:lstStyle>
          <a:p>
            <a:pPr defTabSz="913307"/>
            <a:fld id="{5D762165-7DD1-43A8-AF3E-02B3DB1B40E1}" type="slidenum">
              <a:rPr lang="en-NZ" smtClean="0">
                <a:solidFill>
                  <a:srgbClr val="1A472B"/>
                </a:solidFill>
              </a:rPr>
              <a:pPr defTabSz="913307"/>
              <a:t>‹#›</a:t>
            </a:fld>
            <a:endParaRPr lang="en-NZ">
              <a:solidFill>
                <a:srgbClr val="1A472B"/>
              </a:solidFill>
            </a:endParaRPr>
          </a:p>
        </p:txBody>
      </p:sp>
      <p:sp>
        <p:nvSpPr>
          <p:cNvPr id="12"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spTree>
    <p:extLst>
      <p:ext uri="{BB962C8B-B14F-4D97-AF65-F5344CB8AC3E}">
        <p14:creationId xmlns:p14="http://schemas.microsoft.com/office/powerpoint/2010/main" val="445814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Tertiary values 2">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31"/>
            <a:ext cx="2844800" cy="365125"/>
          </a:xfrm>
          <a:prstGeom prst="rect">
            <a:avLst/>
          </a:prstGeom>
        </p:spPr>
        <p:txBody>
          <a:bodyPr lIns="117093" tIns="58543" rIns="117093" bIns="58543" anchor="ctr"/>
          <a:lstStyle>
            <a:lvl1pPr algn="r">
              <a:defRPr sz="1800">
                <a:solidFill>
                  <a:schemeClr val="tx1"/>
                </a:solidFill>
              </a:defRPr>
            </a:lvl1pPr>
          </a:lstStyle>
          <a:p>
            <a:pPr defTabSz="913307"/>
            <a:fld id="{5D762165-7DD1-43A8-AF3E-02B3DB1B40E1}" type="slidenum">
              <a:rPr lang="en-NZ" smtClean="0">
                <a:solidFill>
                  <a:srgbClr val="1A472B"/>
                </a:solidFill>
              </a:rPr>
              <a:pPr defTabSz="913307"/>
              <a:t>‹#›</a:t>
            </a:fld>
            <a:endParaRPr lang="en-NZ">
              <a:solidFill>
                <a:srgbClr val="1A472B"/>
              </a:solidFill>
            </a:endParaRPr>
          </a:p>
        </p:txBody>
      </p:sp>
      <p:sp>
        <p:nvSpPr>
          <p:cNvPr id="12"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spTree>
    <p:extLst>
      <p:ext uri="{BB962C8B-B14F-4D97-AF65-F5344CB8AC3E}">
        <p14:creationId xmlns:p14="http://schemas.microsoft.com/office/powerpoint/2010/main" val="601891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Tertiary values 3">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31"/>
            <a:ext cx="2844800" cy="365125"/>
          </a:xfrm>
          <a:prstGeom prst="rect">
            <a:avLst/>
          </a:prstGeom>
        </p:spPr>
        <p:txBody>
          <a:bodyPr lIns="117093" tIns="58543" rIns="117093" bIns="58543" anchor="ctr"/>
          <a:lstStyle>
            <a:lvl1pPr algn="r">
              <a:defRPr sz="1800">
                <a:solidFill>
                  <a:schemeClr val="tx1"/>
                </a:solidFill>
              </a:defRPr>
            </a:lvl1pPr>
          </a:lstStyle>
          <a:p>
            <a:pPr defTabSz="913307"/>
            <a:fld id="{5D762165-7DD1-43A8-AF3E-02B3DB1B40E1}" type="slidenum">
              <a:rPr lang="en-NZ" smtClean="0">
                <a:solidFill>
                  <a:srgbClr val="1A472B"/>
                </a:solidFill>
              </a:rPr>
              <a:pPr defTabSz="913307"/>
              <a:t>‹#›</a:t>
            </a:fld>
            <a:endParaRPr lang="en-NZ">
              <a:solidFill>
                <a:srgbClr val="1A472B"/>
              </a:solidFill>
            </a:endParaRPr>
          </a:p>
        </p:txBody>
      </p:sp>
      <p:sp>
        <p:nvSpPr>
          <p:cNvPr id="12"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spTree>
    <p:extLst>
      <p:ext uri="{BB962C8B-B14F-4D97-AF65-F5344CB8AC3E}">
        <p14:creationId xmlns:p14="http://schemas.microsoft.com/office/powerpoint/2010/main" val="2408168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Tertiary values 4">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31"/>
            <a:ext cx="2844800" cy="365125"/>
          </a:xfrm>
          <a:prstGeom prst="rect">
            <a:avLst/>
          </a:prstGeom>
        </p:spPr>
        <p:txBody>
          <a:bodyPr lIns="117093" tIns="58543" rIns="117093" bIns="58543" anchor="ctr"/>
          <a:lstStyle>
            <a:lvl1pPr algn="r">
              <a:defRPr sz="1800">
                <a:solidFill>
                  <a:schemeClr val="tx1"/>
                </a:solidFill>
              </a:defRPr>
            </a:lvl1pPr>
          </a:lstStyle>
          <a:p>
            <a:pPr defTabSz="913307"/>
            <a:fld id="{5D762165-7DD1-43A8-AF3E-02B3DB1B40E1}" type="slidenum">
              <a:rPr lang="en-NZ" smtClean="0">
                <a:solidFill>
                  <a:srgbClr val="1A472B"/>
                </a:solidFill>
              </a:rPr>
              <a:pPr defTabSz="913307"/>
              <a:t>‹#›</a:t>
            </a:fld>
            <a:endParaRPr lang="en-NZ">
              <a:solidFill>
                <a:srgbClr val="1A472B"/>
              </a:solidFill>
            </a:endParaRPr>
          </a:p>
        </p:txBody>
      </p:sp>
      <p:sp>
        <p:nvSpPr>
          <p:cNvPr id="12"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spTree>
    <p:extLst>
      <p:ext uri="{BB962C8B-B14F-4D97-AF65-F5344CB8AC3E}">
        <p14:creationId xmlns:p14="http://schemas.microsoft.com/office/powerpoint/2010/main" val="3478290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Tertiary values 5">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31"/>
            <a:ext cx="2844800" cy="365125"/>
          </a:xfrm>
          <a:prstGeom prst="rect">
            <a:avLst/>
          </a:prstGeom>
        </p:spPr>
        <p:txBody>
          <a:bodyPr lIns="117093" tIns="58543" rIns="117093" bIns="58543" anchor="ctr"/>
          <a:lstStyle>
            <a:lvl1pPr algn="r">
              <a:defRPr sz="1800">
                <a:solidFill>
                  <a:schemeClr val="tx1"/>
                </a:solidFill>
              </a:defRPr>
            </a:lvl1pPr>
          </a:lstStyle>
          <a:p>
            <a:pPr defTabSz="913307"/>
            <a:fld id="{5D762165-7DD1-43A8-AF3E-02B3DB1B40E1}" type="slidenum">
              <a:rPr lang="en-NZ" smtClean="0">
                <a:solidFill>
                  <a:srgbClr val="1A472B"/>
                </a:solidFill>
              </a:rPr>
              <a:pPr defTabSz="913307"/>
              <a:t>‹#›</a:t>
            </a:fld>
            <a:endParaRPr lang="en-NZ">
              <a:solidFill>
                <a:srgbClr val="1A472B"/>
              </a:solidFill>
            </a:endParaRPr>
          </a:p>
        </p:txBody>
      </p:sp>
      <p:sp>
        <p:nvSpPr>
          <p:cNvPr id="12"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spTree>
    <p:extLst>
      <p:ext uri="{BB962C8B-B14F-4D97-AF65-F5344CB8AC3E}">
        <p14:creationId xmlns:p14="http://schemas.microsoft.com/office/powerpoint/2010/main" val="110892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Tertiary with photos">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093" tIns="58543" rIns="117093" bIns="58543"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6" y="1388265"/>
            <a:ext cx="5879253" cy="4654594"/>
          </a:xfrm>
          <a:prstGeom prst="rect">
            <a:avLst/>
          </a:prstGeom>
        </p:spPr>
        <p:txBody>
          <a:bodyPr vert="horz" lIns="117093" tIns="58543" rIns="117093" bIns="58543" rtlCol="0">
            <a:normAutofit/>
          </a:bodyPr>
          <a:lstStyle>
            <a:lvl1pPr marL="0" marR="0" indent="0" algn="l" defTabSz="702483" rtl="0" eaLnBrk="1" fontAlgn="auto" latinLnBrk="0" hangingPunct="1">
              <a:lnSpc>
                <a:spcPct val="130000"/>
              </a:lnSpc>
              <a:spcBef>
                <a:spcPct val="0"/>
              </a:spcBef>
              <a:spcAft>
                <a:spcPts val="0"/>
              </a:spcAft>
              <a:buClrTx/>
              <a:buSzTx/>
              <a:buFont typeface="Arial"/>
              <a:buNone/>
              <a:tabLst/>
              <a:defRPr lang="en-AU" sz="3700" smtClean="0">
                <a:effectLst/>
              </a:defRPr>
            </a:lvl1pPr>
            <a:lvl2pPr marL="0" indent="0">
              <a:lnSpc>
                <a:spcPct val="120000"/>
              </a:lnSpc>
              <a:buFont typeface="Arial"/>
              <a:buNone/>
              <a:tabLst/>
              <a:defRPr sz="3500">
                <a:solidFill>
                  <a:schemeClr val="tx2"/>
                </a:solidFill>
                <a:latin typeface="+mn-lt"/>
              </a:defRPr>
            </a:lvl2pPr>
            <a:lvl3pPr marL="439044" indent="-439044">
              <a:lnSpc>
                <a:spcPct val="130000"/>
              </a:lnSpc>
              <a:buFont typeface="Arial"/>
              <a:buChar char="•"/>
              <a:tabLst/>
              <a:defRPr sz="3500" baseline="0">
                <a:solidFill>
                  <a:schemeClr val="tx2"/>
                </a:solidFill>
                <a:latin typeface="+mn-lt"/>
              </a:defRPr>
            </a:lvl3pPr>
            <a:lvl4pPr marL="0" indent="0">
              <a:buFont typeface="Arial"/>
              <a:buNone/>
              <a:defRPr sz="3700">
                <a:solidFill>
                  <a:schemeClr val="bg1"/>
                </a:solidFill>
              </a:defRPr>
            </a:lvl4pPr>
          </a:lstStyle>
          <a:p>
            <a:pPr lvl="0"/>
            <a:r>
              <a:rPr lang="en-AU" dirty="0"/>
              <a:t>Inserting a new slide</a:t>
            </a:r>
          </a:p>
          <a:p>
            <a:pPr lvl="2"/>
            <a:r>
              <a:rPr lang="en-AU" dirty="0"/>
              <a:t>Click the New Slide dropdown on the Home tab</a:t>
            </a:r>
          </a:p>
          <a:p>
            <a:pPr lvl="2"/>
            <a:r>
              <a:rPr lang="en-AU" dirty="0"/>
              <a:t>Select the desired layout</a:t>
            </a:r>
          </a:p>
          <a:p>
            <a:pPr marL="0" marR="0" lvl="0" indent="0" algn="l" defTabSz="702483" rtl="0" eaLnBrk="1" fontAlgn="auto" latinLnBrk="0" hangingPunct="1">
              <a:lnSpc>
                <a:spcPct val="130000"/>
              </a:lnSpc>
              <a:spcBef>
                <a:spcPct val="0"/>
              </a:spcBef>
              <a:spcAft>
                <a:spcPts val="0"/>
              </a:spcAft>
              <a:buClrTx/>
              <a:buSzTx/>
              <a:buFont typeface="Arial"/>
              <a:buNone/>
              <a:tabLst/>
              <a:defRPr/>
            </a:pPr>
            <a:endParaRPr lang="en-AU" sz="1200" dirty="0">
              <a:effectLst/>
              <a:latin typeface="+mn-lt"/>
              <a:ea typeface="ＭＳ 明朝"/>
              <a:cs typeface="Times New Roman"/>
            </a:endParaRPr>
          </a:p>
          <a:p>
            <a:pPr lvl="0"/>
            <a:endParaRPr lang="en-AU" dirty="0"/>
          </a:p>
        </p:txBody>
      </p:sp>
      <p:sp>
        <p:nvSpPr>
          <p:cNvPr id="11" name="Slide Number Placeholder 3"/>
          <p:cNvSpPr>
            <a:spLocks noGrp="1"/>
          </p:cNvSpPr>
          <p:nvPr>
            <p:ph type="sldNum" sz="quarter" idx="12"/>
          </p:nvPr>
        </p:nvSpPr>
        <p:spPr>
          <a:xfrm>
            <a:off x="9123845" y="6342431"/>
            <a:ext cx="2844800" cy="365125"/>
          </a:xfrm>
          <a:prstGeom prst="rect">
            <a:avLst/>
          </a:prstGeom>
        </p:spPr>
        <p:txBody>
          <a:bodyPr lIns="117093" tIns="58543" rIns="117093" bIns="58543" anchor="ctr"/>
          <a:lstStyle>
            <a:lvl1pPr algn="r">
              <a:defRPr sz="1800">
                <a:solidFill>
                  <a:schemeClr val="tx1"/>
                </a:solidFill>
              </a:defRPr>
            </a:lvl1pPr>
          </a:lstStyle>
          <a:p>
            <a:pPr defTabSz="913307"/>
            <a:fld id="{5D762165-7DD1-43A8-AF3E-02B3DB1B40E1}" type="slidenum">
              <a:rPr lang="en-NZ" smtClean="0">
                <a:solidFill>
                  <a:srgbClr val="1A472B"/>
                </a:solidFill>
              </a:rPr>
              <a:pPr defTabSz="913307"/>
              <a:t>‹#›</a:t>
            </a:fld>
            <a:endParaRPr lang="en-NZ">
              <a:solidFill>
                <a:srgbClr val="1A472B"/>
              </a:solidFill>
            </a:endParaRPr>
          </a:p>
        </p:txBody>
      </p:sp>
      <p:sp>
        <p:nvSpPr>
          <p:cNvPr id="12"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sp>
        <p:nvSpPr>
          <p:cNvPr id="4" name="Picture Placeholder 3"/>
          <p:cNvSpPr>
            <a:spLocks noGrp="1"/>
          </p:cNvSpPr>
          <p:nvPr>
            <p:ph type="pic" sz="quarter" idx="13"/>
          </p:nvPr>
        </p:nvSpPr>
        <p:spPr>
          <a:xfrm>
            <a:off x="6394192" y="1585596"/>
            <a:ext cx="2683104" cy="1990726"/>
          </a:xfrm>
          <a:prstGeom prst="rect">
            <a:avLst/>
          </a:prstGeom>
        </p:spPr>
        <p:txBody>
          <a:bodyPr vert="horz" lIns="117093" tIns="58543" rIns="117093" bIns="58543"/>
          <a:lstStyle/>
          <a:p>
            <a:r>
              <a:rPr lang="en-US"/>
              <a:t>Click icon to add picture</a:t>
            </a:r>
          </a:p>
        </p:txBody>
      </p:sp>
      <p:sp>
        <p:nvSpPr>
          <p:cNvPr id="13" name="Picture Placeholder 3"/>
          <p:cNvSpPr>
            <a:spLocks noGrp="1"/>
          </p:cNvSpPr>
          <p:nvPr>
            <p:ph type="pic" sz="quarter" idx="14"/>
          </p:nvPr>
        </p:nvSpPr>
        <p:spPr>
          <a:xfrm>
            <a:off x="9320320" y="1585596"/>
            <a:ext cx="2648325" cy="1990726"/>
          </a:xfrm>
          <a:prstGeom prst="rect">
            <a:avLst/>
          </a:prstGeom>
        </p:spPr>
        <p:txBody>
          <a:bodyPr vert="horz" lIns="117093" tIns="58543" rIns="117093" bIns="58543"/>
          <a:lstStyle/>
          <a:p>
            <a:r>
              <a:rPr lang="en-US"/>
              <a:t>Click icon to add picture</a:t>
            </a:r>
          </a:p>
        </p:txBody>
      </p:sp>
      <p:pic>
        <p:nvPicPr>
          <p:cNvPr id="15" name="Picture 14"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701551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Tertiary 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0293" y="173039"/>
            <a:ext cx="8880000" cy="1143000"/>
          </a:xfrm>
          <a:prstGeom prst="rect">
            <a:avLst/>
          </a:prstGeom>
        </p:spPr>
        <p:txBody>
          <a:bodyPr lIns="117093" tIns="58543" rIns="117093" bIns="58543" anchor="ctr"/>
          <a:lstStyle>
            <a:lvl1pPr>
              <a:defRPr/>
            </a:lvl1pPr>
          </a:lstStyle>
          <a:p>
            <a:r>
              <a:rPr lang="en-US"/>
              <a:t>Click to edit Master title style</a:t>
            </a:r>
            <a:endParaRPr lang="en-US" dirty="0"/>
          </a:p>
        </p:txBody>
      </p:sp>
      <p:pic>
        <p:nvPicPr>
          <p:cNvPr id="10" name="Picture 9"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sp>
        <p:nvSpPr>
          <p:cNvPr id="3" name="Text Placeholder 2"/>
          <p:cNvSpPr>
            <a:spLocks noGrp="1"/>
          </p:cNvSpPr>
          <p:nvPr>
            <p:ph type="body" idx="1"/>
          </p:nvPr>
        </p:nvSpPr>
        <p:spPr>
          <a:xfrm>
            <a:off x="379309" y="1535117"/>
            <a:ext cx="5617211" cy="639763"/>
          </a:xfrm>
          <a:prstGeom prst="rect">
            <a:avLst/>
          </a:prstGeom>
        </p:spPr>
        <p:txBody>
          <a:bodyPr lIns="117093" tIns="58543" rIns="117093" bIns="58543" anchor="b"/>
          <a:lstStyle>
            <a:lvl1pPr marL="0" indent="0">
              <a:buNone/>
              <a:defRPr sz="3700" b="1">
                <a:solidFill>
                  <a:schemeClr val="accent1"/>
                </a:solidFill>
              </a:defRPr>
            </a:lvl1pPr>
            <a:lvl2pPr marL="702483" indent="0">
              <a:buNone/>
              <a:defRPr sz="3100" b="1"/>
            </a:lvl2pPr>
            <a:lvl3pPr marL="1404969" indent="0">
              <a:buNone/>
              <a:defRPr sz="2800" b="1"/>
            </a:lvl3pPr>
            <a:lvl4pPr marL="2107453" indent="0">
              <a:buNone/>
              <a:defRPr sz="2600" b="1"/>
            </a:lvl4pPr>
            <a:lvl5pPr marL="2809940" indent="0">
              <a:buNone/>
              <a:defRPr sz="2600" b="1"/>
            </a:lvl5pPr>
            <a:lvl6pPr marL="3512416" indent="0">
              <a:buNone/>
              <a:defRPr sz="2600" b="1"/>
            </a:lvl6pPr>
            <a:lvl7pPr marL="4214925" indent="0">
              <a:buNone/>
              <a:defRPr sz="2600" b="1"/>
            </a:lvl7pPr>
            <a:lvl8pPr marL="4917393" indent="0">
              <a:buNone/>
              <a:defRPr sz="2600" b="1"/>
            </a:lvl8pPr>
            <a:lvl9pPr marL="5619876" indent="0">
              <a:buNone/>
              <a:defRPr sz="2600" b="1"/>
            </a:lvl9pPr>
          </a:lstStyle>
          <a:p>
            <a:pPr lvl="0"/>
            <a:r>
              <a:rPr lang="en-US"/>
              <a:t>Click to edit Master text styles</a:t>
            </a:r>
          </a:p>
        </p:txBody>
      </p:sp>
      <p:sp>
        <p:nvSpPr>
          <p:cNvPr id="4" name="Content Placeholder 3"/>
          <p:cNvSpPr>
            <a:spLocks noGrp="1"/>
          </p:cNvSpPr>
          <p:nvPr>
            <p:ph sz="half" idx="2"/>
          </p:nvPr>
        </p:nvSpPr>
        <p:spPr>
          <a:xfrm>
            <a:off x="379309" y="2174891"/>
            <a:ext cx="5617211" cy="3717925"/>
          </a:xfrm>
          <a:prstGeom prst="rect">
            <a:avLst/>
          </a:prstGeom>
        </p:spPr>
        <p:txBody>
          <a:bodyPr lIns="117093" tIns="58543" rIns="117093" bIns="58543"/>
          <a:lstStyle>
            <a:lvl1pPr>
              <a:defRPr sz="3500" b="0">
                <a:solidFill>
                  <a:srgbClr val="666366"/>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sp>
        <p:nvSpPr>
          <p:cNvPr id="5" name="Text Placeholder 4"/>
          <p:cNvSpPr>
            <a:spLocks noGrp="1"/>
          </p:cNvSpPr>
          <p:nvPr>
            <p:ph type="body" sz="quarter" idx="3"/>
          </p:nvPr>
        </p:nvSpPr>
        <p:spPr>
          <a:xfrm>
            <a:off x="6193426" y="1535117"/>
            <a:ext cx="5619327" cy="639763"/>
          </a:xfrm>
          <a:prstGeom prst="rect">
            <a:avLst/>
          </a:prstGeom>
        </p:spPr>
        <p:txBody>
          <a:bodyPr lIns="117093" tIns="58543" rIns="117093" bIns="58543" anchor="b"/>
          <a:lstStyle>
            <a:lvl1pPr marL="0" indent="0">
              <a:buNone/>
              <a:defRPr sz="3700" b="1">
                <a:solidFill>
                  <a:srgbClr val="009645"/>
                </a:solidFill>
              </a:defRPr>
            </a:lvl1pPr>
            <a:lvl2pPr marL="702483" indent="0">
              <a:buNone/>
              <a:defRPr sz="3100" b="1"/>
            </a:lvl2pPr>
            <a:lvl3pPr marL="1404969" indent="0">
              <a:buNone/>
              <a:defRPr sz="2800" b="1"/>
            </a:lvl3pPr>
            <a:lvl4pPr marL="2107453" indent="0">
              <a:buNone/>
              <a:defRPr sz="2600" b="1"/>
            </a:lvl4pPr>
            <a:lvl5pPr marL="2809940" indent="0">
              <a:buNone/>
              <a:defRPr sz="2600" b="1"/>
            </a:lvl5pPr>
            <a:lvl6pPr marL="3512416" indent="0">
              <a:buNone/>
              <a:defRPr sz="2600" b="1"/>
            </a:lvl6pPr>
            <a:lvl7pPr marL="4214925" indent="0">
              <a:buNone/>
              <a:defRPr sz="2600" b="1"/>
            </a:lvl7pPr>
            <a:lvl8pPr marL="4917393" indent="0">
              <a:buNone/>
              <a:defRPr sz="2600" b="1"/>
            </a:lvl8pPr>
            <a:lvl9pPr marL="5619876" indent="0">
              <a:buNone/>
              <a:defRPr sz="2600" b="1"/>
            </a:lvl9pPr>
          </a:lstStyle>
          <a:p>
            <a:pPr lvl="0"/>
            <a:r>
              <a:rPr lang="en-US"/>
              <a:t>Click to edit Master text styles</a:t>
            </a:r>
          </a:p>
        </p:txBody>
      </p:sp>
      <p:sp>
        <p:nvSpPr>
          <p:cNvPr id="6" name="Content Placeholder 5"/>
          <p:cNvSpPr>
            <a:spLocks noGrp="1"/>
          </p:cNvSpPr>
          <p:nvPr>
            <p:ph sz="quarter" idx="4"/>
          </p:nvPr>
        </p:nvSpPr>
        <p:spPr>
          <a:xfrm>
            <a:off x="6193426" y="2174891"/>
            <a:ext cx="5619327" cy="3717925"/>
          </a:xfrm>
          <a:prstGeom prst="rect">
            <a:avLst/>
          </a:prstGeom>
        </p:spPr>
        <p:txBody>
          <a:bodyPr lIns="117093" tIns="58543" rIns="117093" bIns="58543"/>
          <a:lstStyle>
            <a:lvl1pPr>
              <a:defRPr sz="3500" b="0">
                <a:solidFill>
                  <a:schemeClr val="tx2"/>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pic>
        <p:nvPicPr>
          <p:cNvPr id="12" name="Picture 11"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3" name="Slide Number Placeholder 3"/>
          <p:cNvSpPr>
            <a:spLocks noGrp="1"/>
          </p:cNvSpPr>
          <p:nvPr>
            <p:ph type="sldNum" sz="quarter" idx="12"/>
          </p:nvPr>
        </p:nvSpPr>
        <p:spPr>
          <a:xfrm>
            <a:off x="9123845" y="6342431"/>
            <a:ext cx="2844800" cy="365125"/>
          </a:xfrm>
          <a:prstGeom prst="rect">
            <a:avLst/>
          </a:prstGeom>
        </p:spPr>
        <p:txBody>
          <a:bodyPr lIns="117093" tIns="58543" rIns="117093" bIns="58543" anchor="ctr"/>
          <a:lstStyle>
            <a:lvl1pPr algn="r">
              <a:defRPr sz="1800">
                <a:solidFill>
                  <a:schemeClr val="tx1"/>
                </a:solidFill>
              </a:defRPr>
            </a:lvl1pPr>
          </a:lstStyle>
          <a:p>
            <a:pPr defTabSz="913307"/>
            <a:fld id="{5D762165-7DD1-43A8-AF3E-02B3DB1B40E1}" type="slidenum">
              <a:rPr lang="en-NZ" smtClean="0">
                <a:solidFill>
                  <a:srgbClr val="1A472B"/>
                </a:solidFill>
              </a:rPr>
              <a:pPr defTabSz="913307"/>
              <a:t>‹#›</a:t>
            </a:fld>
            <a:endParaRPr lang="en-NZ">
              <a:solidFill>
                <a:srgbClr val="1A472B"/>
              </a:solidFill>
            </a:endParaRPr>
          </a:p>
        </p:txBody>
      </p:sp>
      <p:sp>
        <p:nvSpPr>
          <p:cNvPr id="14" name="Footer Placeholder 4"/>
          <p:cNvSpPr>
            <a:spLocks noGrp="1"/>
          </p:cNvSpPr>
          <p:nvPr>
            <p:ph type="ftr" sz="quarter" idx="1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pic>
        <p:nvPicPr>
          <p:cNvPr id="16" name="Picture 15"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795749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Tertiary chart">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3" name="Picture 2" descr="Grey_Panel992x662.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30319" y="162561"/>
            <a:ext cx="11748751" cy="5880298"/>
          </a:xfrm>
          <a:prstGeom prst="rect">
            <a:avLst/>
          </a:prstGeom>
        </p:spPr>
      </p:pic>
      <p:sp>
        <p:nvSpPr>
          <p:cNvPr id="11" name="Slide Number Placeholder 3"/>
          <p:cNvSpPr>
            <a:spLocks noGrp="1"/>
          </p:cNvSpPr>
          <p:nvPr>
            <p:ph type="sldNum" sz="quarter" idx="12"/>
          </p:nvPr>
        </p:nvSpPr>
        <p:spPr>
          <a:xfrm>
            <a:off x="9123845" y="6342431"/>
            <a:ext cx="2844800" cy="365125"/>
          </a:xfrm>
          <a:prstGeom prst="rect">
            <a:avLst/>
          </a:prstGeom>
        </p:spPr>
        <p:txBody>
          <a:bodyPr lIns="117093" tIns="58543" rIns="117093" bIns="58543" anchor="ctr"/>
          <a:lstStyle>
            <a:lvl1pPr algn="r">
              <a:defRPr sz="1800">
                <a:solidFill>
                  <a:schemeClr val="tx1"/>
                </a:solidFill>
              </a:defRPr>
            </a:lvl1pPr>
          </a:lstStyle>
          <a:p>
            <a:pPr defTabSz="913307"/>
            <a:fld id="{5D762165-7DD1-43A8-AF3E-02B3DB1B40E1}" type="slidenum">
              <a:rPr lang="en-NZ" smtClean="0">
                <a:solidFill>
                  <a:srgbClr val="1A472B"/>
                </a:solidFill>
              </a:rPr>
              <a:pPr defTabSz="913307"/>
              <a:t>‹#›</a:t>
            </a:fld>
            <a:endParaRPr lang="en-NZ">
              <a:solidFill>
                <a:srgbClr val="1A472B"/>
              </a:solidFill>
            </a:endParaRPr>
          </a:p>
        </p:txBody>
      </p:sp>
      <p:sp>
        <p:nvSpPr>
          <p:cNvPr id="12"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sp>
        <p:nvSpPr>
          <p:cNvPr id="7" name="Chart Placeholder 6"/>
          <p:cNvSpPr>
            <a:spLocks noGrp="1"/>
          </p:cNvSpPr>
          <p:nvPr>
            <p:ph type="chart" sz="quarter" idx="13"/>
          </p:nvPr>
        </p:nvSpPr>
        <p:spPr>
          <a:xfrm>
            <a:off x="230724" y="161931"/>
            <a:ext cx="11747501" cy="5881688"/>
          </a:xfrm>
          <a:prstGeom prst="rect">
            <a:avLst/>
          </a:prstGeom>
        </p:spPr>
        <p:txBody>
          <a:bodyPr vert="horz" lIns="117093" tIns="58543" rIns="117093" bIns="58543"/>
          <a:lstStyle/>
          <a:p>
            <a:r>
              <a:rPr lang="en-US"/>
              <a:t>Click icon to add chart</a:t>
            </a:r>
            <a:endParaRPr lang="en-US" dirty="0"/>
          </a:p>
        </p:txBody>
      </p:sp>
    </p:spTree>
    <p:extLst>
      <p:ext uri="{BB962C8B-B14F-4D97-AF65-F5344CB8AC3E}">
        <p14:creationId xmlns:p14="http://schemas.microsoft.com/office/powerpoint/2010/main" val="46910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2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Tree>
    <p:extLst>
      <p:ext uri="{BB962C8B-B14F-4D97-AF65-F5344CB8AC3E}">
        <p14:creationId xmlns:p14="http://schemas.microsoft.com/office/powerpoint/2010/main" val="2315281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1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6" name="Picture 5"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8511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31"/>
            <a:ext cx="2844800" cy="365125"/>
          </a:xfrm>
          <a:prstGeom prst="rect">
            <a:avLst/>
          </a:prstGeom>
        </p:spPr>
        <p:txBody>
          <a:bodyPr lIns="117093" tIns="58543" rIns="117093" bIns="58543" anchor="ctr"/>
          <a:lstStyle>
            <a:lvl1pPr algn="r">
              <a:defRPr sz="1800">
                <a:solidFill>
                  <a:schemeClr val="bg1"/>
                </a:solidFill>
              </a:defRPr>
            </a:lvl1pPr>
          </a:lstStyle>
          <a:p>
            <a:pPr defTabSz="913307"/>
            <a:fld id="{5D762165-7DD1-43A8-AF3E-02B3DB1B40E1}" type="slidenum">
              <a:rPr lang="en-NZ" smtClean="0">
                <a:solidFill>
                  <a:prstClr val="white"/>
                </a:solidFill>
              </a:rPr>
              <a:pPr defTabSz="913307"/>
              <a:t>‹#›</a:t>
            </a:fld>
            <a:endParaRPr lang="en-NZ">
              <a:solidFill>
                <a:prstClr val="white"/>
              </a:solidFill>
            </a:endParaRPr>
          </a:p>
        </p:txBody>
      </p:sp>
      <p:sp>
        <p:nvSpPr>
          <p:cNvPr id="7"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spTree>
    <p:extLst>
      <p:ext uri="{BB962C8B-B14F-4D97-AF65-F5344CB8AC3E}">
        <p14:creationId xmlns:p14="http://schemas.microsoft.com/office/powerpoint/2010/main" val="2205960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1_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31"/>
            <a:ext cx="2844800" cy="365125"/>
          </a:xfrm>
          <a:prstGeom prst="rect">
            <a:avLst/>
          </a:prstGeom>
        </p:spPr>
        <p:txBody>
          <a:bodyPr lIns="117093" tIns="58543" rIns="117093" bIns="58543" anchor="ctr"/>
          <a:lstStyle>
            <a:lvl1pPr algn="r">
              <a:defRPr sz="1800">
                <a:solidFill>
                  <a:schemeClr val="bg1"/>
                </a:solidFill>
              </a:defRPr>
            </a:lvl1pPr>
          </a:lstStyle>
          <a:p>
            <a:pPr defTabSz="913307"/>
            <a:fld id="{5D762165-7DD1-43A8-AF3E-02B3DB1B40E1}" type="slidenum">
              <a:rPr lang="en-NZ" smtClean="0">
                <a:solidFill>
                  <a:prstClr val="white"/>
                </a:solidFill>
              </a:rPr>
              <a:pPr defTabSz="913307"/>
              <a:t>‹#›</a:t>
            </a:fld>
            <a:endParaRPr lang="en-NZ">
              <a:solidFill>
                <a:prstClr val="white"/>
              </a:solidFill>
            </a:endParaRPr>
          </a:p>
        </p:txBody>
      </p:sp>
      <p:sp>
        <p:nvSpPr>
          <p:cNvPr id="7"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pic>
        <p:nvPicPr>
          <p:cNvPr id="9" name="Picture 8"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218231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type="secHead" preserve="1">
  <p:cSld name="1_Title page">
    <p:spTree>
      <p:nvGrpSpPr>
        <p:cNvPr id="1" name=""/>
        <p:cNvGrpSpPr/>
        <p:nvPr/>
      </p:nvGrpSpPr>
      <p:grpSpPr>
        <a:xfrm>
          <a:off x="0" y="0"/>
          <a:ext cx="0" cy="0"/>
          <a:chOff x="0" y="0"/>
          <a:chExt cx="0" cy="0"/>
        </a:xfrm>
      </p:grpSpPr>
      <p:pic>
        <p:nvPicPr>
          <p:cNvPr id="7" name="Picture 6" descr="GreenEnd992x73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8232" y="176969"/>
            <a:ext cx="11706381" cy="6514036"/>
          </a:xfrm>
          <a:prstGeom prst="rect">
            <a:avLst/>
          </a:prstGeom>
        </p:spPr>
      </p:pic>
      <p:sp>
        <p:nvSpPr>
          <p:cNvPr id="2" name="Title 1"/>
          <p:cNvSpPr>
            <a:spLocks noGrp="1"/>
          </p:cNvSpPr>
          <p:nvPr>
            <p:ph type="title" hasCustomPrompt="1"/>
          </p:nvPr>
        </p:nvSpPr>
        <p:spPr>
          <a:xfrm>
            <a:off x="448311" y="1289055"/>
            <a:ext cx="10363200" cy="673100"/>
          </a:xfrm>
          <a:prstGeom prst="rect">
            <a:avLst/>
          </a:prstGeom>
        </p:spPr>
        <p:txBody>
          <a:bodyPr lIns="117093" tIns="58543" rIns="117093" bIns="58543" anchor="t"/>
          <a:lstStyle>
            <a:lvl1pPr algn="l">
              <a:defRPr sz="5500" b="0" cap="none" baseline="0">
                <a:solidFill>
                  <a:schemeClr val="bg1"/>
                </a:solidFill>
              </a:defRPr>
            </a:lvl1pPr>
          </a:lstStyle>
          <a:p>
            <a:r>
              <a:rPr lang="en-AU" dirty="0"/>
              <a:t>Client brand promise, Calibri 36pt</a:t>
            </a:r>
            <a:endParaRPr lang="en-US" dirty="0"/>
          </a:p>
        </p:txBody>
      </p:sp>
      <p:sp>
        <p:nvSpPr>
          <p:cNvPr id="3" name="Text Placeholder 2"/>
          <p:cNvSpPr>
            <a:spLocks noGrp="1"/>
          </p:cNvSpPr>
          <p:nvPr>
            <p:ph type="body" idx="1" hasCustomPrompt="1"/>
          </p:nvPr>
        </p:nvSpPr>
        <p:spPr>
          <a:xfrm>
            <a:off x="448311" y="4862837"/>
            <a:ext cx="10363200" cy="515620"/>
          </a:xfrm>
          <a:prstGeom prst="rect">
            <a:avLst/>
          </a:prstGeom>
        </p:spPr>
        <p:txBody>
          <a:bodyPr lIns="117093" tIns="58543" rIns="117093" bIns="58543" anchor="b"/>
          <a:lstStyle>
            <a:lvl1pPr marL="0" indent="0">
              <a:buNone/>
              <a:defRPr sz="2800" b="0" baseline="0">
                <a:solidFill>
                  <a:schemeClr val="bg1"/>
                </a:solidFill>
              </a:defRPr>
            </a:lvl1pPr>
            <a:lvl2pPr marL="702483" indent="0">
              <a:buNone/>
              <a:defRPr sz="2800">
                <a:solidFill>
                  <a:schemeClr val="tx1">
                    <a:tint val="75000"/>
                  </a:schemeClr>
                </a:solidFill>
              </a:defRPr>
            </a:lvl2pPr>
            <a:lvl3pPr marL="1404969" indent="0">
              <a:buNone/>
              <a:defRPr sz="2600">
                <a:solidFill>
                  <a:schemeClr val="tx1">
                    <a:tint val="75000"/>
                  </a:schemeClr>
                </a:solidFill>
              </a:defRPr>
            </a:lvl3pPr>
            <a:lvl4pPr marL="2107453" indent="0">
              <a:buNone/>
              <a:defRPr sz="2200">
                <a:solidFill>
                  <a:schemeClr val="tx1">
                    <a:tint val="75000"/>
                  </a:schemeClr>
                </a:solidFill>
              </a:defRPr>
            </a:lvl4pPr>
            <a:lvl5pPr marL="2809940" indent="0">
              <a:buNone/>
              <a:defRPr sz="2200">
                <a:solidFill>
                  <a:schemeClr val="tx1">
                    <a:tint val="75000"/>
                  </a:schemeClr>
                </a:solidFill>
              </a:defRPr>
            </a:lvl5pPr>
            <a:lvl6pPr marL="3512416" indent="0">
              <a:buNone/>
              <a:defRPr sz="2200">
                <a:solidFill>
                  <a:schemeClr val="tx1">
                    <a:tint val="75000"/>
                  </a:schemeClr>
                </a:solidFill>
              </a:defRPr>
            </a:lvl6pPr>
            <a:lvl7pPr marL="4214925" indent="0">
              <a:buNone/>
              <a:defRPr sz="2200">
                <a:solidFill>
                  <a:schemeClr val="tx1">
                    <a:tint val="75000"/>
                  </a:schemeClr>
                </a:solidFill>
              </a:defRPr>
            </a:lvl7pPr>
            <a:lvl8pPr marL="4917393" indent="0">
              <a:buNone/>
              <a:defRPr sz="2200">
                <a:solidFill>
                  <a:schemeClr val="tx1">
                    <a:tint val="75000"/>
                  </a:schemeClr>
                </a:solidFill>
              </a:defRPr>
            </a:lvl8pPr>
            <a:lvl9pPr marL="5619876" indent="0">
              <a:buNone/>
              <a:defRPr sz="2200">
                <a:solidFill>
                  <a:schemeClr val="tx1">
                    <a:tint val="75000"/>
                  </a:schemeClr>
                </a:solidFill>
              </a:defRPr>
            </a:lvl9pPr>
          </a:lstStyle>
          <a:p>
            <a:pPr lvl="0"/>
            <a:r>
              <a:rPr lang="en-AU" dirty="0"/>
              <a:t>Click to add subhead, Calibri 18pt</a:t>
            </a:r>
          </a:p>
        </p:txBody>
      </p:sp>
      <p:sp>
        <p:nvSpPr>
          <p:cNvPr id="6" name="Footer Placeholder 4"/>
          <p:cNvSpPr>
            <a:spLocks noGrp="1"/>
          </p:cNvSpPr>
          <p:nvPr>
            <p:ph type="ftr" sz="quarter" idx="3"/>
          </p:nvPr>
        </p:nvSpPr>
        <p:spPr>
          <a:xfrm>
            <a:off x="230296" y="6356403"/>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spTree>
    <p:extLst>
      <p:ext uri="{BB962C8B-B14F-4D97-AF65-F5344CB8AC3E}">
        <p14:creationId xmlns:p14="http://schemas.microsoft.com/office/powerpoint/2010/main" val="1194913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77"/>
            <a:ext cx="10363200" cy="1470025"/>
          </a:xfrm>
          <a:prstGeom prst="rect">
            <a:avLst/>
          </a:prstGeom>
        </p:spPr>
        <p:txBody>
          <a:bodyPr lIns="117093" tIns="58543" rIns="117093" bIns="58543"/>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lIns="117093" tIns="58543" rIns="117093" bIns="58543"/>
          <a:lstStyle>
            <a:lvl1pPr marL="0" indent="0" algn="ctr">
              <a:buNone/>
              <a:defRPr>
                <a:solidFill>
                  <a:schemeClr val="tx1">
                    <a:tint val="75000"/>
                  </a:schemeClr>
                </a:solidFill>
              </a:defRPr>
            </a:lvl1pPr>
            <a:lvl2pPr marL="702483" indent="0" algn="ctr">
              <a:buNone/>
              <a:defRPr>
                <a:solidFill>
                  <a:schemeClr val="tx1">
                    <a:tint val="75000"/>
                  </a:schemeClr>
                </a:solidFill>
              </a:defRPr>
            </a:lvl2pPr>
            <a:lvl3pPr marL="1404969" indent="0" algn="ctr">
              <a:buNone/>
              <a:defRPr>
                <a:solidFill>
                  <a:schemeClr val="tx1">
                    <a:tint val="75000"/>
                  </a:schemeClr>
                </a:solidFill>
              </a:defRPr>
            </a:lvl3pPr>
            <a:lvl4pPr marL="2107453" indent="0" algn="ctr">
              <a:buNone/>
              <a:defRPr>
                <a:solidFill>
                  <a:schemeClr val="tx1">
                    <a:tint val="75000"/>
                  </a:schemeClr>
                </a:solidFill>
              </a:defRPr>
            </a:lvl4pPr>
            <a:lvl5pPr marL="2809940" indent="0" algn="ctr">
              <a:buNone/>
              <a:defRPr>
                <a:solidFill>
                  <a:schemeClr val="tx1">
                    <a:tint val="75000"/>
                  </a:schemeClr>
                </a:solidFill>
              </a:defRPr>
            </a:lvl5pPr>
            <a:lvl6pPr marL="3512416" indent="0" algn="ctr">
              <a:buNone/>
              <a:defRPr>
                <a:solidFill>
                  <a:schemeClr val="tx1">
                    <a:tint val="75000"/>
                  </a:schemeClr>
                </a:solidFill>
              </a:defRPr>
            </a:lvl6pPr>
            <a:lvl7pPr marL="4214925" indent="0" algn="ctr">
              <a:buNone/>
              <a:defRPr>
                <a:solidFill>
                  <a:schemeClr val="tx1">
                    <a:tint val="75000"/>
                  </a:schemeClr>
                </a:solidFill>
              </a:defRPr>
            </a:lvl7pPr>
            <a:lvl8pPr marL="4917393" indent="0" algn="ctr">
              <a:buNone/>
              <a:defRPr>
                <a:solidFill>
                  <a:schemeClr val="tx1">
                    <a:tint val="75000"/>
                  </a:schemeClr>
                </a:solidFill>
              </a:defRPr>
            </a:lvl8pPr>
            <a:lvl9pPr marL="561987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230293" y="6356403"/>
            <a:ext cx="2844800" cy="365125"/>
          </a:xfrm>
          <a:prstGeom prst="rect">
            <a:avLst/>
          </a:prstGeom>
        </p:spPr>
        <p:txBody>
          <a:bodyPr lIns="117093" tIns="58543" rIns="117093" bIns="58543"/>
          <a:lstStyle/>
          <a:p>
            <a:pPr defTabSz="913307"/>
            <a:fld id="{505B9593-95F5-4191-8057-F1E447DD5737}" type="datetimeFigureOut">
              <a:rPr lang="en-NZ" smtClean="0">
                <a:solidFill>
                  <a:srgbClr val="1A472B"/>
                </a:solidFill>
              </a:rPr>
              <a:pPr defTabSz="913307"/>
              <a:t>16/07/2024</a:t>
            </a:fld>
            <a:endParaRPr lang="en-NZ">
              <a:solidFill>
                <a:srgbClr val="1A472B"/>
              </a:solidFill>
            </a:endParaRPr>
          </a:p>
        </p:txBody>
      </p:sp>
      <p:sp>
        <p:nvSpPr>
          <p:cNvPr id="5" name="Footer Placeholder 4"/>
          <p:cNvSpPr>
            <a:spLocks noGrp="1"/>
          </p:cNvSpPr>
          <p:nvPr>
            <p:ph type="ftr" sz="quarter" idx="11"/>
          </p:nvPr>
        </p:nvSpPr>
        <p:spPr>
          <a:xfrm>
            <a:off x="3075096" y="6356403"/>
            <a:ext cx="5879253" cy="365125"/>
          </a:xfrm>
          <a:prstGeom prst="rect">
            <a:avLst/>
          </a:prstGeom>
        </p:spPr>
        <p:txBody>
          <a:bodyPr lIns="117093" tIns="58543" rIns="117093" bIns="58543"/>
          <a:lstStyle/>
          <a:p>
            <a:pPr defTabSz="913307"/>
            <a:endParaRPr lang="en-NZ">
              <a:solidFill>
                <a:srgbClr val="1A472B"/>
              </a:solidFill>
            </a:endParaRPr>
          </a:p>
        </p:txBody>
      </p:sp>
      <p:sp>
        <p:nvSpPr>
          <p:cNvPr id="6" name="Slide Number Placeholder 5"/>
          <p:cNvSpPr>
            <a:spLocks noGrp="1"/>
          </p:cNvSpPr>
          <p:nvPr>
            <p:ph type="sldNum" sz="quarter" idx="12"/>
          </p:nvPr>
        </p:nvSpPr>
        <p:spPr>
          <a:xfrm>
            <a:off x="9089813" y="6342431"/>
            <a:ext cx="2844800" cy="365125"/>
          </a:xfrm>
          <a:prstGeom prst="rect">
            <a:avLst/>
          </a:prstGeom>
        </p:spPr>
        <p:txBody>
          <a:bodyPr lIns="117093" tIns="58543" rIns="117093" bIns="58543"/>
          <a:lstStyle/>
          <a:p>
            <a:pPr defTabSz="913307"/>
            <a:fld id="{5D762165-7DD1-43A8-AF3E-02B3DB1B40E1}" type="slidenum">
              <a:rPr lang="en-NZ" smtClean="0">
                <a:solidFill>
                  <a:srgbClr val="1A472B"/>
                </a:solidFill>
              </a:rPr>
              <a:pPr defTabSz="913307"/>
              <a:t>‹#›</a:t>
            </a:fld>
            <a:endParaRPr lang="en-NZ">
              <a:solidFill>
                <a:srgbClr val="1A472B"/>
              </a:solidFill>
            </a:endParaRPr>
          </a:p>
        </p:txBody>
      </p:sp>
    </p:spTree>
    <p:extLst>
      <p:ext uri="{BB962C8B-B14F-4D97-AF65-F5344CB8AC3E}">
        <p14:creationId xmlns:p14="http://schemas.microsoft.com/office/powerpoint/2010/main" val="3862751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lIns="117093" tIns="58543" rIns="117093" bIns="58543"/>
          <a:lstStyle/>
          <a:p>
            <a:r>
              <a:rPr lang="en-US"/>
              <a:t>Click to edit Master title style</a:t>
            </a:r>
            <a:endParaRPr lang="en-NZ"/>
          </a:p>
        </p:txBody>
      </p:sp>
      <p:sp>
        <p:nvSpPr>
          <p:cNvPr id="3" name="Content Placeholder 2"/>
          <p:cNvSpPr>
            <a:spLocks noGrp="1"/>
          </p:cNvSpPr>
          <p:nvPr>
            <p:ph idx="1"/>
          </p:nvPr>
        </p:nvSpPr>
        <p:spPr>
          <a:xfrm>
            <a:off x="609600" y="1600206"/>
            <a:ext cx="10972800" cy="4525963"/>
          </a:xfrm>
          <a:prstGeom prst="rect">
            <a:avLst/>
          </a:prstGeom>
        </p:spPr>
        <p:txBody>
          <a:bodyPr lIns="117093" tIns="58543" rIns="117093" bIns="5854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p:cNvSpPr>
            <a:spLocks noGrp="1"/>
          </p:cNvSpPr>
          <p:nvPr>
            <p:ph type="dt" sz="half" idx="10"/>
          </p:nvPr>
        </p:nvSpPr>
        <p:spPr>
          <a:xfrm>
            <a:off x="609600" y="6356402"/>
            <a:ext cx="2844800" cy="365125"/>
          </a:xfrm>
          <a:prstGeom prst="rect">
            <a:avLst/>
          </a:prstGeom>
        </p:spPr>
        <p:txBody>
          <a:bodyPr lIns="117093" tIns="58543" rIns="117093" bIns="58543"/>
          <a:lstStyle/>
          <a:p>
            <a:pPr defTabSz="913307"/>
            <a:fld id="{505B9593-95F5-4191-8057-F1E447DD5737}" type="datetimeFigureOut">
              <a:rPr lang="en-NZ" smtClean="0">
                <a:solidFill>
                  <a:srgbClr val="1A472B"/>
                </a:solidFill>
              </a:rPr>
              <a:pPr defTabSz="913307"/>
              <a:t>16/07/2024</a:t>
            </a:fld>
            <a:endParaRPr lang="en-NZ">
              <a:solidFill>
                <a:srgbClr val="1A472B"/>
              </a:solidFill>
            </a:endParaRPr>
          </a:p>
        </p:txBody>
      </p:sp>
      <p:sp>
        <p:nvSpPr>
          <p:cNvPr id="5" name="Footer Placeholder 4"/>
          <p:cNvSpPr>
            <a:spLocks noGrp="1"/>
          </p:cNvSpPr>
          <p:nvPr>
            <p:ph type="ftr" sz="quarter" idx="11"/>
          </p:nvPr>
        </p:nvSpPr>
        <p:spPr>
          <a:xfrm>
            <a:off x="4165600" y="6356402"/>
            <a:ext cx="3860800" cy="365125"/>
          </a:xfrm>
          <a:prstGeom prst="rect">
            <a:avLst/>
          </a:prstGeom>
        </p:spPr>
        <p:txBody>
          <a:bodyPr lIns="117093" tIns="58543" rIns="117093" bIns="58543"/>
          <a:lstStyle/>
          <a:p>
            <a:pPr defTabSz="913307"/>
            <a:endParaRPr lang="en-NZ">
              <a:solidFill>
                <a:srgbClr val="1A472B"/>
              </a:solidFill>
            </a:endParaRPr>
          </a:p>
        </p:txBody>
      </p:sp>
      <p:sp>
        <p:nvSpPr>
          <p:cNvPr id="6" name="Slide Number Placeholder 5"/>
          <p:cNvSpPr>
            <a:spLocks noGrp="1"/>
          </p:cNvSpPr>
          <p:nvPr>
            <p:ph type="sldNum" sz="quarter" idx="12"/>
          </p:nvPr>
        </p:nvSpPr>
        <p:spPr>
          <a:xfrm>
            <a:off x="8737600" y="6356402"/>
            <a:ext cx="2844800" cy="365125"/>
          </a:xfrm>
          <a:prstGeom prst="rect">
            <a:avLst/>
          </a:prstGeom>
        </p:spPr>
        <p:txBody>
          <a:bodyPr lIns="117093" tIns="58543" rIns="117093" bIns="58543"/>
          <a:lstStyle/>
          <a:p>
            <a:pPr defTabSz="913307"/>
            <a:fld id="{5D762165-7DD1-43A8-AF3E-02B3DB1B40E1}" type="slidenum">
              <a:rPr lang="en-NZ" smtClean="0">
                <a:solidFill>
                  <a:srgbClr val="1A472B"/>
                </a:solidFill>
              </a:rPr>
              <a:pPr defTabSz="913307"/>
              <a:t>‹#›</a:t>
            </a:fld>
            <a:endParaRPr lang="en-NZ">
              <a:solidFill>
                <a:srgbClr val="1A472B"/>
              </a:solidFill>
            </a:endParaRPr>
          </a:p>
        </p:txBody>
      </p:sp>
    </p:spTree>
    <p:extLst>
      <p:ext uri="{BB962C8B-B14F-4D97-AF65-F5344CB8AC3E}">
        <p14:creationId xmlns:p14="http://schemas.microsoft.com/office/powerpoint/2010/main" val="4289905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3.xml><?xml version="1.0" encoding="utf-8"?>
<p:sldLayout xmlns:a="http://schemas.openxmlformats.org/drawingml/2006/main" xmlns:r="http://schemas.openxmlformats.org/officeDocument/2006/relationships" xmlns:p="http://schemas.openxmlformats.org/presentationml/2006/main">
  <p:cSld name="Main content w kowhaiwhai_Print option">
    <p:spTree>
      <p:nvGrpSpPr>
        <p:cNvPr id="1" name=""/>
        <p:cNvGrpSpPr/>
        <p:nvPr/>
      </p:nvGrpSpPr>
      <p:grpSpPr>
        <a:xfrm>
          <a:off x="0" y="0"/>
          <a:ext cx="0" cy="0"/>
          <a:chOff x="0" y="0"/>
          <a:chExt cx="0" cy="0"/>
        </a:xfrm>
      </p:grpSpPr>
      <p:pic>
        <p:nvPicPr>
          <p:cNvPr id="14" name="Picture 13" descr="Footer03_1024x74.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97211"/>
            <a:ext cx="12192000" cy="144860"/>
          </a:xfrm>
          <a:prstGeom prst="rect">
            <a:avLst/>
          </a:prstGeom>
        </p:spPr>
      </p:pic>
      <p:pic>
        <p:nvPicPr>
          <p:cNvPr id="5" name="Picture 4" descr="Logo177x78.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9561784" y="302885"/>
            <a:ext cx="2372829" cy="784241"/>
          </a:xfrm>
          <a:prstGeom prst="rect">
            <a:avLst/>
          </a:prstGeom>
        </p:spPr>
      </p:pic>
      <p:sp>
        <p:nvSpPr>
          <p:cNvPr id="8" name="Title Placeholder 1"/>
          <p:cNvSpPr>
            <a:spLocks noGrp="1"/>
          </p:cNvSpPr>
          <p:nvPr>
            <p:ph type="title" hasCustomPrompt="1"/>
          </p:nvPr>
        </p:nvSpPr>
        <p:spPr>
          <a:xfrm>
            <a:off x="230293" y="173038"/>
            <a:ext cx="8880000" cy="1143000"/>
          </a:xfrm>
          <a:prstGeom prst="rect">
            <a:avLst/>
          </a:prstGeom>
        </p:spPr>
        <p:txBody>
          <a:bodyPr vert="horz" lIns="117093" tIns="58543" rIns="117093" bIns="58543" rtlCol="0" anchor="ctr">
            <a:normAutofit/>
          </a:bodyPr>
          <a:lstStyle>
            <a:lvl1pPr>
              <a:defRPr>
                <a:solidFill>
                  <a:schemeClr val="tx1"/>
                </a:solidFill>
              </a:defRPr>
            </a:lvl1pPr>
          </a:lstStyle>
          <a:p>
            <a:r>
              <a:rPr lang="en-AU" dirty="0"/>
              <a:t>Click to add title - Calibri 36pt</a:t>
            </a:r>
            <a:endParaRPr lang="en-US" dirty="0"/>
          </a:p>
        </p:txBody>
      </p:sp>
      <p:sp>
        <p:nvSpPr>
          <p:cNvPr id="3" name="Text Placeholder 2"/>
          <p:cNvSpPr>
            <a:spLocks noGrp="1"/>
          </p:cNvSpPr>
          <p:nvPr>
            <p:ph type="body" sz="quarter" idx="13" hasCustomPrompt="1"/>
          </p:nvPr>
        </p:nvSpPr>
        <p:spPr>
          <a:xfrm>
            <a:off x="230742" y="1419235"/>
            <a:ext cx="11703049" cy="4702175"/>
          </a:xfrm>
          <a:prstGeom prst="rect">
            <a:avLst/>
          </a:prstGeom>
        </p:spPr>
        <p:txBody>
          <a:bodyPr vert="horz" lIns="117093" tIns="58543" rIns="117093" bIns="58543"/>
          <a:lstStyle>
            <a:lvl1pPr>
              <a:defRPr baseline="0">
                <a:solidFill>
                  <a:schemeClr val="tx1"/>
                </a:solidFill>
              </a:defRPr>
            </a:lvl1pPr>
            <a:lvl2pPr marL="0" indent="0">
              <a:tabLst/>
              <a:defRPr>
                <a:solidFill>
                  <a:schemeClr val="tx1"/>
                </a:solidFill>
              </a:defRPr>
            </a:lvl2pPr>
            <a:lvl3pPr>
              <a:defRPr>
                <a:solidFill>
                  <a:schemeClr val="tx1"/>
                </a:solidFill>
              </a:defRPr>
            </a:lvl3pPr>
            <a:lvl4pPr>
              <a:defRPr>
                <a:solidFill>
                  <a:schemeClr val="tx1"/>
                </a:solidFill>
              </a:defRPr>
            </a:lvl4pPr>
            <a:lvl5pPr marL="2092825" indent="-439044">
              <a:buFont typeface="Arial"/>
              <a:buChar char="•"/>
              <a:defRPr>
                <a:solidFill>
                  <a:schemeClr val="tx1"/>
                </a:solidFill>
              </a:defRPr>
            </a:lvl5pPr>
          </a:lstStyle>
          <a:p>
            <a:pPr lvl="0"/>
            <a:r>
              <a:rPr lang="en-AU" dirty="0"/>
              <a:t>Click to add text. Sub heading – Calibri Bold 24pt</a:t>
            </a:r>
          </a:p>
          <a:p>
            <a:pPr lvl="1"/>
            <a:r>
              <a:rPr lang="en-AU" dirty="0"/>
              <a:t>Second level – Calibri 24pt</a:t>
            </a:r>
          </a:p>
          <a:p>
            <a:pPr lvl="2"/>
            <a:r>
              <a:rPr lang="en-AU" dirty="0"/>
              <a:t>Third level – Calibri Bold 22pt</a:t>
            </a:r>
          </a:p>
          <a:p>
            <a:pPr lvl="3"/>
            <a:r>
              <a:rPr lang="en-AU" dirty="0"/>
              <a:t>Fourth level – Calibri 18pt</a:t>
            </a:r>
          </a:p>
          <a:p>
            <a:pPr lvl="4"/>
            <a:r>
              <a:rPr lang="en-AU" dirty="0"/>
              <a:t>Fifth level – Calibri 16pt</a:t>
            </a:r>
            <a:endParaRPr lang="en-US" dirty="0"/>
          </a:p>
          <a:p>
            <a:pPr lvl="0"/>
            <a:endParaRPr lang="en-US" dirty="0"/>
          </a:p>
        </p:txBody>
      </p:sp>
      <p:sp>
        <p:nvSpPr>
          <p:cNvPr id="9" name="Text Placeholder 8"/>
          <p:cNvSpPr>
            <a:spLocks noGrp="1"/>
          </p:cNvSpPr>
          <p:nvPr>
            <p:ph type="body" sz="quarter" idx="14" hasCustomPrompt="1"/>
          </p:nvPr>
        </p:nvSpPr>
        <p:spPr>
          <a:xfrm>
            <a:off x="230720" y="6342114"/>
            <a:ext cx="4995333" cy="365125"/>
          </a:xfrm>
          <a:prstGeom prst="rect">
            <a:avLst/>
          </a:prstGeom>
        </p:spPr>
        <p:txBody>
          <a:bodyPr vert="horz" lIns="117093" tIns="58543" rIns="117093" bIns="58543" anchor="ctr" anchorCtr="0"/>
          <a:lstStyle>
            <a:lvl1pPr marL="0" marR="0" indent="0" algn="l" defTabSz="702483" rtl="0" eaLnBrk="1" fontAlgn="auto" latinLnBrk="0" hangingPunct="1">
              <a:lnSpc>
                <a:spcPct val="100000"/>
              </a:lnSpc>
              <a:spcBef>
                <a:spcPct val="20000"/>
              </a:spcBef>
              <a:spcAft>
                <a:spcPts val="0"/>
              </a:spcAft>
              <a:buClrTx/>
              <a:buSzTx/>
              <a:buFont typeface="Courier New"/>
              <a:buNone/>
              <a:tabLst/>
              <a:defRPr sz="1800" b="0">
                <a:solidFill>
                  <a:schemeClr val="tx1"/>
                </a:solidFill>
              </a:defRPr>
            </a:lvl1pPr>
          </a:lstStyle>
          <a:p>
            <a:pPr marL="0" marR="0" lvl="0" indent="0" algn="l" defTabSz="702483" rtl="0" eaLnBrk="1" fontAlgn="auto" latinLnBrk="0" hangingPunct="1">
              <a:lnSpc>
                <a:spcPct val="100000"/>
              </a:lnSpc>
              <a:spcBef>
                <a:spcPct val="20000"/>
              </a:spcBef>
              <a:spcAft>
                <a:spcPts val="0"/>
              </a:spcAft>
              <a:buClrTx/>
              <a:buSzTx/>
              <a:buFont typeface="Courier New"/>
              <a:buNone/>
              <a:tabLst/>
              <a:defRPr/>
            </a:pPr>
            <a:r>
              <a:rPr lang="en-US" dirty="0">
                <a:solidFill>
                  <a:srgbClr val="1A472B"/>
                </a:solidFill>
              </a:rPr>
              <a:t>Click to add title in Calibri 12pt</a:t>
            </a:r>
            <a:endParaRPr lang="en-US" dirty="0">
              <a:solidFill>
                <a:schemeClr val="bg2"/>
              </a:solidFill>
            </a:endParaRPr>
          </a:p>
        </p:txBody>
      </p:sp>
      <p:sp>
        <p:nvSpPr>
          <p:cNvPr id="13" name="Text Placeholder 12"/>
          <p:cNvSpPr>
            <a:spLocks noGrp="1"/>
          </p:cNvSpPr>
          <p:nvPr>
            <p:ph type="body" sz="quarter" idx="15" hasCustomPrompt="1"/>
          </p:nvPr>
        </p:nvSpPr>
        <p:spPr>
          <a:xfrm>
            <a:off x="11430902" y="6342114"/>
            <a:ext cx="503767" cy="347663"/>
          </a:xfrm>
          <a:prstGeom prst="rect">
            <a:avLst/>
          </a:prstGeom>
        </p:spPr>
        <p:txBody>
          <a:bodyPr vert="horz" lIns="117093" tIns="58543" rIns="117093" bIns="58543" anchor="ctr" anchorCtr="0"/>
          <a:lstStyle>
            <a:lvl1pPr algn="r">
              <a:defRPr sz="1800">
                <a:solidFill>
                  <a:schemeClr val="tx1"/>
                </a:solidFill>
              </a:defRPr>
            </a:lvl1pPr>
          </a:lstStyle>
          <a:p>
            <a:pPr lvl="0"/>
            <a:fld id="{4D4F556E-231C-B544-9E8A-43AA8493A8CA}" type="slidenum">
              <a:rPr lang="en-US" smtClean="0"/>
              <a:t>‹#›</a:t>
            </a:fld>
            <a:endParaRPr lang="en-US" dirty="0"/>
          </a:p>
        </p:txBody>
      </p:sp>
    </p:spTree>
    <p:extLst>
      <p:ext uri="{BB962C8B-B14F-4D97-AF65-F5344CB8AC3E}">
        <p14:creationId xmlns:p14="http://schemas.microsoft.com/office/powerpoint/2010/main" val="638258705"/>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cSld name="Plain content">
    <p:spTree>
      <p:nvGrpSpPr>
        <p:cNvPr id="1" name=""/>
        <p:cNvGrpSpPr/>
        <p:nvPr/>
      </p:nvGrpSpPr>
      <p:grpSpPr>
        <a:xfrm>
          <a:off x="0" y="0"/>
          <a:ext cx="0" cy="0"/>
          <a:chOff x="0" y="0"/>
          <a:chExt cx="0" cy="0"/>
        </a:xfrm>
      </p:grpSpPr>
      <p:pic>
        <p:nvPicPr>
          <p:cNvPr id="7" name="Picture 6"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1"/>
            <a:ext cx="12192000" cy="660797"/>
          </a:xfrm>
          <a:prstGeom prst="rect">
            <a:avLst/>
          </a:prstGeom>
        </p:spPr>
      </p:pic>
      <p:sp>
        <p:nvSpPr>
          <p:cNvPr id="11" name="Slide Number Placeholder 3"/>
          <p:cNvSpPr>
            <a:spLocks noGrp="1"/>
          </p:cNvSpPr>
          <p:nvPr>
            <p:ph type="sldNum" sz="quarter" idx="12"/>
          </p:nvPr>
        </p:nvSpPr>
        <p:spPr>
          <a:xfrm>
            <a:off x="9123845" y="6342431"/>
            <a:ext cx="2844800" cy="365125"/>
          </a:xfrm>
          <a:prstGeom prst="rect">
            <a:avLst/>
          </a:prstGeom>
        </p:spPr>
        <p:txBody>
          <a:bodyPr lIns="117093" tIns="58543" rIns="117093" bIns="58543" anchor="ctr"/>
          <a:lstStyle>
            <a:lvl1pPr algn="r">
              <a:defRPr sz="1800">
                <a:solidFill>
                  <a:schemeClr val="tx1"/>
                </a:solidFill>
              </a:defRPr>
            </a:lvl1pPr>
          </a:lstStyle>
          <a:p>
            <a:pPr defTabSz="913307"/>
            <a:fld id="{5D762165-7DD1-43A8-AF3E-02B3DB1B40E1}" type="slidenum">
              <a:rPr lang="en-NZ" smtClean="0">
                <a:solidFill>
                  <a:srgbClr val="1A472B"/>
                </a:solidFill>
              </a:rPr>
              <a:pPr defTabSz="913307"/>
              <a:t>‹#›</a:t>
            </a:fld>
            <a:endParaRPr lang="en-NZ">
              <a:solidFill>
                <a:srgbClr val="1A472B"/>
              </a:solidFill>
            </a:endParaRPr>
          </a:p>
        </p:txBody>
      </p:sp>
      <p:sp>
        <p:nvSpPr>
          <p:cNvPr id="12" name="Footer Placeholder 4"/>
          <p:cNvSpPr>
            <a:spLocks noGrp="1"/>
          </p:cNvSpPr>
          <p:nvPr>
            <p:ph type="ftr" sz="quarter" idx="3"/>
          </p:nvPr>
        </p:nvSpPr>
        <p:spPr>
          <a:xfrm>
            <a:off x="230296" y="6356402"/>
            <a:ext cx="5879253" cy="365125"/>
          </a:xfrm>
          <a:prstGeom prst="rect">
            <a:avLst/>
          </a:prstGeom>
        </p:spPr>
        <p:txBody>
          <a:bodyPr vert="horz" lIns="117093" tIns="58543" rIns="117093" bIns="58543" rtlCol="0" anchor="ctr"/>
          <a:lstStyle>
            <a:lvl1pPr algn="l">
              <a:defRPr sz="1800">
                <a:solidFill>
                  <a:schemeClr val="tx1">
                    <a:tint val="75000"/>
                  </a:schemeClr>
                </a:solidFill>
              </a:defRPr>
            </a:lvl1pPr>
          </a:lstStyle>
          <a:p>
            <a:pPr defTabSz="913307"/>
            <a:endParaRPr lang="en-NZ">
              <a:solidFill>
                <a:srgbClr val="1A472B">
                  <a:tint val="75000"/>
                </a:srgbClr>
              </a:solidFill>
            </a:endParaRPr>
          </a:p>
        </p:txBody>
      </p:sp>
      <p:sp>
        <p:nvSpPr>
          <p:cNvPr id="8" name="Title Placeholder 1"/>
          <p:cNvSpPr>
            <a:spLocks noGrp="1"/>
          </p:cNvSpPr>
          <p:nvPr>
            <p:ph type="title" hasCustomPrompt="1"/>
          </p:nvPr>
        </p:nvSpPr>
        <p:spPr>
          <a:xfrm>
            <a:off x="230293" y="173038"/>
            <a:ext cx="8880000" cy="1143000"/>
          </a:xfrm>
          <a:prstGeom prst="rect">
            <a:avLst/>
          </a:prstGeom>
        </p:spPr>
        <p:txBody>
          <a:bodyPr vert="horz" lIns="117093" tIns="58543" rIns="117093" bIns="58543" rtlCol="0" anchor="ctr">
            <a:normAutofit/>
          </a:bodyPr>
          <a:lstStyle>
            <a:lvl1pPr>
              <a:defRPr>
                <a:solidFill>
                  <a:schemeClr val="tx1"/>
                </a:solidFill>
              </a:defRPr>
            </a:lvl1pPr>
          </a:lstStyle>
          <a:p>
            <a:r>
              <a:rPr lang="en-AU" dirty="0"/>
              <a:t>Click to add title - Calibri 36pt</a:t>
            </a:r>
            <a:endParaRPr lang="en-US" dirty="0"/>
          </a:p>
        </p:txBody>
      </p:sp>
      <p:pic>
        <p:nvPicPr>
          <p:cNvPr id="10" name="Picture 9"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773206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5.xml><?xml version="1.0" encoding="utf-8"?>
<p:sldLayout xmlns:a="http://schemas.openxmlformats.org/drawingml/2006/main" xmlns:r="http://schemas.openxmlformats.org/officeDocument/2006/relationships" xmlns:p="http://schemas.openxmlformats.org/presentationml/2006/main">
  <p:cSld name="Logo with no footer for pictur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0293" y="173038"/>
            <a:ext cx="8880000" cy="1143000"/>
          </a:xfrm>
          <a:prstGeom prst="rect">
            <a:avLst/>
          </a:prstGeom>
        </p:spPr>
        <p:txBody>
          <a:bodyPr lIns="117093" tIns="58543" rIns="117093" bIns="58543" anchor="ctr"/>
          <a:lstStyle>
            <a:lvl1pPr>
              <a:defRPr/>
            </a:lvl1pPr>
          </a:lstStyle>
          <a:p>
            <a:r>
              <a:rPr lang="en-AU" dirty="0"/>
              <a:t>Click to add title - Calibri 36pt</a:t>
            </a:r>
            <a:endParaRPr lang="en-US" dirty="0"/>
          </a:p>
        </p:txBody>
      </p:sp>
      <p:pic>
        <p:nvPicPr>
          <p:cNvPr id="4" name="Picture 3" descr="Logo 1024x700.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55225862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userDrawn="1">
  <p:cSld name="Special - Values 4 or section title page">
    <p:spTree>
      <p:nvGrpSpPr>
        <p:cNvPr id="1" name=""/>
        <p:cNvGrpSpPr/>
        <p:nvPr/>
      </p:nvGrpSpPr>
      <p:grpSpPr>
        <a:xfrm>
          <a:off x="0" y="0"/>
          <a:ext cx="0" cy="0"/>
          <a:chOff x="0" y="0"/>
          <a:chExt cx="0" cy="0"/>
        </a:xfrm>
      </p:grpSpPr>
      <p:pic>
        <p:nvPicPr>
          <p:cNvPr id="6" name="Picture 5" descr="Vitality_0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5494" y="135226"/>
            <a:ext cx="11700121" cy="5883508"/>
          </a:xfrm>
          <a:prstGeom prst="rect">
            <a:avLst/>
          </a:prstGeom>
        </p:spPr>
      </p:pic>
      <p:pic>
        <p:nvPicPr>
          <p:cNvPr id="14" name="Picture 13" descr="End04_LogoGreen_992x736.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32919" y="5714374"/>
            <a:ext cx="11692695" cy="965089"/>
          </a:xfrm>
          <a:prstGeom prst="rect">
            <a:avLst/>
          </a:prstGeom>
        </p:spPr>
      </p:pic>
      <p:sp>
        <p:nvSpPr>
          <p:cNvPr id="15" name="Text Placeholder 3"/>
          <p:cNvSpPr>
            <a:spLocks noGrp="1"/>
          </p:cNvSpPr>
          <p:nvPr>
            <p:ph type="body" sz="quarter" idx="10" hasCustomPrompt="1"/>
          </p:nvPr>
        </p:nvSpPr>
        <p:spPr>
          <a:xfrm>
            <a:off x="584201" y="555532"/>
            <a:ext cx="4682067" cy="622300"/>
          </a:xfrm>
          <a:prstGeom prst="rect">
            <a:avLst/>
          </a:prstGeom>
        </p:spPr>
        <p:txBody>
          <a:bodyPr vert="horz" lIns="117093" tIns="58543" rIns="117093" bIns="58543"/>
          <a:lstStyle>
            <a:lvl1pPr>
              <a:defRPr sz="4600" b="0"/>
            </a:lvl1pPr>
          </a:lstStyle>
          <a:p>
            <a:pPr lvl="0"/>
            <a:r>
              <a:rPr lang="en-AU" dirty="0"/>
              <a:t>Vitality</a:t>
            </a:r>
            <a:endParaRPr lang="en-US" dirty="0"/>
          </a:p>
        </p:txBody>
      </p:sp>
      <p:sp>
        <p:nvSpPr>
          <p:cNvPr id="16" name="Text Placeholder 16"/>
          <p:cNvSpPr>
            <a:spLocks noGrp="1"/>
          </p:cNvSpPr>
          <p:nvPr>
            <p:ph type="body" sz="quarter" idx="11" hasCustomPrompt="1"/>
          </p:nvPr>
        </p:nvSpPr>
        <p:spPr>
          <a:xfrm>
            <a:off x="584206" y="1338731"/>
            <a:ext cx="7498601" cy="1727200"/>
          </a:xfrm>
          <a:prstGeom prst="rect">
            <a:avLst/>
          </a:prstGeom>
        </p:spPr>
        <p:txBody>
          <a:bodyPr vert="horz" lIns="117093" tIns="58543" rIns="117093" bIns="58543"/>
          <a:lstStyle>
            <a:lvl1pPr>
              <a:defRPr b="0" baseline="0">
                <a:solidFill>
                  <a:schemeClr val="bg1"/>
                </a:solidFill>
              </a:defRPr>
            </a:lvl1pPr>
          </a:lstStyle>
          <a:p>
            <a:r>
              <a:rPr lang="en-US" sz="3100" dirty="0">
                <a:solidFill>
                  <a:srgbClr val="FFFFFF"/>
                </a:solidFill>
              </a:rPr>
              <a:t>Fresh thinking and action to enable success through new solutions.</a:t>
            </a:r>
          </a:p>
        </p:txBody>
      </p:sp>
    </p:spTree>
    <p:extLst>
      <p:ext uri="{BB962C8B-B14F-4D97-AF65-F5344CB8AC3E}">
        <p14:creationId xmlns:p14="http://schemas.microsoft.com/office/powerpoint/2010/main" val="2794926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7.xml><?xml version="1.0" encoding="utf-8"?>
<p:sldLayout xmlns:a="http://schemas.openxmlformats.org/drawingml/2006/main" xmlns:r="http://schemas.openxmlformats.org/officeDocument/2006/relationships" xmlns:p="http://schemas.openxmlformats.org/presentationml/2006/main" type="secHead" preserve="1">
  <p:cSld name="Title page">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89653" y="130941"/>
            <a:ext cx="11818768" cy="6576572"/>
          </a:xfrm>
          <a:prstGeom prst="rect">
            <a:avLst/>
          </a:prstGeom>
        </p:spPr>
      </p:pic>
      <p:sp>
        <p:nvSpPr>
          <p:cNvPr id="2" name="Title 1"/>
          <p:cNvSpPr>
            <a:spLocks noGrp="1"/>
          </p:cNvSpPr>
          <p:nvPr>
            <p:ph type="title"/>
          </p:nvPr>
        </p:nvSpPr>
        <p:spPr>
          <a:xfrm>
            <a:off x="963085" y="4406909"/>
            <a:ext cx="10363200" cy="1362076"/>
          </a:xfrm>
          <a:prstGeom prst="rect">
            <a:avLst/>
          </a:prstGeom>
        </p:spPr>
        <p:txBody>
          <a:bodyPr lIns="117134" tIns="58566" rIns="117134" bIns="58566" anchor="t"/>
          <a:lstStyle>
            <a:lvl1pPr algn="l">
              <a:defRPr sz="6200" b="1" cap="all"/>
            </a:lvl1pPr>
          </a:lstStyle>
          <a:p>
            <a:r>
              <a:rPr lang="en-US"/>
              <a:t>Click to edit Master title style</a:t>
            </a:r>
            <a:endParaRPr lang="en-US" dirty="0"/>
          </a:p>
        </p:txBody>
      </p:sp>
      <p:sp>
        <p:nvSpPr>
          <p:cNvPr id="3" name="Text Placeholder 2"/>
          <p:cNvSpPr>
            <a:spLocks noGrp="1"/>
          </p:cNvSpPr>
          <p:nvPr>
            <p:ph type="body" idx="1"/>
          </p:nvPr>
        </p:nvSpPr>
        <p:spPr>
          <a:xfrm>
            <a:off x="963085" y="2906713"/>
            <a:ext cx="10363200" cy="1500187"/>
          </a:xfrm>
          <a:prstGeom prst="rect">
            <a:avLst/>
          </a:prstGeom>
        </p:spPr>
        <p:txBody>
          <a:bodyPr lIns="117134" tIns="58566" rIns="117134" bIns="58566" anchor="b"/>
          <a:lstStyle>
            <a:lvl1pPr marL="0" indent="0">
              <a:buNone/>
              <a:defRPr sz="3100">
                <a:solidFill>
                  <a:schemeClr val="bg1"/>
                </a:solidFill>
              </a:defRPr>
            </a:lvl1pPr>
            <a:lvl2pPr marL="702737" indent="0">
              <a:buNone/>
              <a:defRPr sz="2800">
                <a:solidFill>
                  <a:schemeClr val="tx1">
                    <a:tint val="75000"/>
                  </a:schemeClr>
                </a:solidFill>
              </a:defRPr>
            </a:lvl2pPr>
            <a:lvl3pPr marL="1405475" indent="0">
              <a:buNone/>
              <a:defRPr sz="2600">
                <a:solidFill>
                  <a:schemeClr val="tx1">
                    <a:tint val="75000"/>
                  </a:schemeClr>
                </a:solidFill>
              </a:defRPr>
            </a:lvl3pPr>
            <a:lvl4pPr marL="2108212" indent="0">
              <a:buNone/>
              <a:defRPr sz="2200">
                <a:solidFill>
                  <a:schemeClr val="tx1">
                    <a:tint val="75000"/>
                  </a:schemeClr>
                </a:solidFill>
              </a:defRPr>
            </a:lvl4pPr>
            <a:lvl5pPr marL="2810952" indent="0">
              <a:buNone/>
              <a:defRPr sz="2200">
                <a:solidFill>
                  <a:schemeClr val="tx1">
                    <a:tint val="75000"/>
                  </a:schemeClr>
                </a:solidFill>
              </a:defRPr>
            </a:lvl5pPr>
            <a:lvl6pPr marL="3513685" indent="0">
              <a:buNone/>
              <a:defRPr sz="2200">
                <a:solidFill>
                  <a:schemeClr val="tx1">
                    <a:tint val="75000"/>
                  </a:schemeClr>
                </a:solidFill>
              </a:defRPr>
            </a:lvl6pPr>
            <a:lvl7pPr marL="4216438" indent="0">
              <a:buNone/>
              <a:defRPr sz="2200">
                <a:solidFill>
                  <a:schemeClr val="tx1">
                    <a:tint val="75000"/>
                  </a:schemeClr>
                </a:solidFill>
              </a:defRPr>
            </a:lvl7pPr>
            <a:lvl8pPr marL="4919163" indent="0">
              <a:buNone/>
              <a:defRPr sz="2200">
                <a:solidFill>
                  <a:schemeClr val="tx1">
                    <a:tint val="75000"/>
                  </a:schemeClr>
                </a:solidFill>
              </a:defRPr>
            </a:lvl8pPr>
            <a:lvl9pPr marL="5621901" indent="0">
              <a:buNone/>
              <a:defRPr sz="2200">
                <a:solidFill>
                  <a:schemeClr val="tx1">
                    <a:tint val="75000"/>
                  </a:schemeClr>
                </a:solidFill>
              </a:defRPr>
            </a:lvl9pPr>
          </a:lstStyle>
          <a:p>
            <a:pPr lvl="0"/>
            <a:r>
              <a:rPr lang="en-US"/>
              <a:t>Click to edit Master text styles</a:t>
            </a:r>
          </a:p>
        </p:txBody>
      </p:sp>
      <p:sp>
        <p:nvSpPr>
          <p:cNvPr id="9" name="Footer Placeholder 4"/>
          <p:cNvSpPr>
            <a:spLocks noGrp="1"/>
          </p:cNvSpPr>
          <p:nvPr>
            <p:ph type="ftr" sz="quarter" idx="3"/>
          </p:nvPr>
        </p:nvSpPr>
        <p:spPr>
          <a:xfrm>
            <a:off x="6055360" y="6342420"/>
            <a:ext cx="5879253" cy="365125"/>
          </a:xfrm>
          <a:prstGeom prst="rect">
            <a:avLst/>
          </a:prstGeom>
        </p:spPr>
        <p:txBody>
          <a:bodyPr vert="horz" lIns="117134" tIns="58566" rIns="117134" bIns="58566" rtlCol="0" anchor="ctr"/>
          <a:lstStyle>
            <a:lvl1pPr algn="r">
              <a:defRPr sz="1800">
                <a:solidFill>
                  <a:schemeClr val="tx2"/>
                </a:solidFill>
              </a:defRPr>
            </a:lvl1pPr>
          </a:lstStyle>
          <a:p>
            <a:pPr defTabSz="913634"/>
            <a:endParaRPr lang="en-NZ">
              <a:solidFill>
                <a:srgbClr val="666366"/>
              </a:solidFill>
            </a:endParaRPr>
          </a:p>
        </p:txBody>
      </p:sp>
    </p:spTree>
    <p:extLst>
      <p:ext uri="{BB962C8B-B14F-4D97-AF65-F5344CB8AC3E}">
        <p14:creationId xmlns:p14="http://schemas.microsoft.com/office/powerpoint/2010/main" val="63402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pic>
        <p:nvPicPr>
          <p:cNvPr id="6" name="Picture 5"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20"/>
            <a:ext cx="2844800" cy="365125"/>
          </a:xfrm>
          <a:prstGeom prst="rect">
            <a:avLst/>
          </a:prstGeom>
        </p:spPr>
        <p:txBody>
          <a:bodyPr lIns="117134" tIns="58566" rIns="117134" bIns="58566" anchor="ctr"/>
          <a:lstStyle>
            <a:lvl1pPr algn="r">
              <a:defRPr sz="1800">
                <a:solidFill>
                  <a:schemeClr val="tx1"/>
                </a:solidFill>
              </a:defRPr>
            </a:lvl1pPr>
          </a:lstStyle>
          <a:p>
            <a:pPr defTabSz="913634"/>
            <a:fld id="{5D762165-7DD1-43A8-AF3E-02B3DB1B40E1}" type="slidenum">
              <a:rPr lang="en-NZ" smtClean="0">
                <a:solidFill>
                  <a:srgbClr val="1A472B"/>
                </a:solidFill>
              </a:rPr>
              <a:pPr defTabSz="913634"/>
              <a:t>‹#›</a:t>
            </a:fld>
            <a:endParaRPr lang="en-NZ">
              <a:solidFill>
                <a:srgbClr val="1A472B"/>
              </a:solidFill>
            </a:endParaRPr>
          </a:p>
        </p:txBody>
      </p:sp>
      <p:sp>
        <p:nvSpPr>
          <p:cNvPr id="12"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spTree>
    <p:extLst>
      <p:ext uri="{BB962C8B-B14F-4D97-AF65-F5344CB8AC3E}">
        <p14:creationId xmlns:p14="http://schemas.microsoft.com/office/powerpoint/2010/main" val="2229821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p:cSld name="Primary text only">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20"/>
            <a:ext cx="2844800" cy="365125"/>
          </a:xfrm>
          <a:prstGeom prst="rect">
            <a:avLst/>
          </a:prstGeom>
        </p:spPr>
        <p:txBody>
          <a:bodyPr lIns="117134" tIns="58566" rIns="117134" bIns="58566" anchor="ctr"/>
          <a:lstStyle>
            <a:lvl1pPr algn="r">
              <a:defRPr sz="1800">
                <a:solidFill>
                  <a:schemeClr val="bg1"/>
                </a:solidFill>
              </a:defRPr>
            </a:lvl1pPr>
          </a:lstStyle>
          <a:p>
            <a:pPr defTabSz="913634"/>
            <a:fld id="{5D762165-7DD1-43A8-AF3E-02B3DB1B40E1}" type="slidenum">
              <a:rPr lang="en-NZ" smtClean="0">
                <a:solidFill>
                  <a:prstClr val="white"/>
                </a:solidFill>
              </a:rPr>
              <a:pPr defTabSz="913634"/>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134" tIns="58566" rIns="117134" bIns="58566"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sp>
        <p:nvSpPr>
          <p:cNvPr id="2" name="TextBox 1"/>
          <p:cNvSpPr txBox="1"/>
          <p:nvPr/>
        </p:nvSpPr>
        <p:spPr>
          <a:xfrm>
            <a:off x="209813" y="1398341"/>
            <a:ext cx="11704320" cy="4644516"/>
          </a:xfrm>
          <a:prstGeom prst="rect">
            <a:avLst/>
          </a:prstGeom>
          <a:noFill/>
        </p:spPr>
        <p:txBody>
          <a:bodyPr wrap="square" lIns="117134" tIns="58566" rIns="117134" bIns="58566" rtlCol="0">
            <a:normAutofit/>
          </a:bodyPr>
          <a:lstStyle/>
          <a:p>
            <a:pPr defTabSz="913634">
              <a:lnSpc>
                <a:spcPct val="130000"/>
              </a:lnSpc>
            </a:pPr>
            <a:r>
              <a:rPr lang="en-US" sz="3700" b="1" dirty="0">
                <a:solidFill>
                  <a:prstClr val="white"/>
                </a:solidFill>
              </a:rPr>
              <a:t>Click to add subhead 01 – Calibri Bold 24pt</a:t>
            </a:r>
          </a:p>
          <a:p>
            <a:pPr defTabSz="913634">
              <a:lnSpc>
                <a:spcPct val="130000"/>
              </a:lnSpc>
            </a:pPr>
            <a:r>
              <a:rPr lang="en-US" sz="3500" dirty="0">
                <a:solidFill>
                  <a:prstClr val="white"/>
                </a:solidFill>
              </a:rPr>
              <a:t>Click to add body text 01 – Calibri 22pt</a:t>
            </a:r>
          </a:p>
          <a:p>
            <a:pPr defTabSz="702737">
              <a:lnSpc>
                <a:spcPct val="130000"/>
              </a:lnSpc>
              <a:defRPr/>
            </a:pPr>
            <a:r>
              <a:rPr lang="en-US" sz="2800" dirty="0">
                <a:solidFill>
                  <a:prstClr val="white"/>
                </a:solidFill>
              </a:rPr>
              <a:t>Click to add body text 02 – Calibri 18pt</a:t>
            </a:r>
          </a:p>
          <a:p>
            <a:pPr defTabSz="913634">
              <a:lnSpc>
                <a:spcPct val="130000"/>
              </a:lnSpc>
            </a:pPr>
            <a:endParaRPr lang="en-US" sz="3500" dirty="0">
              <a:solidFill>
                <a:prstClr val="white"/>
              </a:solidFill>
            </a:endParaRPr>
          </a:p>
        </p:txBody>
      </p:sp>
      <p:pic>
        <p:nvPicPr>
          <p:cNvPr id="9" name="Picture 8"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904435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p:cSld name="Primary bulleted text">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20"/>
            <a:ext cx="2844800" cy="365125"/>
          </a:xfrm>
          <a:prstGeom prst="rect">
            <a:avLst/>
          </a:prstGeom>
        </p:spPr>
        <p:txBody>
          <a:bodyPr lIns="117134" tIns="58566" rIns="117134" bIns="58566" anchor="ctr"/>
          <a:lstStyle>
            <a:lvl1pPr algn="r">
              <a:defRPr sz="1800">
                <a:solidFill>
                  <a:schemeClr val="bg1"/>
                </a:solidFill>
              </a:defRPr>
            </a:lvl1pPr>
          </a:lstStyle>
          <a:p>
            <a:pPr defTabSz="913634"/>
            <a:fld id="{5D762165-7DD1-43A8-AF3E-02B3DB1B40E1}" type="slidenum">
              <a:rPr lang="en-NZ" smtClean="0">
                <a:solidFill>
                  <a:prstClr val="white"/>
                </a:solidFill>
              </a:rPr>
              <a:pPr defTabSz="913634"/>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134" tIns="58566" rIns="117134" bIns="58566"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134" tIns="58566" rIns="117134" bIns="58566" rtlCol="0">
            <a:normAutofit/>
          </a:bodyPr>
          <a:lstStyle>
            <a:lvl1pPr marL="0" indent="0">
              <a:lnSpc>
                <a:spcPct val="120000"/>
              </a:lnSpc>
              <a:buFont typeface="Arial"/>
              <a:buNone/>
              <a:defRPr sz="3700" b="1">
                <a:solidFill>
                  <a:schemeClr val="bg1"/>
                </a:solidFill>
                <a:latin typeface="+mn-lt"/>
              </a:defRPr>
            </a:lvl1pPr>
            <a:lvl2pPr marL="829618" indent="-439204">
              <a:lnSpc>
                <a:spcPct val="120000"/>
              </a:lnSpc>
              <a:buFont typeface="Arial"/>
              <a:buChar char="•"/>
              <a:defRPr sz="3500">
                <a:solidFill>
                  <a:schemeClr val="bg1"/>
                </a:solidFill>
                <a:latin typeface="+mn-lt"/>
              </a:defRPr>
            </a:lvl2pPr>
            <a:lvl3pPr marL="1791004" indent="-527055">
              <a:lnSpc>
                <a:spcPct val="120000"/>
              </a:lnSpc>
              <a:buFont typeface="Arial"/>
              <a:buChar char="•"/>
              <a:defRPr sz="2800">
                <a:solidFill>
                  <a:schemeClr val="bg1"/>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093605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p:cSld name="Secondary full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8" name="Picture 7" descr="Footer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20"/>
            <a:ext cx="2844800" cy="365125"/>
          </a:xfrm>
          <a:prstGeom prst="rect">
            <a:avLst/>
          </a:prstGeom>
        </p:spPr>
        <p:txBody>
          <a:bodyPr lIns="117134" tIns="58566" rIns="117134" bIns="58566" anchor="ctr"/>
          <a:lstStyle>
            <a:lvl1pPr algn="r">
              <a:defRPr sz="1800">
                <a:solidFill>
                  <a:schemeClr val="bg1"/>
                </a:solidFill>
              </a:defRPr>
            </a:lvl1pPr>
          </a:lstStyle>
          <a:p>
            <a:pPr defTabSz="913634"/>
            <a:fld id="{5D762165-7DD1-43A8-AF3E-02B3DB1B40E1}" type="slidenum">
              <a:rPr lang="en-NZ" smtClean="0">
                <a:solidFill>
                  <a:prstClr val="white"/>
                </a:solidFill>
              </a:rPr>
              <a:pPr defTabSz="913634"/>
              <a:t>‹#›</a:t>
            </a:fld>
            <a:endParaRPr lang="en-NZ">
              <a:solidFill>
                <a:prstClr val="white"/>
              </a:solidFill>
            </a:endParaRPr>
          </a:p>
        </p:txBody>
      </p:sp>
      <p:sp>
        <p:nvSpPr>
          <p:cNvPr id="6" name="Title Placeholder 1"/>
          <p:cNvSpPr>
            <a:spLocks noGrp="1"/>
          </p:cNvSpPr>
          <p:nvPr>
            <p:ph type="title"/>
          </p:nvPr>
        </p:nvSpPr>
        <p:spPr>
          <a:xfrm>
            <a:off x="230293" y="173039"/>
            <a:ext cx="8880000" cy="1143000"/>
          </a:xfrm>
          <a:prstGeom prst="rect">
            <a:avLst/>
          </a:prstGeom>
        </p:spPr>
        <p:txBody>
          <a:bodyPr vert="horz" lIns="117134" tIns="58566" rIns="117134" bIns="58566" rtlCol="0" anchor="ctr">
            <a:normAutofit/>
          </a:bodyPr>
          <a:lstStyle/>
          <a:p>
            <a:r>
              <a:rPr lang="en-US"/>
              <a:t>Click to edit Master title style</a:t>
            </a:r>
            <a:endParaRPr lang="en-US" dirty="0"/>
          </a:p>
        </p:txBody>
      </p:sp>
      <p:sp>
        <p:nvSpPr>
          <p:cNvPr id="7"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134" tIns="58566" rIns="117134" bIns="58566" rtlCol="0">
            <a:normAutofit/>
          </a:bodyPr>
          <a:lstStyle>
            <a:lvl1pPr marL="0" indent="0">
              <a:lnSpc>
                <a:spcPct val="120000"/>
              </a:lnSpc>
              <a:buFont typeface="Arial"/>
              <a:buNone/>
              <a:defRPr sz="3700" b="1">
                <a:solidFill>
                  <a:schemeClr val="tx2"/>
                </a:solidFill>
                <a:latin typeface="+mn-lt"/>
              </a:defRPr>
            </a:lvl1pPr>
            <a:lvl2pPr marL="829618" indent="-439204">
              <a:lnSpc>
                <a:spcPct val="120000"/>
              </a:lnSpc>
              <a:buFont typeface="Arial"/>
              <a:buChar char="•"/>
              <a:defRPr sz="3500">
                <a:solidFill>
                  <a:schemeClr val="tx2"/>
                </a:solidFill>
                <a:latin typeface="+mn-lt"/>
              </a:defRPr>
            </a:lvl2pPr>
            <a:lvl3pPr marL="1791004" indent="-527055">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076983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p:cSld name="Secondary half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134" tIns="58566" rIns="117134" bIns="58566"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134" tIns="58566" rIns="117134" bIns="58566" rtlCol="0">
            <a:normAutofit/>
          </a:bodyPr>
          <a:lstStyle>
            <a:lvl1pPr marL="0" indent="0">
              <a:lnSpc>
                <a:spcPct val="120000"/>
              </a:lnSpc>
              <a:buFont typeface="Arial"/>
              <a:buNone/>
              <a:defRPr sz="3700" b="1">
                <a:solidFill>
                  <a:schemeClr val="tx2"/>
                </a:solidFill>
                <a:latin typeface="+mn-lt"/>
              </a:defRPr>
            </a:lvl1pPr>
            <a:lvl2pPr marL="829618" indent="-439204">
              <a:lnSpc>
                <a:spcPct val="120000"/>
              </a:lnSpc>
              <a:buFont typeface="Arial"/>
              <a:buChar char="•"/>
              <a:defRPr sz="3500">
                <a:solidFill>
                  <a:schemeClr val="tx2"/>
                </a:solidFill>
                <a:latin typeface="+mn-lt"/>
              </a:defRPr>
            </a:lvl2pPr>
            <a:lvl3pPr marL="1791004" indent="-527055">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sp>
        <p:nvSpPr>
          <p:cNvPr id="11" name="Slide Number Placeholder 3"/>
          <p:cNvSpPr>
            <a:spLocks noGrp="1"/>
          </p:cNvSpPr>
          <p:nvPr>
            <p:ph type="sldNum" sz="quarter" idx="12"/>
          </p:nvPr>
        </p:nvSpPr>
        <p:spPr>
          <a:xfrm>
            <a:off x="9123845" y="6342420"/>
            <a:ext cx="2844800" cy="365125"/>
          </a:xfrm>
          <a:prstGeom prst="rect">
            <a:avLst/>
          </a:prstGeom>
        </p:spPr>
        <p:txBody>
          <a:bodyPr lIns="117134" tIns="58566" rIns="117134" bIns="58566" anchor="ctr"/>
          <a:lstStyle>
            <a:lvl1pPr algn="r">
              <a:defRPr sz="1800">
                <a:solidFill>
                  <a:schemeClr val="tx1"/>
                </a:solidFill>
              </a:defRPr>
            </a:lvl1pPr>
          </a:lstStyle>
          <a:p>
            <a:pPr defTabSz="913634"/>
            <a:fld id="{5D762165-7DD1-43A8-AF3E-02B3DB1B40E1}" type="slidenum">
              <a:rPr lang="en-NZ" smtClean="0">
                <a:solidFill>
                  <a:srgbClr val="1A472B"/>
                </a:solidFill>
              </a:rPr>
              <a:pPr defTabSz="913634"/>
              <a:t>‹#›</a:t>
            </a:fld>
            <a:endParaRPr lang="en-NZ">
              <a:solidFill>
                <a:srgbClr val="1A472B"/>
              </a:solidFill>
            </a:endParaRPr>
          </a:p>
        </p:txBody>
      </p:sp>
      <p:sp>
        <p:nvSpPr>
          <p:cNvPr id="12"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4081572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p:cSld name="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20"/>
            <a:ext cx="2844800" cy="365125"/>
          </a:xfrm>
          <a:prstGeom prst="rect">
            <a:avLst/>
          </a:prstGeom>
        </p:spPr>
        <p:txBody>
          <a:bodyPr lIns="117134" tIns="58566" rIns="117134" bIns="58566" anchor="ctr"/>
          <a:lstStyle>
            <a:lvl1pPr algn="r">
              <a:defRPr sz="1800">
                <a:solidFill>
                  <a:schemeClr val="tx1"/>
                </a:solidFill>
              </a:defRPr>
            </a:lvl1pPr>
          </a:lstStyle>
          <a:p>
            <a:pPr defTabSz="913634"/>
            <a:fld id="{5D762165-7DD1-43A8-AF3E-02B3DB1B40E1}" type="slidenum">
              <a:rPr lang="en-NZ" smtClean="0">
                <a:solidFill>
                  <a:srgbClr val="1A472B"/>
                </a:solidFill>
              </a:rPr>
              <a:pPr defTabSz="913634"/>
              <a:t>‹#›</a:t>
            </a:fld>
            <a:endParaRPr lang="en-NZ">
              <a:solidFill>
                <a:srgbClr val="1A472B"/>
              </a:solidFill>
            </a:endParaRPr>
          </a:p>
        </p:txBody>
      </p:sp>
      <p:sp>
        <p:nvSpPr>
          <p:cNvPr id="12"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spTree>
    <p:extLst>
      <p:ext uri="{BB962C8B-B14F-4D97-AF65-F5344CB8AC3E}">
        <p14:creationId xmlns:p14="http://schemas.microsoft.com/office/powerpoint/2010/main" val="151086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p:cSld name="Tertiary values 1">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20"/>
            <a:ext cx="2844800" cy="365125"/>
          </a:xfrm>
          <a:prstGeom prst="rect">
            <a:avLst/>
          </a:prstGeom>
        </p:spPr>
        <p:txBody>
          <a:bodyPr lIns="117134" tIns="58566" rIns="117134" bIns="58566" anchor="ctr"/>
          <a:lstStyle>
            <a:lvl1pPr algn="r">
              <a:defRPr sz="1800">
                <a:solidFill>
                  <a:schemeClr val="tx1"/>
                </a:solidFill>
              </a:defRPr>
            </a:lvl1pPr>
          </a:lstStyle>
          <a:p>
            <a:pPr defTabSz="913634"/>
            <a:fld id="{5D762165-7DD1-43A8-AF3E-02B3DB1B40E1}" type="slidenum">
              <a:rPr lang="en-NZ" smtClean="0">
                <a:solidFill>
                  <a:srgbClr val="1A472B"/>
                </a:solidFill>
              </a:rPr>
              <a:pPr defTabSz="913634"/>
              <a:t>‹#›</a:t>
            </a:fld>
            <a:endParaRPr lang="en-NZ">
              <a:solidFill>
                <a:srgbClr val="1A472B"/>
              </a:solidFill>
            </a:endParaRPr>
          </a:p>
        </p:txBody>
      </p:sp>
      <p:sp>
        <p:nvSpPr>
          <p:cNvPr id="12"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spTree>
    <p:extLst>
      <p:ext uri="{BB962C8B-B14F-4D97-AF65-F5344CB8AC3E}">
        <p14:creationId xmlns:p14="http://schemas.microsoft.com/office/powerpoint/2010/main" val="1837274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p:cSld name="Tertiary values 2">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20"/>
            <a:ext cx="2844800" cy="365125"/>
          </a:xfrm>
          <a:prstGeom prst="rect">
            <a:avLst/>
          </a:prstGeom>
        </p:spPr>
        <p:txBody>
          <a:bodyPr lIns="117134" tIns="58566" rIns="117134" bIns="58566" anchor="ctr"/>
          <a:lstStyle>
            <a:lvl1pPr algn="r">
              <a:defRPr sz="1800">
                <a:solidFill>
                  <a:schemeClr val="tx1"/>
                </a:solidFill>
              </a:defRPr>
            </a:lvl1pPr>
          </a:lstStyle>
          <a:p>
            <a:pPr defTabSz="913634"/>
            <a:fld id="{5D762165-7DD1-43A8-AF3E-02B3DB1B40E1}" type="slidenum">
              <a:rPr lang="en-NZ" smtClean="0">
                <a:solidFill>
                  <a:srgbClr val="1A472B"/>
                </a:solidFill>
              </a:rPr>
              <a:pPr defTabSz="913634"/>
              <a:t>‹#›</a:t>
            </a:fld>
            <a:endParaRPr lang="en-NZ">
              <a:solidFill>
                <a:srgbClr val="1A472B"/>
              </a:solidFill>
            </a:endParaRPr>
          </a:p>
        </p:txBody>
      </p:sp>
      <p:sp>
        <p:nvSpPr>
          <p:cNvPr id="12"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spTree>
    <p:extLst>
      <p:ext uri="{BB962C8B-B14F-4D97-AF65-F5344CB8AC3E}">
        <p14:creationId xmlns:p14="http://schemas.microsoft.com/office/powerpoint/2010/main" val="4272302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p:cSld name="Tertiary values 3">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20"/>
            <a:ext cx="2844800" cy="365125"/>
          </a:xfrm>
          <a:prstGeom prst="rect">
            <a:avLst/>
          </a:prstGeom>
        </p:spPr>
        <p:txBody>
          <a:bodyPr lIns="117134" tIns="58566" rIns="117134" bIns="58566" anchor="ctr"/>
          <a:lstStyle>
            <a:lvl1pPr algn="r">
              <a:defRPr sz="1800">
                <a:solidFill>
                  <a:schemeClr val="tx1"/>
                </a:solidFill>
              </a:defRPr>
            </a:lvl1pPr>
          </a:lstStyle>
          <a:p>
            <a:pPr defTabSz="913634"/>
            <a:fld id="{5D762165-7DD1-43A8-AF3E-02B3DB1B40E1}" type="slidenum">
              <a:rPr lang="en-NZ" smtClean="0">
                <a:solidFill>
                  <a:srgbClr val="1A472B"/>
                </a:solidFill>
              </a:rPr>
              <a:pPr defTabSz="913634"/>
              <a:t>‹#›</a:t>
            </a:fld>
            <a:endParaRPr lang="en-NZ">
              <a:solidFill>
                <a:srgbClr val="1A472B"/>
              </a:solidFill>
            </a:endParaRPr>
          </a:p>
        </p:txBody>
      </p:sp>
      <p:sp>
        <p:nvSpPr>
          <p:cNvPr id="12"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spTree>
    <p:extLst>
      <p:ext uri="{BB962C8B-B14F-4D97-AF65-F5344CB8AC3E}">
        <p14:creationId xmlns:p14="http://schemas.microsoft.com/office/powerpoint/2010/main" val="259993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Tertiary values 4">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20"/>
            <a:ext cx="2844800" cy="365125"/>
          </a:xfrm>
          <a:prstGeom prst="rect">
            <a:avLst/>
          </a:prstGeom>
        </p:spPr>
        <p:txBody>
          <a:bodyPr lIns="117134" tIns="58566" rIns="117134" bIns="58566" anchor="ctr"/>
          <a:lstStyle>
            <a:lvl1pPr algn="r">
              <a:defRPr sz="1800">
                <a:solidFill>
                  <a:schemeClr val="tx1"/>
                </a:solidFill>
              </a:defRPr>
            </a:lvl1pPr>
          </a:lstStyle>
          <a:p>
            <a:pPr defTabSz="913634"/>
            <a:fld id="{5D762165-7DD1-43A8-AF3E-02B3DB1B40E1}" type="slidenum">
              <a:rPr lang="en-NZ" smtClean="0">
                <a:solidFill>
                  <a:srgbClr val="1A472B"/>
                </a:solidFill>
              </a:rPr>
              <a:pPr defTabSz="913634"/>
              <a:t>‹#›</a:t>
            </a:fld>
            <a:endParaRPr lang="en-NZ">
              <a:solidFill>
                <a:srgbClr val="1A472B"/>
              </a:solidFill>
            </a:endParaRPr>
          </a:p>
        </p:txBody>
      </p:sp>
      <p:sp>
        <p:nvSpPr>
          <p:cNvPr id="12"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spTree>
    <p:extLst>
      <p:ext uri="{BB962C8B-B14F-4D97-AF65-F5344CB8AC3E}">
        <p14:creationId xmlns:p14="http://schemas.microsoft.com/office/powerpoint/2010/main" val="249670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Tertiary values 5">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20"/>
            <a:ext cx="2844800" cy="365125"/>
          </a:xfrm>
          <a:prstGeom prst="rect">
            <a:avLst/>
          </a:prstGeom>
        </p:spPr>
        <p:txBody>
          <a:bodyPr lIns="117134" tIns="58566" rIns="117134" bIns="58566" anchor="ctr"/>
          <a:lstStyle>
            <a:lvl1pPr algn="r">
              <a:defRPr sz="1800">
                <a:solidFill>
                  <a:schemeClr val="tx1"/>
                </a:solidFill>
              </a:defRPr>
            </a:lvl1pPr>
          </a:lstStyle>
          <a:p>
            <a:pPr defTabSz="913634"/>
            <a:fld id="{5D762165-7DD1-43A8-AF3E-02B3DB1B40E1}" type="slidenum">
              <a:rPr lang="en-NZ" smtClean="0">
                <a:solidFill>
                  <a:srgbClr val="1A472B"/>
                </a:solidFill>
              </a:rPr>
              <a:pPr defTabSz="913634"/>
              <a:t>‹#›</a:t>
            </a:fld>
            <a:endParaRPr lang="en-NZ">
              <a:solidFill>
                <a:srgbClr val="1A472B"/>
              </a:solidFill>
            </a:endParaRPr>
          </a:p>
        </p:txBody>
      </p:sp>
      <p:sp>
        <p:nvSpPr>
          <p:cNvPr id="12"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spTree>
    <p:extLst>
      <p:ext uri="{BB962C8B-B14F-4D97-AF65-F5344CB8AC3E}">
        <p14:creationId xmlns:p14="http://schemas.microsoft.com/office/powerpoint/2010/main" val="230090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Tertiary with photos">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134" tIns="58566" rIns="117134" bIns="58566"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6" y="1388265"/>
            <a:ext cx="5879253" cy="4654594"/>
          </a:xfrm>
          <a:prstGeom prst="rect">
            <a:avLst/>
          </a:prstGeom>
        </p:spPr>
        <p:txBody>
          <a:bodyPr vert="horz" lIns="117134" tIns="58566" rIns="117134" bIns="58566" rtlCol="0">
            <a:normAutofit/>
          </a:bodyPr>
          <a:lstStyle>
            <a:lvl1pPr marL="0" marR="0" indent="0" algn="l" defTabSz="702737" rtl="0" eaLnBrk="1" fontAlgn="auto" latinLnBrk="0" hangingPunct="1">
              <a:lnSpc>
                <a:spcPct val="130000"/>
              </a:lnSpc>
              <a:spcBef>
                <a:spcPct val="0"/>
              </a:spcBef>
              <a:spcAft>
                <a:spcPts val="0"/>
              </a:spcAft>
              <a:buClrTx/>
              <a:buSzTx/>
              <a:buFont typeface="Arial"/>
              <a:buNone/>
              <a:tabLst/>
              <a:defRPr lang="en-AU" sz="3700" smtClean="0">
                <a:effectLst/>
              </a:defRPr>
            </a:lvl1pPr>
            <a:lvl2pPr marL="0" indent="0">
              <a:lnSpc>
                <a:spcPct val="120000"/>
              </a:lnSpc>
              <a:buFont typeface="Arial"/>
              <a:buNone/>
              <a:tabLst/>
              <a:defRPr sz="3500">
                <a:solidFill>
                  <a:schemeClr val="tx2"/>
                </a:solidFill>
                <a:latin typeface="+mn-lt"/>
              </a:defRPr>
            </a:lvl2pPr>
            <a:lvl3pPr marL="439204" indent="-439204">
              <a:lnSpc>
                <a:spcPct val="130000"/>
              </a:lnSpc>
              <a:buFont typeface="Arial"/>
              <a:buChar char="•"/>
              <a:tabLst/>
              <a:defRPr sz="3500" baseline="0">
                <a:solidFill>
                  <a:schemeClr val="tx2"/>
                </a:solidFill>
                <a:latin typeface="+mn-lt"/>
              </a:defRPr>
            </a:lvl3pPr>
            <a:lvl4pPr marL="0" indent="0">
              <a:buFont typeface="Arial"/>
              <a:buNone/>
              <a:defRPr sz="3700">
                <a:solidFill>
                  <a:schemeClr val="bg1"/>
                </a:solidFill>
              </a:defRPr>
            </a:lvl4pPr>
          </a:lstStyle>
          <a:p>
            <a:pPr lvl="0"/>
            <a:r>
              <a:rPr lang="en-AU" dirty="0"/>
              <a:t>Inserting a new slide</a:t>
            </a:r>
          </a:p>
          <a:p>
            <a:pPr lvl="2"/>
            <a:r>
              <a:rPr lang="en-AU" dirty="0"/>
              <a:t>Click the New Slide dropdown on the Home tab</a:t>
            </a:r>
          </a:p>
          <a:p>
            <a:pPr lvl="2"/>
            <a:r>
              <a:rPr lang="en-AU" dirty="0"/>
              <a:t>Select the desired layout</a:t>
            </a:r>
          </a:p>
          <a:p>
            <a:pPr marL="0" marR="0" lvl="0" indent="0" algn="l" defTabSz="702737" rtl="0" eaLnBrk="1" fontAlgn="auto" latinLnBrk="0" hangingPunct="1">
              <a:lnSpc>
                <a:spcPct val="130000"/>
              </a:lnSpc>
              <a:spcBef>
                <a:spcPct val="0"/>
              </a:spcBef>
              <a:spcAft>
                <a:spcPts val="0"/>
              </a:spcAft>
              <a:buClrTx/>
              <a:buSzTx/>
              <a:buFont typeface="Arial"/>
              <a:buNone/>
              <a:tabLst/>
              <a:defRPr/>
            </a:pPr>
            <a:endParaRPr lang="en-AU" sz="1200" dirty="0">
              <a:effectLst/>
              <a:latin typeface="+mn-lt"/>
              <a:ea typeface="ＭＳ 明朝"/>
              <a:cs typeface="Times New Roman"/>
            </a:endParaRPr>
          </a:p>
          <a:p>
            <a:pPr lvl="0"/>
            <a:endParaRPr lang="en-AU" dirty="0"/>
          </a:p>
        </p:txBody>
      </p:sp>
      <p:sp>
        <p:nvSpPr>
          <p:cNvPr id="11" name="Slide Number Placeholder 3"/>
          <p:cNvSpPr>
            <a:spLocks noGrp="1"/>
          </p:cNvSpPr>
          <p:nvPr>
            <p:ph type="sldNum" sz="quarter" idx="12"/>
          </p:nvPr>
        </p:nvSpPr>
        <p:spPr>
          <a:xfrm>
            <a:off x="9123845" y="6342420"/>
            <a:ext cx="2844800" cy="365125"/>
          </a:xfrm>
          <a:prstGeom prst="rect">
            <a:avLst/>
          </a:prstGeom>
        </p:spPr>
        <p:txBody>
          <a:bodyPr lIns="117134" tIns="58566" rIns="117134" bIns="58566" anchor="ctr"/>
          <a:lstStyle>
            <a:lvl1pPr algn="r">
              <a:defRPr sz="1800">
                <a:solidFill>
                  <a:schemeClr val="tx1"/>
                </a:solidFill>
              </a:defRPr>
            </a:lvl1pPr>
          </a:lstStyle>
          <a:p>
            <a:pPr defTabSz="913634"/>
            <a:fld id="{5D762165-7DD1-43A8-AF3E-02B3DB1B40E1}" type="slidenum">
              <a:rPr lang="en-NZ" smtClean="0">
                <a:solidFill>
                  <a:srgbClr val="1A472B"/>
                </a:solidFill>
              </a:rPr>
              <a:pPr defTabSz="913634"/>
              <a:t>‹#›</a:t>
            </a:fld>
            <a:endParaRPr lang="en-NZ">
              <a:solidFill>
                <a:srgbClr val="1A472B"/>
              </a:solidFill>
            </a:endParaRPr>
          </a:p>
        </p:txBody>
      </p:sp>
      <p:sp>
        <p:nvSpPr>
          <p:cNvPr id="12"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sp>
        <p:nvSpPr>
          <p:cNvPr id="4" name="Picture Placeholder 3"/>
          <p:cNvSpPr>
            <a:spLocks noGrp="1"/>
          </p:cNvSpPr>
          <p:nvPr>
            <p:ph type="pic" sz="quarter" idx="13"/>
          </p:nvPr>
        </p:nvSpPr>
        <p:spPr>
          <a:xfrm>
            <a:off x="6394192" y="1585596"/>
            <a:ext cx="2683104" cy="1990726"/>
          </a:xfrm>
          <a:prstGeom prst="rect">
            <a:avLst/>
          </a:prstGeom>
        </p:spPr>
        <p:txBody>
          <a:bodyPr vert="horz" lIns="117134" tIns="58566" rIns="117134" bIns="58566"/>
          <a:lstStyle/>
          <a:p>
            <a:r>
              <a:rPr lang="en-US"/>
              <a:t>Click icon to add picture</a:t>
            </a:r>
          </a:p>
        </p:txBody>
      </p:sp>
      <p:sp>
        <p:nvSpPr>
          <p:cNvPr id="13" name="Picture Placeholder 3"/>
          <p:cNvSpPr>
            <a:spLocks noGrp="1"/>
          </p:cNvSpPr>
          <p:nvPr>
            <p:ph type="pic" sz="quarter" idx="14"/>
          </p:nvPr>
        </p:nvSpPr>
        <p:spPr>
          <a:xfrm>
            <a:off x="9320320" y="1585596"/>
            <a:ext cx="2648325" cy="1990726"/>
          </a:xfrm>
          <a:prstGeom prst="rect">
            <a:avLst/>
          </a:prstGeom>
        </p:spPr>
        <p:txBody>
          <a:bodyPr vert="horz" lIns="117134" tIns="58566" rIns="117134" bIns="58566"/>
          <a:lstStyle/>
          <a:p>
            <a:r>
              <a:rPr lang="en-US"/>
              <a:t>Click icon to add picture</a:t>
            </a:r>
          </a:p>
        </p:txBody>
      </p:sp>
      <p:pic>
        <p:nvPicPr>
          <p:cNvPr id="15" name="Picture 14"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987475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type="twoTxTwoObj" preserve="1">
  <p:cSld name="Tertiary 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0293" y="173039"/>
            <a:ext cx="8880000" cy="1143000"/>
          </a:xfrm>
          <a:prstGeom prst="rect">
            <a:avLst/>
          </a:prstGeom>
        </p:spPr>
        <p:txBody>
          <a:bodyPr lIns="117134" tIns="58566" rIns="117134" bIns="58566" anchor="ctr"/>
          <a:lstStyle>
            <a:lvl1pPr>
              <a:defRPr/>
            </a:lvl1pPr>
          </a:lstStyle>
          <a:p>
            <a:r>
              <a:rPr lang="en-US"/>
              <a:t>Click to edit Master title style</a:t>
            </a:r>
            <a:endParaRPr lang="en-US" dirty="0"/>
          </a:p>
        </p:txBody>
      </p:sp>
      <p:pic>
        <p:nvPicPr>
          <p:cNvPr id="10" name="Picture 9"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sp>
        <p:nvSpPr>
          <p:cNvPr id="3" name="Text Placeholder 2"/>
          <p:cNvSpPr>
            <a:spLocks noGrp="1"/>
          </p:cNvSpPr>
          <p:nvPr>
            <p:ph type="body" idx="1"/>
          </p:nvPr>
        </p:nvSpPr>
        <p:spPr>
          <a:xfrm>
            <a:off x="379309" y="1535117"/>
            <a:ext cx="5617211" cy="639763"/>
          </a:xfrm>
          <a:prstGeom prst="rect">
            <a:avLst/>
          </a:prstGeom>
        </p:spPr>
        <p:txBody>
          <a:bodyPr lIns="117134" tIns="58566" rIns="117134" bIns="58566" anchor="b"/>
          <a:lstStyle>
            <a:lvl1pPr marL="0" indent="0">
              <a:buNone/>
              <a:defRPr sz="3700" b="1">
                <a:solidFill>
                  <a:schemeClr val="accent1"/>
                </a:solidFill>
              </a:defRPr>
            </a:lvl1pPr>
            <a:lvl2pPr marL="702737" indent="0">
              <a:buNone/>
              <a:defRPr sz="3100" b="1"/>
            </a:lvl2pPr>
            <a:lvl3pPr marL="1405475" indent="0">
              <a:buNone/>
              <a:defRPr sz="2800" b="1"/>
            </a:lvl3pPr>
            <a:lvl4pPr marL="2108212" indent="0">
              <a:buNone/>
              <a:defRPr sz="2600" b="1"/>
            </a:lvl4pPr>
            <a:lvl5pPr marL="2810952" indent="0">
              <a:buNone/>
              <a:defRPr sz="2600" b="1"/>
            </a:lvl5pPr>
            <a:lvl6pPr marL="3513685" indent="0">
              <a:buNone/>
              <a:defRPr sz="2600" b="1"/>
            </a:lvl6pPr>
            <a:lvl7pPr marL="4216438" indent="0">
              <a:buNone/>
              <a:defRPr sz="2600" b="1"/>
            </a:lvl7pPr>
            <a:lvl8pPr marL="4919163" indent="0">
              <a:buNone/>
              <a:defRPr sz="2600" b="1"/>
            </a:lvl8pPr>
            <a:lvl9pPr marL="5621901" indent="0">
              <a:buNone/>
              <a:defRPr sz="2600" b="1"/>
            </a:lvl9pPr>
          </a:lstStyle>
          <a:p>
            <a:pPr lvl="0"/>
            <a:r>
              <a:rPr lang="en-US"/>
              <a:t>Click to edit Master text styles</a:t>
            </a:r>
          </a:p>
        </p:txBody>
      </p:sp>
      <p:sp>
        <p:nvSpPr>
          <p:cNvPr id="4" name="Content Placeholder 3"/>
          <p:cNvSpPr>
            <a:spLocks noGrp="1"/>
          </p:cNvSpPr>
          <p:nvPr>
            <p:ph sz="half" idx="2"/>
          </p:nvPr>
        </p:nvSpPr>
        <p:spPr>
          <a:xfrm>
            <a:off x="379309" y="2174891"/>
            <a:ext cx="5617211" cy="3717925"/>
          </a:xfrm>
          <a:prstGeom prst="rect">
            <a:avLst/>
          </a:prstGeom>
        </p:spPr>
        <p:txBody>
          <a:bodyPr lIns="117134" tIns="58566" rIns="117134" bIns="58566"/>
          <a:lstStyle>
            <a:lvl1pPr>
              <a:defRPr sz="3500" b="0">
                <a:solidFill>
                  <a:srgbClr val="666366"/>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sp>
        <p:nvSpPr>
          <p:cNvPr id="5" name="Text Placeholder 4"/>
          <p:cNvSpPr>
            <a:spLocks noGrp="1"/>
          </p:cNvSpPr>
          <p:nvPr>
            <p:ph type="body" sz="quarter" idx="3"/>
          </p:nvPr>
        </p:nvSpPr>
        <p:spPr>
          <a:xfrm>
            <a:off x="6193414" y="1535117"/>
            <a:ext cx="5619327" cy="639763"/>
          </a:xfrm>
          <a:prstGeom prst="rect">
            <a:avLst/>
          </a:prstGeom>
        </p:spPr>
        <p:txBody>
          <a:bodyPr lIns="117134" tIns="58566" rIns="117134" bIns="58566" anchor="b"/>
          <a:lstStyle>
            <a:lvl1pPr marL="0" indent="0">
              <a:buNone/>
              <a:defRPr sz="3700" b="1">
                <a:solidFill>
                  <a:srgbClr val="009645"/>
                </a:solidFill>
              </a:defRPr>
            </a:lvl1pPr>
            <a:lvl2pPr marL="702737" indent="0">
              <a:buNone/>
              <a:defRPr sz="3100" b="1"/>
            </a:lvl2pPr>
            <a:lvl3pPr marL="1405475" indent="0">
              <a:buNone/>
              <a:defRPr sz="2800" b="1"/>
            </a:lvl3pPr>
            <a:lvl4pPr marL="2108212" indent="0">
              <a:buNone/>
              <a:defRPr sz="2600" b="1"/>
            </a:lvl4pPr>
            <a:lvl5pPr marL="2810952" indent="0">
              <a:buNone/>
              <a:defRPr sz="2600" b="1"/>
            </a:lvl5pPr>
            <a:lvl6pPr marL="3513685" indent="0">
              <a:buNone/>
              <a:defRPr sz="2600" b="1"/>
            </a:lvl6pPr>
            <a:lvl7pPr marL="4216438" indent="0">
              <a:buNone/>
              <a:defRPr sz="2600" b="1"/>
            </a:lvl7pPr>
            <a:lvl8pPr marL="4919163" indent="0">
              <a:buNone/>
              <a:defRPr sz="2600" b="1"/>
            </a:lvl8pPr>
            <a:lvl9pPr marL="5621901" indent="0">
              <a:buNone/>
              <a:defRPr sz="2600" b="1"/>
            </a:lvl9pPr>
          </a:lstStyle>
          <a:p>
            <a:pPr lvl="0"/>
            <a:r>
              <a:rPr lang="en-US"/>
              <a:t>Click to edit Master text styles</a:t>
            </a:r>
          </a:p>
        </p:txBody>
      </p:sp>
      <p:sp>
        <p:nvSpPr>
          <p:cNvPr id="6" name="Content Placeholder 5"/>
          <p:cNvSpPr>
            <a:spLocks noGrp="1"/>
          </p:cNvSpPr>
          <p:nvPr>
            <p:ph sz="quarter" idx="4"/>
          </p:nvPr>
        </p:nvSpPr>
        <p:spPr>
          <a:xfrm>
            <a:off x="6193414" y="2174891"/>
            <a:ext cx="5619327" cy="3717925"/>
          </a:xfrm>
          <a:prstGeom prst="rect">
            <a:avLst/>
          </a:prstGeom>
        </p:spPr>
        <p:txBody>
          <a:bodyPr lIns="117134" tIns="58566" rIns="117134" bIns="58566"/>
          <a:lstStyle>
            <a:lvl1pPr>
              <a:defRPr sz="3500" b="0">
                <a:solidFill>
                  <a:schemeClr val="tx2"/>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pic>
        <p:nvPicPr>
          <p:cNvPr id="12" name="Picture 11"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3" name="Slide Number Placeholder 3"/>
          <p:cNvSpPr>
            <a:spLocks noGrp="1"/>
          </p:cNvSpPr>
          <p:nvPr>
            <p:ph type="sldNum" sz="quarter" idx="12"/>
          </p:nvPr>
        </p:nvSpPr>
        <p:spPr>
          <a:xfrm>
            <a:off x="9123845" y="6342420"/>
            <a:ext cx="2844800" cy="365125"/>
          </a:xfrm>
          <a:prstGeom prst="rect">
            <a:avLst/>
          </a:prstGeom>
        </p:spPr>
        <p:txBody>
          <a:bodyPr lIns="117134" tIns="58566" rIns="117134" bIns="58566" anchor="ctr"/>
          <a:lstStyle>
            <a:lvl1pPr algn="r">
              <a:defRPr sz="1800">
                <a:solidFill>
                  <a:schemeClr val="tx1"/>
                </a:solidFill>
              </a:defRPr>
            </a:lvl1pPr>
          </a:lstStyle>
          <a:p>
            <a:pPr defTabSz="913634"/>
            <a:fld id="{5D762165-7DD1-43A8-AF3E-02B3DB1B40E1}" type="slidenum">
              <a:rPr lang="en-NZ" smtClean="0">
                <a:solidFill>
                  <a:srgbClr val="1A472B"/>
                </a:solidFill>
              </a:rPr>
              <a:pPr defTabSz="913634"/>
              <a:t>‹#›</a:t>
            </a:fld>
            <a:endParaRPr lang="en-NZ">
              <a:solidFill>
                <a:srgbClr val="1A472B"/>
              </a:solidFill>
            </a:endParaRPr>
          </a:p>
        </p:txBody>
      </p:sp>
      <p:sp>
        <p:nvSpPr>
          <p:cNvPr id="14" name="Footer Placeholder 4"/>
          <p:cNvSpPr>
            <a:spLocks noGrp="1"/>
          </p:cNvSpPr>
          <p:nvPr>
            <p:ph type="ftr" sz="quarter" idx="1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pic>
        <p:nvPicPr>
          <p:cNvPr id="16" name="Picture 15"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19611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Tertiary chart">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3" name="Picture 2" descr="Grey_Panel992x662.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30319" y="162561"/>
            <a:ext cx="11748751" cy="5880298"/>
          </a:xfrm>
          <a:prstGeom prst="rect">
            <a:avLst/>
          </a:prstGeom>
        </p:spPr>
      </p:pic>
      <p:sp>
        <p:nvSpPr>
          <p:cNvPr id="11" name="Slide Number Placeholder 3"/>
          <p:cNvSpPr>
            <a:spLocks noGrp="1"/>
          </p:cNvSpPr>
          <p:nvPr>
            <p:ph type="sldNum" sz="quarter" idx="12"/>
          </p:nvPr>
        </p:nvSpPr>
        <p:spPr>
          <a:xfrm>
            <a:off x="9123845" y="6342420"/>
            <a:ext cx="2844800" cy="365125"/>
          </a:xfrm>
          <a:prstGeom prst="rect">
            <a:avLst/>
          </a:prstGeom>
        </p:spPr>
        <p:txBody>
          <a:bodyPr lIns="117134" tIns="58566" rIns="117134" bIns="58566" anchor="ctr"/>
          <a:lstStyle>
            <a:lvl1pPr algn="r">
              <a:defRPr sz="1800">
                <a:solidFill>
                  <a:schemeClr val="tx1"/>
                </a:solidFill>
              </a:defRPr>
            </a:lvl1pPr>
          </a:lstStyle>
          <a:p>
            <a:pPr defTabSz="913634"/>
            <a:fld id="{5D762165-7DD1-43A8-AF3E-02B3DB1B40E1}" type="slidenum">
              <a:rPr lang="en-NZ" smtClean="0">
                <a:solidFill>
                  <a:srgbClr val="1A472B"/>
                </a:solidFill>
              </a:rPr>
              <a:pPr defTabSz="913634"/>
              <a:t>‹#›</a:t>
            </a:fld>
            <a:endParaRPr lang="en-NZ">
              <a:solidFill>
                <a:srgbClr val="1A472B"/>
              </a:solidFill>
            </a:endParaRPr>
          </a:p>
        </p:txBody>
      </p:sp>
      <p:sp>
        <p:nvSpPr>
          <p:cNvPr id="12"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sp>
        <p:nvSpPr>
          <p:cNvPr id="7" name="Chart Placeholder 6"/>
          <p:cNvSpPr>
            <a:spLocks noGrp="1"/>
          </p:cNvSpPr>
          <p:nvPr>
            <p:ph type="chart" sz="quarter" idx="13"/>
          </p:nvPr>
        </p:nvSpPr>
        <p:spPr>
          <a:xfrm>
            <a:off x="230724" y="161931"/>
            <a:ext cx="11747501" cy="5881688"/>
          </a:xfrm>
          <a:prstGeom prst="rect">
            <a:avLst/>
          </a:prstGeom>
        </p:spPr>
        <p:txBody>
          <a:bodyPr vert="horz" lIns="117134" tIns="58566" rIns="117134" bIns="58566"/>
          <a:lstStyle/>
          <a:p>
            <a:r>
              <a:rPr lang="en-US"/>
              <a:t>Click icon to add chart</a:t>
            </a:r>
            <a:endParaRPr lang="en-US" dirty="0"/>
          </a:p>
        </p:txBody>
      </p:sp>
    </p:spTree>
    <p:extLst>
      <p:ext uri="{BB962C8B-B14F-4D97-AF65-F5344CB8AC3E}">
        <p14:creationId xmlns:p14="http://schemas.microsoft.com/office/powerpoint/2010/main" val="570915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2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Tree>
    <p:extLst>
      <p:ext uri="{BB962C8B-B14F-4D97-AF65-F5344CB8AC3E}">
        <p14:creationId xmlns:p14="http://schemas.microsoft.com/office/powerpoint/2010/main" val="3840000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1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6" name="Picture 5"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561764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20"/>
            <a:ext cx="2844800" cy="365125"/>
          </a:xfrm>
          <a:prstGeom prst="rect">
            <a:avLst/>
          </a:prstGeom>
        </p:spPr>
        <p:txBody>
          <a:bodyPr lIns="117134" tIns="58566" rIns="117134" bIns="58566" anchor="ctr"/>
          <a:lstStyle>
            <a:lvl1pPr algn="r">
              <a:defRPr sz="1800">
                <a:solidFill>
                  <a:schemeClr val="bg1"/>
                </a:solidFill>
              </a:defRPr>
            </a:lvl1pPr>
          </a:lstStyle>
          <a:p>
            <a:pPr defTabSz="913634"/>
            <a:fld id="{5D762165-7DD1-43A8-AF3E-02B3DB1B40E1}" type="slidenum">
              <a:rPr lang="en-NZ" smtClean="0">
                <a:solidFill>
                  <a:prstClr val="white"/>
                </a:solidFill>
              </a:rPr>
              <a:pPr defTabSz="913634"/>
              <a:t>‹#›</a:t>
            </a:fld>
            <a:endParaRPr lang="en-NZ">
              <a:solidFill>
                <a:prstClr val="white"/>
              </a:solidFill>
            </a:endParaRPr>
          </a:p>
        </p:txBody>
      </p:sp>
      <p:sp>
        <p:nvSpPr>
          <p:cNvPr id="7"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spTree>
    <p:extLst>
      <p:ext uri="{BB962C8B-B14F-4D97-AF65-F5344CB8AC3E}">
        <p14:creationId xmlns:p14="http://schemas.microsoft.com/office/powerpoint/2010/main" val="377236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p:cSld name="1_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20"/>
            <a:ext cx="2844800" cy="365125"/>
          </a:xfrm>
          <a:prstGeom prst="rect">
            <a:avLst/>
          </a:prstGeom>
        </p:spPr>
        <p:txBody>
          <a:bodyPr lIns="117134" tIns="58566" rIns="117134" bIns="58566" anchor="ctr"/>
          <a:lstStyle>
            <a:lvl1pPr algn="r">
              <a:defRPr sz="1800">
                <a:solidFill>
                  <a:schemeClr val="bg1"/>
                </a:solidFill>
              </a:defRPr>
            </a:lvl1pPr>
          </a:lstStyle>
          <a:p>
            <a:pPr defTabSz="913634"/>
            <a:fld id="{5D762165-7DD1-43A8-AF3E-02B3DB1B40E1}" type="slidenum">
              <a:rPr lang="en-NZ" smtClean="0">
                <a:solidFill>
                  <a:prstClr val="white"/>
                </a:solidFill>
              </a:rPr>
              <a:pPr defTabSz="913634"/>
              <a:t>‹#›</a:t>
            </a:fld>
            <a:endParaRPr lang="en-NZ">
              <a:solidFill>
                <a:prstClr val="white"/>
              </a:solidFill>
            </a:endParaRPr>
          </a:p>
        </p:txBody>
      </p:sp>
      <p:sp>
        <p:nvSpPr>
          <p:cNvPr id="7"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pic>
        <p:nvPicPr>
          <p:cNvPr id="9" name="Picture 8"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825555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type="secHead" preserve="1">
  <p:cSld name="1_Title page">
    <p:spTree>
      <p:nvGrpSpPr>
        <p:cNvPr id="1" name=""/>
        <p:cNvGrpSpPr/>
        <p:nvPr/>
      </p:nvGrpSpPr>
      <p:grpSpPr>
        <a:xfrm>
          <a:off x="0" y="0"/>
          <a:ext cx="0" cy="0"/>
          <a:chOff x="0" y="0"/>
          <a:chExt cx="0" cy="0"/>
        </a:xfrm>
      </p:grpSpPr>
      <p:pic>
        <p:nvPicPr>
          <p:cNvPr id="7" name="Picture 6" descr="GreenEnd992x73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8232" y="176969"/>
            <a:ext cx="11706381" cy="6514036"/>
          </a:xfrm>
          <a:prstGeom prst="rect">
            <a:avLst/>
          </a:prstGeom>
        </p:spPr>
      </p:pic>
      <p:sp>
        <p:nvSpPr>
          <p:cNvPr id="2" name="Title 1"/>
          <p:cNvSpPr>
            <a:spLocks noGrp="1"/>
          </p:cNvSpPr>
          <p:nvPr>
            <p:ph type="title" hasCustomPrompt="1"/>
          </p:nvPr>
        </p:nvSpPr>
        <p:spPr>
          <a:xfrm>
            <a:off x="448311" y="1289055"/>
            <a:ext cx="10363200" cy="673100"/>
          </a:xfrm>
          <a:prstGeom prst="rect">
            <a:avLst/>
          </a:prstGeom>
        </p:spPr>
        <p:txBody>
          <a:bodyPr lIns="117134" tIns="58566" rIns="117134" bIns="58566" anchor="t"/>
          <a:lstStyle>
            <a:lvl1pPr algn="l">
              <a:defRPr sz="5500" b="0" cap="none" baseline="0">
                <a:solidFill>
                  <a:schemeClr val="bg1"/>
                </a:solidFill>
              </a:defRPr>
            </a:lvl1pPr>
          </a:lstStyle>
          <a:p>
            <a:r>
              <a:rPr lang="en-AU" dirty="0"/>
              <a:t>Client brand promise, Calibri 36pt</a:t>
            </a:r>
            <a:endParaRPr lang="en-US" dirty="0"/>
          </a:p>
        </p:txBody>
      </p:sp>
      <p:sp>
        <p:nvSpPr>
          <p:cNvPr id="3" name="Text Placeholder 2"/>
          <p:cNvSpPr>
            <a:spLocks noGrp="1"/>
          </p:cNvSpPr>
          <p:nvPr>
            <p:ph type="body" idx="1" hasCustomPrompt="1"/>
          </p:nvPr>
        </p:nvSpPr>
        <p:spPr>
          <a:xfrm>
            <a:off x="448311" y="4862837"/>
            <a:ext cx="10363200" cy="515620"/>
          </a:xfrm>
          <a:prstGeom prst="rect">
            <a:avLst/>
          </a:prstGeom>
        </p:spPr>
        <p:txBody>
          <a:bodyPr lIns="117134" tIns="58566" rIns="117134" bIns="58566" anchor="b"/>
          <a:lstStyle>
            <a:lvl1pPr marL="0" indent="0">
              <a:buNone/>
              <a:defRPr sz="2800" b="0" baseline="0">
                <a:solidFill>
                  <a:schemeClr val="bg1"/>
                </a:solidFill>
              </a:defRPr>
            </a:lvl1pPr>
            <a:lvl2pPr marL="702737" indent="0">
              <a:buNone/>
              <a:defRPr sz="2800">
                <a:solidFill>
                  <a:schemeClr val="tx1">
                    <a:tint val="75000"/>
                  </a:schemeClr>
                </a:solidFill>
              </a:defRPr>
            </a:lvl2pPr>
            <a:lvl3pPr marL="1405475" indent="0">
              <a:buNone/>
              <a:defRPr sz="2600">
                <a:solidFill>
                  <a:schemeClr val="tx1">
                    <a:tint val="75000"/>
                  </a:schemeClr>
                </a:solidFill>
              </a:defRPr>
            </a:lvl3pPr>
            <a:lvl4pPr marL="2108212" indent="0">
              <a:buNone/>
              <a:defRPr sz="2200">
                <a:solidFill>
                  <a:schemeClr val="tx1">
                    <a:tint val="75000"/>
                  </a:schemeClr>
                </a:solidFill>
              </a:defRPr>
            </a:lvl4pPr>
            <a:lvl5pPr marL="2810952" indent="0">
              <a:buNone/>
              <a:defRPr sz="2200">
                <a:solidFill>
                  <a:schemeClr val="tx1">
                    <a:tint val="75000"/>
                  </a:schemeClr>
                </a:solidFill>
              </a:defRPr>
            </a:lvl5pPr>
            <a:lvl6pPr marL="3513685" indent="0">
              <a:buNone/>
              <a:defRPr sz="2200">
                <a:solidFill>
                  <a:schemeClr val="tx1">
                    <a:tint val="75000"/>
                  </a:schemeClr>
                </a:solidFill>
              </a:defRPr>
            </a:lvl6pPr>
            <a:lvl7pPr marL="4216438" indent="0">
              <a:buNone/>
              <a:defRPr sz="2200">
                <a:solidFill>
                  <a:schemeClr val="tx1">
                    <a:tint val="75000"/>
                  </a:schemeClr>
                </a:solidFill>
              </a:defRPr>
            </a:lvl7pPr>
            <a:lvl8pPr marL="4919163" indent="0">
              <a:buNone/>
              <a:defRPr sz="2200">
                <a:solidFill>
                  <a:schemeClr val="tx1">
                    <a:tint val="75000"/>
                  </a:schemeClr>
                </a:solidFill>
              </a:defRPr>
            </a:lvl8pPr>
            <a:lvl9pPr marL="5621901" indent="0">
              <a:buNone/>
              <a:defRPr sz="2200">
                <a:solidFill>
                  <a:schemeClr val="tx1">
                    <a:tint val="75000"/>
                  </a:schemeClr>
                </a:solidFill>
              </a:defRPr>
            </a:lvl9pPr>
          </a:lstStyle>
          <a:p>
            <a:pPr lvl="0"/>
            <a:r>
              <a:rPr lang="en-AU" dirty="0"/>
              <a:t>Click to add subhead, Calibri 18pt</a:t>
            </a:r>
          </a:p>
        </p:txBody>
      </p:sp>
      <p:sp>
        <p:nvSpPr>
          <p:cNvPr id="6" name="Footer Placeholder 4"/>
          <p:cNvSpPr>
            <a:spLocks noGrp="1"/>
          </p:cNvSpPr>
          <p:nvPr>
            <p:ph type="ftr" sz="quarter" idx="3"/>
          </p:nvPr>
        </p:nvSpPr>
        <p:spPr>
          <a:xfrm>
            <a:off x="230296" y="6356392"/>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spTree>
    <p:extLst>
      <p:ext uri="{BB962C8B-B14F-4D97-AF65-F5344CB8AC3E}">
        <p14:creationId xmlns:p14="http://schemas.microsoft.com/office/powerpoint/2010/main" val="1975893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66"/>
            <a:ext cx="10363200" cy="1470025"/>
          </a:xfrm>
          <a:prstGeom prst="rect">
            <a:avLst/>
          </a:prstGeom>
        </p:spPr>
        <p:txBody>
          <a:bodyPr lIns="117134" tIns="58566" rIns="117134" bIns="58566"/>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lIns="117134" tIns="58566" rIns="117134" bIns="58566"/>
          <a:lstStyle>
            <a:lvl1pPr marL="0" indent="0" algn="ctr">
              <a:buNone/>
              <a:defRPr>
                <a:solidFill>
                  <a:schemeClr val="tx1">
                    <a:tint val="75000"/>
                  </a:schemeClr>
                </a:solidFill>
              </a:defRPr>
            </a:lvl1pPr>
            <a:lvl2pPr marL="702737" indent="0" algn="ctr">
              <a:buNone/>
              <a:defRPr>
                <a:solidFill>
                  <a:schemeClr val="tx1">
                    <a:tint val="75000"/>
                  </a:schemeClr>
                </a:solidFill>
              </a:defRPr>
            </a:lvl2pPr>
            <a:lvl3pPr marL="1405475" indent="0" algn="ctr">
              <a:buNone/>
              <a:defRPr>
                <a:solidFill>
                  <a:schemeClr val="tx1">
                    <a:tint val="75000"/>
                  </a:schemeClr>
                </a:solidFill>
              </a:defRPr>
            </a:lvl3pPr>
            <a:lvl4pPr marL="2108212" indent="0" algn="ctr">
              <a:buNone/>
              <a:defRPr>
                <a:solidFill>
                  <a:schemeClr val="tx1">
                    <a:tint val="75000"/>
                  </a:schemeClr>
                </a:solidFill>
              </a:defRPr>
            </a:lvl4pPr>
            <a:lvl5pPr marL="2810952" indent="0" algn="ctr">
              <a:buNone/>
              <a:defRPr>
                <a:solidFill>
                  <a:schemeClr val="tx1">
                    <a:tint val="75000"/>
                  </a:schemeClr>
                </a:solidFill>
              </a:defRPr>
            </a:lvl5pPr>
            <a:lvl6pPr marL="3513685" indent="0" algn="ctr">
              <a:buNone/>
              <a:defRPr>
                <a:solidFill>
                  <a:schemeClr val="tx1">
                    <a:tint val="75000"/>
                  </a:schemeClr>
                </a:solidFill>
              </a:defRPr>
            </a:lvl6pPr>
            <a:lvl7pPr marL="4216438" indent="0" algn="ctr">
              <a:buNone/>
              <a:defRPr>
                <a:solidFill>
                  <a:schemeClr val="tx1">
                    <a:tint val="75000"/>
                  </a:schemeClr>
                </a:solidFill>
              </a:defRPr>
            </a:lvl7pPr>
            <a:lvl8pPr marL="4919163" indent="0" algn="ctr">
              <a:buNone/>
              <a:defRPr>
                <a:solidFill>
                  <a:schemeClr val="tx1">
                    <a:tint val="75000"/>
                  </a:schemeClr>
                </a:solidFill>
              </a:defRPr>
            </a:lvl8pPr>
            <a:lvl9pPr marL="5621901"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230293" y="6356392"/>
            <a:ext cx="2844800" cy="365125"/>
          </a:xfrm>
          <a:prstGeom prst="rect">
            <a:avLst/>
          </a:prstGeom>
        </p:spPr>
        <p:txBody>
          <a:bodyPr lIns="117134" tIns="58566" rIns="117134" bIns="58566"/>
          <a:lstStyle/>
          <a:p>
            <a:pPr defTabSz="913634"/>
            <a:fld id="{505B9593-95F5-4191-8057-F1E447DD5737}" type="datetimeFigureOut">
              <a:rPr lang="en-NZ" smtClean="0">
                <a:solidFill>
                  <a:srgbClr val="1A472B"/>
                </a:solidFill>
              </a:rPr>
              <a:pPr defTabSz="913634"/>
              <a:t>16/07/2024</a:t>
            </a:fld>
            <a:endParaRPr lang="en-NZ">
              <a:solidFill>
                <a:srgbClr val="1A472B"/>
              </a:solidFill>
            </a:endParaRPr>
          </a:p>
        </p:txBody>
      </p:sp>
      <p:sp>
        <p:nvSpPr>
          <p:cNvPr id="5" name="Footer Placeholder 4"/>
          <p:cNvSpPr>
            <a:spLocks noGrp="1"/>
          </p:cNvSpPr>
          <p:nvPr>
            <p:ph type="ftr" sz="quarter" idx="11"/>
          </p:nvPr>
        </p:nvSpPr>
        <p:spPr>
          <a:xfrm>
            <a:off x="3075096" y="6356392"/>
            <a:ext cx="5879253" cy="365125"/>
          </a:xfrm>
          <a:prstGeom prst="rect">
            <a:avLst/>
          </a:prstGeom>
        </p:spPr>
        <p:txBody>
          <a:bodyPr lIns="117134" tIns="58566" rIns="117134" bIns="58566"/>
          <a:lstStyle/>
          <a:p>
            <a:pPr defTabSz="913634"/>
            <a:endParaRPr lang="en-NZ">
              <a:solidFill>
                <a:srgbClr val="1A472B"/>
              </a:solidFill>
            </a:endParaRPr>
          </a:p>
        </p:txBody>
      </p:sp>
      <p:sp>
        <p:nvSpPr>
          <p:cNvPr id="6" name="Slide Number Placeholder 5"/>
          <p:cNvSpPr>
            <a:spLocks noGrp="1"/>
          </p:cNvSpPr>
          <p:nvPr>
            <p:ph type="sldNum" sz="quarter" idx="12"/>
          </p:nvPr>
        </p:nvSpPr>
        <p:spPr>
          <a:xfrm>
            <a:off x="9089813" y="6342420"/>
            <a:ext cx="2844800" cy="365125"/>
          </a:xfrm>
          <a:prstGeom prst="rect">
            <a:avLst/>
          </a:prstGeom>
        </p:spPr>
        <p:txBody>
          <a:bodyPr lIns="117134" tIns="58566" rIns="117134" bIns="58566"/>
          <a:lstStyle/>
          <a:p>
            <a:pPr defTabSz="913634"/>
            <a:fld id="{5D762165-7DD1-43A8-AF3E-02B3DB1B40E1}" type="slidenum">
              <a:rPr lang="en-NZ" smtClean="0">
                <a:solidFill>
                  <a:srgbClr val="1A472B"/>
                </a:solidFill>
              </a:rPr>
              <a:pPr defTabSz="913634"/>
              <a:t>‹#›</a:t>
            </a:fld>
            <a:endParaRPr lang="en-NZ">
              <a:solidFill>
                <a:srgbClr val="1A472B"/>
              </a:solidFill>
            </a:endParaRPr>
          </a:p>
        </p:txBody>
      </p:sp>
    </p:spTree>
    <p:extLst>
      <p:ext uri="{BB962C8B-B14F-4D97-AF65-F5344CB8AC3E}">
        <p14:creationId xmlns:p14="http://schemas.microsoft.com/office/powerpoint/2010/main" val="319043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lIns="117134" tIns="58566" rIns="117134" bIns="58566"/>
          <a:lstStyle/>
          <a:p>
            <a:r>
              <a:rPr lang="en-US"/>
              <a:t>Click to edit Master title style</a:t>
            </a:r>
            <a:endParaRPr lang="en-NZ"/>
          </a:p>
        </p:txBody>
      </p:sp>
      <p:sp>
        <p:nvSpPr>
          <p:cNvPr id="3" name="Content Placeholder 2"/>
          <p:cNvSpPr>
            <a:spLocks noGrp="1"/>
          </p:cNvSpPr>
          <p:nvPr>
            <p:ph idx="1"/>
          </p:nvPr>
        </p:nvSpPr>
        <p:spPr>
          <a:xfrm>
            <a:off x="609600" y="1600206"/>
            <a:ext cx="10972800" cy="4525963"/>
          </a:xfrm>
          <a:prstGeom prst="rect">
            <a:avLst/>
          </a:prstGeom>
        </p:spPr>
        <p:txBody>
          <a:bodyPr lIns="117134" tIns="58566" rIns="117134" bIns="58566"/>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p:cNvSpPr>
            <a:spLocks noGrp="1"/>
          </p:cNvSpPr>
          <p:nvPr>
            <p:ph type="dt" sz="half" idx="10"/>
          </p:nvPr>
        </p:nvSpPr>
        <p:spPr>
          <a:xfrm>
            <a:off x="609600" y="6356391"/>
            <a:ext cx="2844800" cy="365125"/>
          </a:xfrm>
          <a:prstGeom prst="rect">
            <a:avLst/>
          </a:prstGeom>
        </p:spPr>
        <p:txBody>
          <a:bodyPr lIns="117134" tIns="58566" rIns="117134" bIns="58566"/>
          <a:lstStyle/>
          <a:p>
            <a:pPr defTabSz="913634"/>
            <a:fld id="{505B9593-95F5-4191-8057-F1E447DD5737}" type="datetimeFigureOut">
              <a:rPr lang="en-NZ" smtClean="0">
                <a:solidFill>
                  <a:srgbClr val="1A472B"/>
                </a:solidFill>
              </a:rPr>
              <a:pPr defTabSz="913634"/>
              <a:t>16/07/2024</a:t>
            </a:fld>
            <a:endParaRPr lang="en-NZ">
              <a:solidFill>
                <a:srgbClr val="1A472B"/>
              </a:solidFill>
            </a:endParaRPr>
          </a:p>
        </p:txBody>
      </p:sp>
      <p:sp>
        <p:nvSpPr>
          <p:cNvPr id="5" name="Footer Placeholder 4"/>
          <p:cNvSpPr>
            <a:spLocks noGrp="1"/>
          </p:cNvSpPr>
          <p:nvPr>
            <p:ph type="ftr" sz="quarter" idx="11"/>
          </p:nvPr>
        </p:nvSpPr>
        <p:spPr>
          <a:xfrm>
            <a:off x="4165600" y="6356391"/>
            <a:ext cx="3860800" cy="365125"/>
          </a:xfrm>
          <a:prstGeom prst="rect">
            <a:avLst/>
          </a:prstGeom>
        </p:spPr>
        <p:txBody>
          <a:bodyPr lIns="117134" tIns="58566" rIns="117134" bIns="58566"/>
          <a:lstStyle/>
          <a:p>
            <a:pPr defTabSz="913634"/>
            <a:endParaRPr lang="en-NZ">
              <a:solidFill>
                <a:srgbClr val="1A472B"/>
              </a:solidFill>
            </a:endParaRPr>
          </a:p>
        </p:txBody>
      </p:sp>
      <p:sp>
        <p:nvSpPr>
          <p:cNvPr id="6" name="Slide Number Placeholder 5"/>
          <p:cNvSpPr>
            <a:spLocks noGrp="1"/>
          </p:cNvSpPr>
          <p:nvPr>
            <p:ph type="sldNum" sz="quarter" idx="12"/>
          </p:nvPr>
        </p:nvSpPr>
        <p:spPr>
          <a:xfrm>
            <a:off x="8737600" y="6356391"/>
            <a:ext cx="2844800" cy="365125"/>
          </a:xfrm>
          <a:prstGeom prst="rect">
            <a:avLst/>
          </a:prstGeom>
        </p:spPr>
        <p:txBody>
          <a:bodyPr lIns="117134" tIns="58566" rIns="117134" bIns="58566"/>
          <a:lstStyle/>
          <a:p>
            <a:pPr defTabSz="913634"/>
            <a:fld id="{5D762165-7DD1-43A8-AF3E-02B3DB1B40E1}" type="slidenum">
              <a:rPr lang="en-NZ" smtClean="0">
                <a:solidFill>
                  <a:srgbClr val="1A472B"/>
                </a:solidFill>
              </a:rPr>
              <a:pPr defTabSz="913634"/>
              <a:t>‹#›</a:t>
            </a:fld>
            <a:endParaRPr lang="en-NZ">
              <a:solidFill>
                <a:srgbClr val="1A472B"/>
              </a:solidFill>
            </a:endParaRPr>
          </a:p>
        </p:txBody>
      </p:sp>
    </p:spTree>
    <p:extLst>
      <p:ext uri="{BB962C8B-B14F-4D97-AF65-F5344CB8AC3E}">
        <p14:creationId xmlns:p14="http://schemas.microsoft.com/office/powerpoint/2010/main" val="2343027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cSld name="Main content w kowhaiwhai_Print option">
    <p:spTree>
      <p:nvGrpSpPr>
        <p:cNvPr id="1" name=""/>
        <p:cNvGrpSpPr/>
        <p:nvPr/>
      </p:nvGrpSpPr>
      <p:grpSpPr>
        <a:xfrm>
          <a:off x="0" y="0"/>
          <a:ext cx="0" cy="0"/>
          <a:chOff x="0" y="0"/>
          <a:chExt cx="0" cy="0"/>
        </a:xfrm>
      </p:grpSpPr>
      <p:pic>
        <p:nvPicPr>
          <p:cNvPr id="14" name="Picture 13" descr="Footer03_1024x74.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97211"/>
            <a:ext cx="12192000" cy="144860"/>
          </a:xfrm>
          <a:prstGeom prst="rect">
            <a:avLst/>
          </a:prstGeom>
        </p:spPr>
      </p:pic>
      <p:pic>
        <p:nvPicPr>
          <p:cNvPr id="5" name="Picture 4" descr="Logo177x78.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9561784" y="302885"/>
            <a:ext cx="2372829" cy="784241"/>
          </a:xfrm>
          <a:prstGeom prst="rect">
            <a:avLst/>
          </a:prstGeom>
        </p:spPr>
      </p:pic>
      <p:sp>
        <p:nvSpPr>
          <p:cNvPr id="8" name="Title Placeholder 1"/>
          <p:cNvSpPr>
            <a:spLocks noGrp="1"/>
          </p:cNvSpPr>
          <p:nvPr>
            <p:ph type="title" hasCustomPrompt="1"/>
          </p:nvPr>
        </p:nvSpPr>
        <p:spPr>
          <a:xfrm>
            <a:off x="230293" y="173038"/>
            <a:ext cx="8880000" cy="1143000"/>
          </a:xfrm>
          <a:prstGeom prst="rect">
            <a:avLst/>
          </a:prstGeom>
        </p:spPr>
        <p:txBody>
          <a:bodyPr vert="horz" lIns="117134" tIns="58566" rIns="117134" bIns="58566" rtlCol="0" anchor="ctr">
            <a:normAutofit/>
          </a:bodyPr>
          <a:lstStyle>
            <a:lvl1pPr>
              <a:defRPr>
                <a:solidFill>
                  <a:schemeClr val="tx1"/>
                </a:solidFill>
              </a:defRPr>
            </a:lvl1pPr>
          </a:lstStyle>
          <a:p>
            <a:r>
              <a:rPr lang="en-AU" dirty="0"/>
              <a:t>Click to add title - Calibri 36pt</a:t>
            </a:r>
            <a:endParaRPr lang="en-US" dirty="0"/>
          </a:p>
        </p:txBody>
      </p:sp>
      <p:sp>
        <p:nvSpPr>
          <p:cNvPr id="3" name="Text Placeholder 2"/>
          <p:cNvSpPr>
            <a:spLocks noGrp="1"/>
          </p:cNvSpPr>
          <p:nvPr>
            <p:ph type="body" sz="quarter" idx="13" hasCustomPrompt="1"/>
          </p:nvPr>
        </p:nvSpPr>
        <p:spPr>
          <a:xfrm>
            <a:off x="230742" y="1419235"/>
            <a:ext cx="11703049" cy="4702175"/>
          </a:xfrm>
          <a:prstGeom prst="rect">
            <a:avLst/>
          </a:prstGeom>
        </p:spPr>
        <p:txBody>
          <a:bodyPr vert="horz" lIns="117134" tIns="58566" rIns="117134" bIns="58566"/>
          <a:lstStyle>
            <a:lvl1pPr>
              <a:defRPr baseline="0">
                <a:solidFill>
                  <a:schemeClr val="tx1"/>
                </a:solidFill>
              </a:defRPr>
            </a:lvl1pPr>
            <a:lvl2pPr marL="0" indent="0">
              <a:tabLst/>
              <a:defRPr>
                <a:solidFill>
                  <a:schemeClr val="tx1"/>
                </a:solidFill>
              </a:defRPr>
            </a:lvl2pPr>
            <a:lvl3pPr>
              <a:defRPr>
                <a:solidFill>
                  <a:schemeClr val="tx1"/>
                </a:solidFill>
              </a:defRPr>
            </a:lvl3pPr>
            <a:lvl4pPr>
              <a:defRPr>
                <a:solidFill>
                  <a:schemeClr val="tx1"/>
                </a:solidFill>
              </a:defRPr>
            </a:lvl4pPr>
            <a:lvl5pPr marL="2093575" indent="-439204">
              <a:buFont typeface="Arial"/>
              <a:buChar char="•"/>
              <a:defRPr>
                <a:solidFill>
                  <a:schemeClr val="tx1"/>
                </a:solidFill>
              </a:defRPr>
            </a:lvl5pPr>
          </a:lstStyle>
          <a:p>
            <a:pPr lvl="0"/>
            <a:r>
              <a:rPr lang="en-AU" dirty="0"/>
              <a:t>Click to add text. Sub heading – Calibri Bold 24pt</a:t>
            </a:r>
          </a:p>
          <a:p>
            <a:pPr lvl="1"/>
            <a:r>
              <a:rPr lang="en-AU" dirty="0"/>
              <a:t>Second level – Calibri 24pt</a:t>
            </a:r>
          </a:p>
          <a:p>
            <a:pPr lvl="2"/>
            <a:r>
              <a:rPr lang="en-AU" dirty="0"/>
              <a:t>Third level – Calibri Bold 22pt</a:t>
            </a:r>
          </a:p>
          <a:p>
            <a:pPr lvl="3"/>
            <a:r>
              <a:rPr lang="en-AU" dirty="0"/>
              <a:t>Fourth level – Calibri 18pt</a:t>
            </a:r>
          </a:p>
          <a:p>
            <a:pPr lvl="4"/>
            <a:r>
              <a:rPr lang="en-AU" dirty="0"/>
              <a:t>Fifth level – Calibri 16pt</a:t>
            </a:r>
            <a:endParaRPr lang="en-US" dirty="0"/>
          </a:p>
          <a:p>
            <a:pPr lvl="0"/>
            <a:endParaRPr lang="en-US" dirty="0"/>
          </a:p>
        </p:txBody>
      </p:sp>
      <p:sp>
        <p:nvSpPr>
          <p:cNvPr id="9" name="Text Placeholder 8"/>
          <p:cNvSpPr>
            <a:spLocks noGrp="1"/>
          </p:cNvSpPr>
          <p:nvPr>
            <p:ph type="body" sz="quarter" idx="14" hasCustomPrompt="1"/>
          </p:nvPr>
        </p:nvSpPr>
        <p:spPr>
          <a:xfrm>
            <a:off x="230720" y="6342104"/>
            <a:ext cx="4995333" cy="365125"/>
          </a:xfrm>
          <a:prstGeom prst="rect">
            <a:avLst/>
          </a:prstGeom>
        </p:spPr>
        <p:txBody>
          <a:bodyPr vert="horz" lIns="117134" tIns="58566" rIns="117134" bIns="58566" anchor="ctr" anchorCtr="0"/>
          <a:lstStyle>
            <a:lvl1pPr marL="0" marR="0" indent="0" algn="l" defTabSz="702737" rtl="0" eaLnBrk="1" fontAlgn="auto" latinLnBrk="0" hangingPunct="1">
              <a:lnSpc>
                <a:spcPct val="100000"/>
              </a:lnSpc>
              <a:spcBef>
                <a:spcPct val="20000"/>
              </a:spcBef>
              <a:spcAft>
                <a:spcPts val="0"/>
              </a:spcAft>
              <a:buClrTx/>
              <a:buSzTx/>
              <a:buFont typeface="Courier New"/>
              <a:buNone/>
              <a:tabLst/>
              <a:defRPr sz="1800" b="0">
                <a:solidFill>
                  <a:schemeClr val="tx1"/>
                </a:solidFill>
              </a:defRPr>
            </a:lvl1pPr>
          </a:lstStyle>
          <a:p>
            <a:pPr marL="0" marR="0" lvl="0" indent="0" algn="l" defTabSz="702737" rtl="0" eaLnBrk="1" fontAlgn="auto" latinLnBrk="0" hangingPunct="1">
              <a:lnSpc>
                <a:spcPct val="100000"/>
              </a:lnSpc>
              <a:spcBef>
                <a:spcPct val="20000"/>
              </a:spcBef>
              <a:spcAft>
                <a:spcPts val="0"/>
              </a:spcAft>
              <a:buClrTx/>
              <a:buSzTx/>
              <a:buFont typeface="Courier New"/>
              <a:buNone/>
              <a:tabLst/>
              <a:defRPr/>
            </a:pPr>
            <a:r>
              <a:rPr lang="en-US" dirty="0">
                <a:solidFill>
                  <a:srgbClr val="1A472B"/>
                </a:solidFill>
              </a:rPr>
              <a:t>Click to add title in Calibri 12pt</a:t>
            </a:r>
            <a:endParaRPr lang="en-US" dirty="0">
              <a:solidFill>
                <a:schemeClr val="bg2"/>
              </a:solidFill>
            </a:endParaRPr>
          </a:p>
        </p:txBody>
      </p:sp>
      <p:sp>
        <p:nvSpPr>
          <p:cNvPr id="13" name="Text Placeholder 12"/>
          <p:cNvSpPr>
            <a:spLocks noGrp="1"/>
          </p:cNvSpPr>
          <p:nvPr>
            <p:ph type="body" sz="quarter" idx="15" hasCustomPrompt="1"/>
          </p:nvPr>
        </p:nvSpPr>
        <p:spPr>
          <a:xfrm>
            <a:off x="11430890" y="6342103"/>
            <a:ext cx="503767" cy="347663"/>
          </a:xfrm>
          <a:prstGeom prst="rect">
            <a:avLst/>
          </a:prstGeom>
        </p:spPr>
        <p:txBody>
          <a:bodyPr vert="horz" lIns="117134" tIns="58566" rIns="117134" bIns="58566" anchor="ctr" anchorCtr="0"/>
          <a:lstStyle>
            <a:lvl1pPr algn="r">
              <a:defRPr sz="1800">
                <a:solidFill>
                  <a:schemeClr val="tx1"/>
                </a:solidFill>
              </a:defRPr>
            </a:lvl1pPr>
          </a:lstStyle>
          <a:p>
            <a:pPr lvl="0"/>
            <a:fld id="{4D4F556E-231C-B544-9E8A-43AA8493A8CA}" type="slidenum">
              <a:rPr lang="en-US" smtClean="0"/>
              <a:t>‹#›</a:t>
            </a:fld>
            <a:endParaRPr lang="en-US" dirty="0"/>
          </a:p>
        </p:txBody>
      </p:sp>
    </p:spTree>
    <p:extLst>
      <p:ext uri="{BB962C8B-B14F-4D97-AF65-F5344CB8AC3E}">
        <p14:creationId xmlns:p14="http://schemas.microsoft.com/office/powerpoint/2010/main" val="3164406215"/>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cSld name="Plain content">
    <p:spTree>
      <p:nvGrpSpPr>
        <p:cNvPr id="1" name=""/>
        <p:cNvGrpSpPr/>
        <p:nvPr/>
      </p:nvGrpSpPr>
      <p:grpSpPr>
        <a:xfrm>
          <a:off x="0" y="0"/>
          <a:ext cx="0" cy="0"/>
          <a:chOff x="0" y="0"/>
          <a:chExt cx="0" cy="0"/>
        </a:xfrm>
      </p:grpSpPr>
      <p:pic>
        <p:nvPicPr>
          <p:cNvPr id="7" name="Picture 6"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1"/>
            <a:ext cx="12192000" cy="660797"/>
          </a:xfrm>
          <a:prstGeom prst="rect">
            <a:avLst/>
          </a:prstGeom>
        </p:spPr>
      </p:pic>
      <p:sp>
        <p:nvSpPr>
          <p:cNvPr id="11" name="Slide Number Placeholder 3"/>
          <p:cNvSpPr>
            <a:spLocks noGrp="1"/>
          </p:cNvSpPr>
          <p:nvPr>
            <p:ph type="sldNum" sz="quarter" idx="12"/>
          </p:nvPr>
        </p:nvSpPr>
        <p:spPr>
          <a:xfrm>
            <a:off x="9123845" y="6342420"/>
            <a:ext cx="2844800" cy="365125"/>
          </a:xfrm>
          <a:prstGeom prst="rect">
            <a:avLst/>
          </a:prstGeom>
        </p:spPr>
        <p:txBody>
          <a:bodyPr lIns="117134" tIns="58566" rIns="117134" bIns="58566" anchor="ctr"/>
          <a:lstStyle>
            <a:lvl1pPr algn="r">
              <a:defRPr sz="1800">
                <a:solidFill>
                  <a:schemeClr val="tx1"/>
                </a:solidFill>
              </a:defRPr>
            </a:lvl1pPr>
          </a:lstStyle>
          <a:p>
            <a:pPr defTabSz="913634"/>
            <a:fld id="{5D762165-7DD1-43A8-AF3E-02B3DB1B40E1}" type="slidenum">
              <a:rPr lang="en-NZ" smtClean="0">
                <a:solidFill>
                  <a:srgbClr val="1A472B"/>
                </a:solidFill>
              </a:rPr>
              <a:pPr defTabSz="913634"/>
              <a:t>‹#›</a:t>
            </a:fld>
            <a:endParaRPr lang="en-NZ">
              <a:solidFill>
                <a:srgbClr val="1A472B"/>
              </a:solidFill>
            </a:endParaRPr>
          </a:p>
        </p:txBody>
      </p:sp>
      <p:sp>
        <p:nvSpPr>
          <p:cNvPr id="12" name="Footer Placeholder 4"/>
          <p:cNvSpPr>
            <a:spLocks noGrp="1"/>
          </p:cNvSpPr>
          <p:nvPr>
            <p:ph type="ftr" sz="quarter" idx="3"/>
          </p:nvPr>
        </p:nvSpPr>
        <p:spPr>
          <a:xfrm>
            <a:off x="230296" y="6356391"/>
            <a:ext cx="5879253" cy="365125"/>
          </a:xfrm>
          <a:prstGeom prst="rect">
            <a:avLst/>
          </a:prstGeom>
        </p:spPr>
        <p:txBody>
          <a:bodyPr vert="horz" lIns="117134" tIns="58566" rIns="117134" bIns="58566" rtlCol="0" anchor="ctr"/>
          <a:lstStyle>
            <a:lvl1pPr algn="l">
              <a:defRPr sz="1800">
                <a:solidFill>
                  <a:schemeClr val="tx1">
                    <a:tint val="75000"/>
                  </a:schemeClr>
                </a:solidFill>
              </a:defRPr>
            </a:lvl1pPr>
          </a:lstStyle>
          <a:p>
            <a:pPr defTabSz="913634"/>
            <a:endParaRPr lang="en-NZ">
              <a:solidFill>
                <a:srgbClr val="1A472B">
                  <a:tint val="75000"/>
                </a:srgbClr>
              </a:solidFill>
            </a:endParaRPr>
          </a:p>
        </p:txBody>
      </p:sp>
      <p:sp>
        <p:nvSpPr>
          <p:cNvPr id="8" name="Title Placeholder 1"/>
          <p:cNvSpPr>
            <a:spLocks noGrp="1"/>
          </p:cNvSpPr>
          <p:nvPr>
            <p:ph type="title" hasCustomPrompt="1"/>
          </p:nvPr>
        </p:nvSpPr>
        <p:spPr>
          <a:xfrm>
            <a:off x="230293" y="173038"/>
            <a:ext cx="8880000" cy="1143000"/>
          </a:xfrm>
          <a:prstGeom prst="rect">
            <a:avLst/>
          </a:prstGeom>
        </p:spPr>
        <p:txBody>
          <a:bodyPr vert="horz" lIns="117134" tIns="58566" rIns="117134" bIns="58566" rtlCol="0" anchor="ctr">
            <a:normAutofit/>
          </a:bodyPr>
          <a:lstStyle>
            <a:lvl1pPr>
              <a:defRPr>
                <a:solidFill>
                  <a:schemeClr val="tx1"/>
                </a:solidFill>
              </a:defRPr>
            </a:lvl1pPr>
          </a:lstStyle>
          <a:p>
            <a:r>
              <a:rPr lang="en-AU" dirty="0"/>
              <a:t>Click to add title - Calibri 36pt</a:t>
            </a:r>
            <a:endParaRPr lang="en-US" dirty="0"/>
          </a:p>
        </p:txBody>
      </p:sp>
      <p:pic>
        <p:nvPicPr>
          <p:cNvPr id="10" name="Picture 9"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476358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p:cSld name="Logo with no footer for pictur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0293" y="173038"/>
            <a:ext cx="8880000" cy="1143000"/>
          </a:xfrm>
          <a:prstGeom prst="rect">
            <a:avLst/>
          </a:prstGeom>
        </p:spPr>
        <p:txBody>
          <a:bodyPr lIns="117134" tIns="58566" rIns="117134" bIns="58566" anchor="ctr"/>
          <a:lstStyle>
            <a:lvl1pPr>
              <a:defRPr/>
            </a:lvl1pPr>
          </a:lstStyle>
          <a:p>
            <a:r>
              <a:rPr lang="en-AU" dirty="0"/>
              <a:t>Click to add title - Calibri 36pt</a:t>
            </a:r>
            <a:endParaRPr lang="en-US" dirty="0"/>
          </a:p>
        </p:txBody>
      </p:sp>
      <p:pic>
        <p:nvPicPr>
          <p:cNvPr id="4" name="Picture 3" descr="Logo 1024x700.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797849198"/>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userDrawn="1">
  <p:cSld name="Special - Values 4 or section title page">
    <p:spTree>
      <p:nvGrpSpPr>
        <p:cNvPr id="1" name=""/>
        <p:cNvGrpSpPr/>
        <p:nvPr/>
      </p:nvGrpSpPr>
      <p:grpSpPr>
        <a:xfrm>
          <a:off x="0" y="0"/>
          <a:ext cx="0" cy="0"/>
          <a:chOff x="0" y="0"/>
          <a:chExt cx="0" cy="0"/>
        </a:xfrm>
      </p:grpSpPr>
      <p:pic>
        <p:nvPicPr>
          <p:cNvPr id="6" name="Picture 5" descr="Vitality_0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5494" y="135226"/>
            <a:ext cx="11700121" cy="5883508"/>
          </a:xfrm>
          <a:prstGeom prst="rect">
            <a:avLst/>
          </a:prstGeom>
        </p:spPr>
      </p:pic>
      <p:pic>
        <p:nvPicPr>
          <p:cNvPr id="14" name="Picture 13" descr="End04_LogoGreen_992x736.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32919" y="5714363"/>
            <a:ext cx="11692695" cy="965089"/>
          </a:xfrm>
          <a:prstGeom prst="rect">
            <a:avLst/>
          </a:prstGeom>
        </p:spPr>
      </p:pic>
      <p:sp>
        <p:nvSpPr>
          <p:cNvPr id="15" name="Text Placeholder 3"/>
          <p:cNvSpPr>
            <a:spLocks noGrp="1"/>
          </p:cNvSpPr>
          <p:nvPr>
            <p:ph type="body" sz="quarter" idx="10" hasCustomPrompt="1"/>
          </p:nvPr>
        </p:nvSpPr>
        <p:spPr>
          <a:xfrm>
            <a:off x="584201" y="555532"/>
            <a:ext cx="4682067" cy="622300"/>
          </a:xfrm>
          <a:prstGeom prst="rect">
            <a:avLst/>
          </a:prstGeom>
        </p:spPr>
        <p:txBody>
          <a:bodyPr vert="horz" lIns="117134" tIns="58566" rIns="117134" bIns="58566"/>
          <a:lstStyle>
            <a:lvl1pPr>
              <a:defRPr sz="4600" b="0"/>
            </a:lvl1pPr>
          </a:lstStyle>
          <a:p>
            <a:pPr lvl="0"/>
            <a:r>
              <a:rPr lang="en-AU" dirty="0"/>
              <a:t>Vitality</a:t>
            </a:r>
            <a:endParaRPr lang="en-US" dirty="0"/>
          </a:p>
        </p:txBody>
      </p:sp>
      <p:sp>
        <p:nvSpPr>
          <p:cNvPr id="16" name="Text Placeholder 16"/>
          <p:cNvSpPr>
            <a:spLocks noGrp="1"/>
          </p:cNvSpPr>
          <p:nvPr>
            <p:ph type="body" sz="quarter" idx="11" hasCustomPrompt="1"/>
          </p:nvPr>
        </p:nvSpPr>
        <p:spPr>
          <a:xfrm>
            <a:off x="584206" y="1338731"/>
            <a:ext cx="7498601" cy="1727200"/>
          </a:xfrm>
          <a:prstGeom prst="rect">
            <a:avLst/>
          </a:prstGeom>
        </p:spPr>
        <p:txBody>
          <a:bodyPr vert="horz" lIns="117134" tIns="58566" rIns="117134" bIns="58566"/>
          <a:lstStyle>
            <a:lvl1pPr>
              <a:defRPr b="0" baseline="0">
                <a:solidFill>
                  <a:schemeClr val="bg1"/>
                </a:solidFill>
              </a:defRPr>
            </a:lvl1pPr>
          </a:lstStyle>
          <a:p>
            <a:r>
              <a:rPr lang="en-US" sz="3100" dirty="0">
                <a:solidFill>
                  <a:srgbClr val="FFFFFF"/>
                </a:solidFill>
              </a:rPr>
              <a:t>Fresh thinking and action to enable success through new solutions.</a:t>
            </a:r>
          </a:p>
        </p:txBody>
      </p:sp>
    </p:spTree>
    <p:extLst>
      <p:ext uri="{BB962C8B-B14F-4D97-AF65-F5344CB8AC3E}">
        <p14:creationId xmlns:p14="http://schemas.microsoft.com/office/powerpoint/2010/main" val="3317654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3.xml><?xml version="1.0" encoding="utf-8"?>
<p:sldLayout xmlns:a="http://schemas.openxmlformats.org/drawingml/2006/main" xmlns:r="http://schemas.openxmlformats.org/officeDocument/2006/relationships" xmlns:p="http://schemas.openxmlformats.org/presentationml/2006/main" type="secHead" preserve="1">
  <p:cSld name="Title page">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89653" y="130941"/>
            <a:ext cx="11818768" cy="6576572"/>
          </a:xfrm>
          <a:prstGeom prst="rect">
            <a:avLst/>
          </a:prstGeom>
        </p:spPr>
      </p:pic>
      <p:sp>
        <p:nvSpPr>
          <p:cNvPr id="2" name="Title 1"/>
          <p:cNvSpPr>
            <a:spLocks noGrp="1"/>
          </p:cNvSpPr>
          <p:nvPr>
            <p:ph type="title"/>
          </p:nvPr>
        </p:nvSpPr>
        <p:spPr>
          <a:xfrm>
            <a:off x="963085" y="4406909"/>
            <a:ext cx="10363200" cy="1362076"/>
          </a:xfrm>
          <a:prstGeom prst="rect">
            <a:avLst/>
          </a:prstGeom>
        </p:spPr>
        <p:txBody>
          <a:bodyPr lIns="117175" tIns="58586" rIns="117175" bIns="58586" anchor="t"/>
          <a:lstStyle>
            <a:lvl1pPr algn="l">
              <a:defRPr sz="6200" b="1" cap="all"/>
            </a:lvl1pPr>
          </a:lstStyle>
          <a:p>
            <a:r>
              <a:rPr lang="en-US"/>
              <a:t>Click to edit Master title style</a:t>
            </a:r>
            <a:endParaRPr lang="en-US" dirty="0"/>
          </a:p>
        </p:txBody>
      </p:sp>
      <p:sp>
        <p:nvSpPr>
          <p:cNvPr id="3" name="Text Placeholder 2"/>
          <p:cNvSpPr>
            <a:spLocks noGrp="1"/>
          </p:cNvSpPr>
          <p:nvPr>
            <p:ph type="body" idx="1"/>
          </p:nvPr>
        </p:nvSpPr>
        <p:spPr>
          <a:xfrm>
            <a:off x="963085" y="2906713"/>
            <a:ext cx="10363200" cy="1500187"/>
          </a:xfrm>
          <a:prstGeom prst="rect">
            <a:avLst/>
          </a:prstGeom>
        </p:spPr>
        <p:txBody>
          <a:bodyPr lIns="117175" tIns="58586" rIns="117175" bIns="58586" anchor="b"/>
          <a:lstStyle>
            <a:lvl1pPr marL="0" indent="0">
              <a:buNone/>
              <a:defRPr sz="3100">
                <a:solidFill>
                  <a:schemeClr val="bg1"/>
                </a:solidFill>
              </a:defRPr>
            </a:lvl1pPr>
            <a:lvl2pPr marL="702991" indent="0">
              <a:buNone/>
              <a:defRPr sz="2800">
                <a:solidFill>
                  <a:schemeClr val="tx1">
                    <a:tint val="75000"/>
                  </a:schemeClr>
                </a:solidFill>
              </a:defRPr>
            </a:lvl2pPr>
            <a:lvl3pPr marL="1405982" indent="0">
              <a:buNone/>
              <a:defRPr sz="2600">
                <a:solidFill>
                  <a:schemeClr val="tx1">
                    <a:tint val="75000"/>
                  </a:schemeClr>
                </a:solidFill>
              </a:defRPr>
            </a:lvl3pPr>
            <a:lvl4pPr marL="2108972" indent="0">
              <a:buNone/>
              <a:defRPr sz="2200">
                <a:solidFill>
                  <a:schemeClr val="tx1">
                    <a:tint val="75000"/>
                  </a:schemeClr>
                </a:solidFill>
              </a:defRPr>
            </a:lvl4pPr>
            <a:lvl5pPr marL="2811964" indent="0">
              <a:buNone/>
              <a:defRPr sz="2200">
                <a:solidFill>
                  <a:schemeClr val="tx1">
                    <a:tint val="75000"/>
                  </a:schemeClr>
                </a:solidFill>
              </a:defRPr>
            </a:lvl5pPr>
            <a:lvl6pPr marL="3514953" indent="0">
              <a:buNone/>
              <a:defRPr sz="2200">
                <a:solidFill>
                  <a:schemeClr val="tx1">
                    <a:tint val="75000"/>
                  </a:schemeClr>
                </a:solidFill>
              </a:defRPr>
            </a:lvl6pPr>
            <a:lvl7pPr marL="4217952" indent="0">
              <a:buNone/>
              <a:defRPr sz="2200">
                <a:solidFill>
                  <a:schemeClr val="tx1">
                    <a:tint val="75000"/>
                  </a:schemeClr>
                </a:solidFill>
              </a:defRPr>
            </a:lvl7pPr>
            <a:lvl8pPr marL="4920936" indent="0">
              <a:buNone/>
              <a:defRPr sz="2200">
                <a:solidFill>
                  <a:schemeClr val="tx1">
                    <a:tint val="75000"/>
                  </a:schemeClr>
                </a:solidFill>
              </a:defRPr>
            </a:lvl8pPr>
            <a:lvl9pPr marL="5623926" indent="0">
              <a:buNone/>
              <a:defRPr sz="2200">
                <a:solidFill>
                  <a:schemeClr val="tx1">
                    <a:tint val="75000"/>
                  </a:schemeClr>
                </a:solidFill>
              </a:defRPr>
            </a:lvl9pPr>
          </a:lstStyle>
          <a:p>
            <a:pPr lvl="0"/>
            <a:r>
              <a:rPr lang="en-US"/>
              <a:t>Click to edit Master text styles</a:t>
            </a:r>
          </a:p>
        </p:txBody>
      </p:sp>
      <p:sp>
        <p:nvSpPr>
          <p:cNvPr id="9" name="Footer Placeholder 4"/>
          <p:cNvSpPr>
            <a:spLocks noGrp="1"/>
          </p:cNvSpPr>
          <p:nvPr>
            <p:ph type="ftr" sz="quarter" idx="3"/>
          </p:nvPr>
        </p:nvSpPr>
        <p:spPr>
          <a:xfrm>
            <a:off x="6055360" y="6342410"/>
            <a:ext cx="5879253" cy="365125"/>
          </a:xfrm>
          <a:prstGeom prst="rect">
            <a:avLst/>
          </a:prstGeom>
        </p:spPr>
        <p:txBody>
          <a:bodyPr vert="horz" lIns="117175" tIns="58586" rIns="117175" bIns="58586" rtlCol="0" anchor="ctr"/>
          <a:lstStyle>
            <a:lvl1pPr algn="r">
              <a:defRPr sz="1800">
                <a:solidFill>
                  <a:schemeClr val="tx2"/>
                </a:solidFill>
              </a:defRPr>
            </a:lvl1pPr>
          </a:lstStyle>
          <a:p>
            <a:pPr defTabSz="913961"/>
            <a:endParaRPr lang="en-NZ">
              <a:solidFill>
                <a:srgbClr val="666366"/>
              </a:solidFill>
            </a:endParaRPr>
          </a:p>
        </p:txBody>
      </p:sp>
    </p:spTree>
    <p:extLst>
      <p:ext uri="{BB962C8B-B14F-4D97-AF65-F5344CB8AC3E}">
        <p14:creationId xmlns:p14="http://schemas.microsoft.com/office/powerpoint/2010/main" val="67479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pic>
        <p:nvPicPr>
          <p:cNvPr id="6" name="Picture 5"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1585634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p:cSld name="Primary text only">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10"/>
            <a:ext cx="2844800" cy="365125"/>
          </a:xfrm>
          <a:prstGeom prst="rect">
            <a:avLst/>
          </a:prstGeom>
        </p:spPr>
        <p:txBody>
          <a:bodyPr lIns="117175" tIns="58586" rIns="117175" bIns="58586" anchor="ctr"/>
          <a:lstStyle>
            <a:lvl1pPr algn="r">
              <a:defRPr sz="1800">
                <a:solidFill>
                  <a:schemeClr val="bg1"/>
                </a:solidFill>
              </a:defRPr>
            </a:lvl1pPr>
          </a:lstStyle>
          <a:p>
            <a:pPr defTabSz="913961"/>
            <a:fld id="{5D762165-7DD1-43A8-AF3E-02B3DB1B40E1}" type="slidenum">
              <a:rPr lang="en-NZ" smtClean="0">
                <a:solidFill>
                  <a:prstClr val="white"/>
                </a:solidFill>
              </a:rPr>
              <a:pPr defTabSz="913961"/>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175" tIns="58586" rIns="117175" bIns="58586"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
        <p:nvSpPr>
          <p:cNvPr id="2" name="TextBox 1"/>
          <p:cNvSpPr txBox="1"/>
          <p:nvPr/>
        </p:nvSpPr>
        <p:spPr>
          <a:xfrm>
            <a:off x="209813" y="1398341"/>
            <a:ext cx="11704320" cy="4644516"/>
          </a:xfrm>
          <a:prstGeom prst="rect">
            <a:avLst/>
          </a:prstGeom>
          <a:noFill/>
        </p:spPr>
        <p:txBody>
          <a:bodyPr wrap="square" lIns="117175" tIns="58586" rIns="117175" bIns="58586" rtlCol="0">
            <a:normAutofit/>
          </a:bodyPr>
          <a:lstStyle/>
          <a:p>
            <a:pPr defTabSz="913961">
              <a:lnSpc>
                <a:spcPct val="130000"/>
              </a:lnSpc>
            </a:pPr>
            <a:r>
              <a:rPr lang="en-US" sz="3700" b="1" dirty="0">
                <a:solidFill>
                  <a:prstClr val="white"/>
                </a:solidFill>
              </a:rPr>
              <a:t>Click to add subhead 01 – Calibri Bold 24pt</a:t>
            </a:r>
          </a:p>
          <a:p>
            <a:pPr defTabSz="913961">
              <a:lnSpc>
                <a:spcPct val="130000"/>
              </a:lnSpc>
            </a:pPr>
            <a:r>
              <a:rPr lang="en-US" sz="3500" dirty="0">
                <a:solidFill>
                  <a:prstClr val="white"/>
                </a:solidFill>
              </a:rPr>
              <a:t>Click to add body text 01 – Calibri 22pt</a:t>
            </a:r>
          </a:p>
          <a:p>
            <a:pPr defTabSz="702991">
              <a:lnSpc>
                <a:spcPct val="130000"/>
              </a:lnSpc>
              <a:defRPr/>
            </a:pPr>
            <a:r>
              <a:rPr lang="en-US" sz="2800" dirty="0">
                <a:solidFill>
                  <a:prstClr val="white"/>
                </a:solidFill>
              </a:rPr>
              <a:t>Click to add body text 02 – Calibri 18pt</a:t>
            </a:r>
          </a:p>
          <a:p>
            <a:pPr defTabSz="913961">
              <a:lnSpc>
                <a:spcPct val="130000"/>
              </a:lnSpc>
            </a:pPr>
            <a:endParaRPr lang="en-US" sz="3500" dirty="0">
              <a:solidFill>
                <a:prstClr val="white"/>
              </a:solidFill>
            </a:endParaRPr>
          </a:p>
        </p:txBody>
      </p:sp>
      <p:pic>
        <p:nvPicPr>
          <p:cNvPr id="9" name="Picture 8"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167046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p:cSld name="Primary bulleted text">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10"/>
            <a:ext cx="2844800" cy="365125"/>
          </a:xfrm>
          <a:prstGeom prst="rect">
            <a:avLst/>
          </a:prstGeom>
        </p:spPr>
        <p:txBody>
          <a:bodyPr lIns="117175" tIns="58586" rIns="117175" bIns="58586" anchor="ctr"/>
          <a:lstStyle>
            <a:lvl1pPr algn="r">
              <a:defRPr sz="1800">
                <a:solidFill>
                  <a:schemeClr val="bg1"/>
                </a:solidFill>
              </a:defRPr>
            </a:lvl1pPr>
          </a:lstStyle>
          <a:p>
            <a:pPr defTabSz="913961"/>
            <a:fld id="{5D762165-7DD1-43A8-AF3E-02B3DB1B40E1}" type="slidenum">
              <a:rPr lang="en-NZ" smtClean="0">
                <a:solidFill>
                  <a:prstClr val="white"/>
                </a:solidFill>
              </a:rPr>
              <a:pPr defTabSz="913961"/>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175" tIns="58586" rIns="117175" bIns="58586"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175" tIns="58586" rIns="117175" bIns="58586" rtlCol="0">
            <a:normAutofit/>
          </a:bodyPr>
          <a:lstStyle>
            <a:lvl1pPr marL="0" indent="0">
              <a:lnSpc>
                <a:spcPct val="120000"/>
              </a:lnSpc>
              <a:buFont typeface="Arial"/>
              <a:buNone/>
              <a:defRPr sz="3700" b="1">
                <a:solidFill>
                  <a:schemeClr val="bg1"/>
                </a:solidFill>
                <a:latin typeface="+mn-lt"/>
              </a:defRPr>
            </a:lvl1pPr>
            <a:lvl2pPr marL="829918" indent="-439364">
              <a:lnSpc>
                <a:spcPct val="120000"/>
              </a:lnSpc>
              <a:buFont typeface="Arial"/>
              <a:buChar char="•"/>
              <a:defRPr sz="3500">
                <a:solidFill>
                  <a:schemeClr val="bg1"/>
                </a:solidFill>
                <a:latin typeface="+mn-lt"/>
              </a:defRPr>
            </a:lvl2pPr>
            <a:lvl3pPr marL="1791649" indent="-527244">
              <a:lnSpc>
                <a:spcPct val="120000"/>
              </a:lnSpc>
              <a:buFont typeface="Arial"/>
              <a:buChar char="•"/>
              <a:defRPr sz="2800">
                <a:solidFill>
                  <a:schemeClr val="bg1"/>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942345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Secondary full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8" name="Picture 7" descr="Footer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10"/>
            <a:ext cx="2844800" cy="365125"/>
          </a:xfrm>
          <a:prstGeom prst="rect">
            <a:avLst/>
          </a:prstGeom>
        </p:spPr>
        <p:txBody>
          <a:bodyPr lIns="117175" tIns="58586" rIns="117175" bIns="58586" anchor="ctr"/>
          <a:lstStyle>
            <a:lvl1pPr algn="r">
              <a:defRPr sz="1800">
                <a:solidFill>
                  <a:schemeClr val="bg1"/>
                </a:solidFill>
              </a:defRPr>
            </a:lvl1pPr>
          </a:lstStyle>
          <a:p>
            <a:pPr defTabSz="913961"/>
            <a:fld id="{5D762165-7DD1-43A8-AF3E-02B3DB1B40E1}" type="slidenum">
              <a:rPr lang="en-NZ" smtClean="0">
                <a:solidFill>
                  <a:prstClr val="white"/>
                </a:solidFill>
              </a:rPr>
              <a:pPr defTabSz="913961"/>
              <a:t>‹#›</a:t>
            </a:fld>
            <a:endParaRPr lang="en-NZ">
              <a:solidFill>
                <a:prstClr val="white"/>
              </a:solidFill>
            </a:endParaRPr>
          </a:p>
        </p:txBody>
      </p:sp>
      <p:sp>
        <p:nvSpPr>
          <p:cNvPr id="6" name="Title Placeholder 1"/>
          <p:cNvSpPr>
            <a:spLocks noGrp="1"/>
          </p:cNvSpPr>
          <p:nvPr>
            <p:ph type="title"/>
          </p:nvPr>
        </p:nvSpPr>
        <p:spPr>
          <a:xfrm>
            <a:off x="230293" y="173039"/>
            <a:ext cx="8880000" cy="1143000"/>
          </a:xfrm>
          <a:prstGeom prst="rect">
            <a:avLst/>
          </a:prstGeom>
        </p:spPr>
        <p:txBody>
          <a:bodyPr vert="horz" lIns="117175" tIns="58586" rIns="117175" bIns="58586" rtlCol="0" anchor="ctr">
            <a:normAutofit/>
          </a:bodyPr>
          <a:lstStyle/>
          <a:p>
            <a:r>
              <a:rPr lang="en-US"/>
              <a:t>Click to edit Master title style</a:t>
            </a:r>
            <a:endParaRPr lang="en-US" dirty="0"/>
          </a:p>
        </p:txBody>
      </p:sp>
      <p:sp>
        <p:nvSpPr>
          <p:cNvPr id="7"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175" tIns="58586" rIns="117175" bIns="58586" rtlCol="0">
            <a:normAutofit/>
          </a:bodyPr>
          <a:lstStyle>
            <a:lvl1pPr marL="0" indent="0">
              <a:lnSpc>
                <a:spcPct val="120000"/>
              </a:lnSpc>
              <a:buFont typeface="Arial"/>
              <a:buNone/>
              <a:defRPr sz="3700" b="1">
                <a:solidFill>
                  <a:schemeClr val="tx2"/>
                </a:solidFill>
                <a:latin typeface="+mn-lt"/>
              </a:defRPr>
            </a:lvl1pPr>
            <a:lvl2pPr marL="829918" indent="-439364">
              <a:lnSpc>
                <a:spcPct val="120000"/>
              </a:lnSpc>
              <a:buFont typeface="Arial"/>
              <a:buChar char="•"/>
              <a:defRPr sz="3500">
                <a:solidFill>
                  <a:schemeClr val="tx2"/>
                </a:solidFill>
                <a:latin typeface="+mn-lt"/>
              </a:defRPr>
            </a:lvl2pPr>
            <a:lvl3pPr marL="1791649" indent="-527244">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472207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Secondary half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175" tIns="58586" rIns="117175" bIns="58586"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175" tIns="58586" rIns="117175" bIns="58586" rtlCol="0">
            <a:normAutofit/>
          </a:bodyPr>
          <a:lstStyle>
            <a:lvl1pPr marL="0" indent="0">
              <a:lnSpc>
                <a:spcPct val="120000"/>
              </a:lnSpc>
              <a:buFont typeface="Arial"/>
              <a:buNone/>
              <a:defRPr sz="3700" b="1">
                <a:solidFill>
                  <a:schemeClr val="tx2"/>
                </a:solidFill>
                <a:latin typeface="+mn-lt"/>
              </a:defRPr>
            </a:lvl1pPr>
            <a:lvl2pPr marL="829918" indent="-439364">
              <a:lnSpc>
                <a:spcPct val="120000"/>
              </a:lnSpc>
              <a:buFont typeface="Arial"/>
              <a:buChar char="•"/>
              <a:defRPr sz="3500">
                <a:solidFill>
                  <a:schemeClr val="tx2"/>
                </a:solidFill>
                <a:latin typeface="+mn-lt"/>
              </a:defRPr>
            </a:lvl2pPr>
            <a:lvl3pPr marL="1791649" indent="-527244">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94719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1966716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Tertiary values 1">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3532410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p:cSld name="Tertiary values 2">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3643430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p:cSld name="Tertiary values 3">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3883279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p:cSld name="Tertiary values 4">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3485554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p:cSld name="Tertiary values 5">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3679390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p:cSld name="Tertiary with photos">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175" tIns="58586" rIns="117175" bIns="58586"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6" y="1388265"/>
            <a:ext cx="5879253" cy="4654594"/>
          </a:xfrm>
          <a:prstGeom prst="rect">
            <a:avLst/>
          </a:prstGeom>
        </p:spPr>
        <p:txBody>
          <a:bodyPr vert="horz" lIns="117175" tIns="58586" rIns="117175" bIns="58586" rtlCol="0">
            <a:normAutofit/>
          </a:bodyPr>
          <a:lstStyle>
            <a:lvl1pPr marL="0" marR="0" indent="0" algn="l" defTabSz="702991" rtl="0" eaLnBrk="1" fontAlgn="auto" latinLnBrk="0" hangingPunct="1">
              <a:lnSpc>
                <a:spcPct val="130000"/>
              </a:lnSpc>
              <a:spcBef>
                <a:spcPct val="0"/>
              </a:spcBef>
              <a:spcAft>
                <a:spcPts val="0"/>
              </a:spcAft>
              <a:buClrTx/>
              <a:buSzTx/>
              <a:buFont typeface="Arial"/>
              <a:buNone/>
              <a:tabLst/>
              <a:defRPr lang="en-AU" sz="3700" smtClean="0">
                <a:effectLst/>
              </a:defRPr>
            </a:lvl1pPr>
            <a:lvl2pPr marL="0" indent="0">
              <a:lnSpc>
                <a:spcPct val="120000"/>
              </a:lnSpc>
              <a:buFont typeface="Arial"/>
              <a:buNone/>
              <a:tabLst/>
              <a:defRPr sz="3500">
                <a:solidFill>
                  <a:schemeClr val="tx2"/>
                </a:solidFill>
                <a:latin typeface="+mn-lt"/>
              </a:defRPr>
            </a:lvl2pPr>
            <a:lvl3pPr marL="439364" indent="-439364">
              <a:lnSpc>
                <a:spcPct val="130000"/>
              </a:lnSpc>
              <a:buFont typeface="Arial"/>
              <a:buChar char="•"/>
              <a:tabLst/>
              <a:defRPr sz="3500" baseline="0">
                <a:solidFill>
                  <a:schemeClr val="tx2"/>
                </a:solidFill>
                <a:latin typeface="+mn-lt"/>
              </a:defRPr>
            </a:lvl3pPr>
            <a:lvl4pPr marL="0" indent="0">
              <a:buFont typeface="Arial"/>
              <a:buNone/>
              <a:defRPr sz="3700">
                <a:solidFill>
                  <a:schemeClr val="bg1"/>
                </a:solidFill>
              </a:defRPr>
            </a:lvl4pPr>
          </a:lstStyle>
          <a:p>
            <a:pPr lvl="0"/>
            <a:r>
              <a:rPr lang="en-AU" dirty="0"/>
              <a:t>Inserting a new slide</a:t>
            </a:r>
          </a:p>
          <a:p>
            <a:pPr lvl="2"/>
            <a:r>
              <a:rPr lang="en-AU" dirty="0"/>
              <a:t>Click the New Slide dropdown on the Home tab</a:t>
            </a:r>
          </a:p>
          <a:p>
            <a:pPr lvl="2"/>
            <a:r>
              <a:rPr lang="en-AU" dirty="0"/>
              <a:t>Select the desired layout</a:t>
            </a:r>
          </a:p>
          <a:p>
            <a:pPr marL="0" marR="0" lvl="0" indent="0" algn="l" defTabSz="702991" rtl="0" eaLnBrk="1" fontAlgn="auto" latinLnBrk="0" hangingPunct="1">
              <a:lnSpc>
                <a:spcPct val="130000"/>
              </a:lnSpc>
              <a:spcBef>
                <a:spcPct val="0"/>
              </a:spcBef>
              <a:spcAft>
                <a:spcPts val="0"/>
              </a:spcAft>
              <a:buClrTx/>
              <a:buSzTx/>
              <a:buFont typeface="Arial"/>
              <a:buNone/>
              <a:tabLst/>
              <a:defRPr/>
            </a:pPr>
            <a:endParaRPr lang="en-AU" sz="1200" dirty="0">
              <a:effectLst/>
              <a:latin typeface="+mn-lt"/>
              <a:ea typeface="ＭＳ 明朝"/>
              <a:cs typeface="Times New Roman"/>
            </a:endParaRPr>
          </a:p>
          <a:p>
            <a:pPr lvl="0"/>
            <a:endParaRPr lang="en-AU" dirty="0"/>
          </a:p>
        </p:txBody>
      </p:sp>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
        <p:nvSpPr>
          <p:cNvPr id="4" name="Picture Placeholder 3"/>
          <p:cNvSpPr>
            <a:spLocks noGrp="1"/>
          </p:cNvSpPr>
          <p:nvPr>
            <p:ph type="pic" sz="quarter" idx="13"/>
          </p:nvPr>
        </p:nvSpPr>
        <p:spPr>
          <a:xfrm>
            <a:off x="6394192" y="1585596"/>
            <a:ext cx="2683104" cy="1990726"/>
          </a:xfrm>
          <a:prstGeom prst="rect">
            <a:avLst/>
          </a:prstGeom>
        </p:spPr>
        <p:txBody>
          <a:bodyPr vert="horz" lIns="117175" tIns="58586" rIns="117175" bIns="58586"/>
          <a:lstStyle/>
          <a:p>
            <a:r>
              <a:rPr lang="en-US"/>
              <a:t>Click icon to add picture</a:t>
            </a:r>
          </a:p>
        </p:txBody>
      </p:sp>
      <p:sp>
        <p:nvSpPr>
          <p:cNvPr id="13" name="Picture Placeholder 3"/>
          <p:cNvSpPr>
            <a:spLocks noGrp="1"/>
          </p:cNvSpPr>
          <p:nvPr>
            <p:ph type="pic" sz="quarter" idx="14"/>
          </p:nvPr>
        </p:nvSpPr>
        <p:spPr>
          <a:xfrm>
            <a:off x="9320320" y="1585596"/>
            <a:ext cx="2648325" cy="1990726"/>
          </a:xfrm>
          <a:prstGeom prst="rect">
            <a:avLst/>
          </a:prstGeom>
        </p:spPr>
        <p:txBody>
          <a:bodyPr vert="horz" lIns="117175" tIns="58586" rIns="117175" bIns="58586"/>
          <a:lstStyle/>
          <a:p>
            <a:r>
              <a:rPr lang="en-US"/>
              <a:t>Click icon to add picture</a:t>
            </a:r>
          </a:p>
        </p:txBody>
      </p:sp>
      <p:pic>
        <p:nvPicPr>
          <p:cNvPr id="15" name="Picture 14"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185789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6.xml><?xml version="1.0" encoding="utf-8"?>
<p:sldLayout xmlns:a="http://schemas.openxmlformats.org/drawingml/2006/main" xmlns:r="http://schemas.openxmlformats.org/officeDocument/2006/relationships" xmlns:p="http://schemas.openxmlformats.org/presentationml/2006/main" type="twoTxTwoObj" preserve="1">
  <p:cSld name="Tertiary 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0293" y="173039"/>
            <a:ext cx="8880000" cy="1143000"/>
          </a:xfrm>
          <a:prstGeom prst="rect">
            <a:avLst/>
          </a:prstGeom>
        </p:spPr>
        <p:txBody>
          <a:bodyPr lIns="117175" tIns="58586" rIns="117175" bIns="58586" anchor="ctr"/>
          <a:lstStyle>
            <a:lvl1pPr>
              <a:defRPr/>
            </a:lvl1pPr>
          </a:lstStyle>
          <a:p>
            <a:r>
              <a:rPr lang="en-US"/>
              <a:t>Click to edit Master title style</a:t>
            </a:r>
            <a:endParaRPr lang="en-US" dirty="0"/>
          </a:p>
        </p:txBody>
      </p:sp>
      <p:pic>
        <p:nvPicPr>
          <p:cNvPr id="10" name="Picture 9"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sp>
        <p:nvSpPr>
          <p:cNvPr id="3" name="Text Placeholder 2"/>
          <p:cNvSpPr>
            <a:spLocks noGrp="1"/>
          </p:cNvSpPr>
          <p:nvPr>
            <p:ph type="body" idx="1"/>
          </p:nvPr>
        </p:nvSpPr>
        <p:spPr>
          <a:xfrm>
            <a:off x="379309" y="1535117"/>
            <a:ext cx="5617211" cy="639763"/>
          </a:xfrm>
          <a:prstGeom prst="rect">
            <a:avLst/>
          </a:prstGeom>
        </p:spPr>
        <p:txBody>
          <a:bodyPr lIns="117175" tIns="58586" rIns="117175" bIns="58586" anchor="b"/>
          <a:lstStyle>
            <a:lvl1pPr marL="0" indent="0">
              <a:buNone/>
              <a:defRPr sz="3700" b="1">
                <a:solidFill>
                  <a:schemeClr val="accent1"/>
                </a:solidFill>
              </a:defRPr>
            </a:lvl1pPr>
            <a:lvl2pPr marL="702991" indent="0">
              <a:buNone/>
              <a:defRPr sz="3100" b="1"/>
            </a:lvl2pPr>
            <a:lvl3pPr marL="1405982" indent="0">
              <a:buNone/>
              <a:defRPr sz="2800" b="1"/>
            </a:lvl3pPr>
            <a:lvl4pPr marL="2108972" indent="0">
              <a:buNone/>
              <a:defRPr sz="2600" b="1"/>
            </a:lvl4pPr>
            <a:lvl5pPr marL="2811964" indent="0">
              <a:buNone/>
              <a:defRPr sz="2600" b="1"/>
            </a:lvl5pPr>
            <a:lvl6pPr marL="3514953" indent="0">
              <a:buNone/>
              <a:defRPr sz="2600" b="1"/>
            </a:lvl6pPr>
            <a:lvl7pPr marL="4217952" indent="0">
              <a:buNone/>
              <a:defRPr sz="2600" b="1"/>
            </a:lvl7pPr>
            <a:lvl8pPr marL="4920936" indent="0">
              <a:buNone/>
              <a:defRPr sz="2600" b="1"/>
            </a:lvl8pPr>
            <a:lvl9pPr marL="5623926" indent="0">
              <a:buNone/>
              <a:defRPr sz="2600" b="1"/>
            </a:lvl9pPr>
          </a:lstStyle>
          <a:p>
            <a:pPr lvl="0"/>
            <a:r>
              <a:rPr lang="en-US"/>
              <a:t>Click to edit Master text styles</a:t>
            </a:r>
          </a:p>
        </p:txBody>
      </p:sp>
      <p:sp>
        <p:nvSpPr>
          <p:cNvPr id="4" name="Content Placeholder 3"/>
          <p:cNvSpPr>
            <a:spLocks noGrp="1"/>
          </p:cNvSpPr>
          <p:nvPr>
            <p:ph sz="half" idx="2"/>
          </p:nvPr>
        </p:nvSpPr>
        <p:spPr>
          <a:xfrm>
            <a:off x="379309" y="2174891"/>
            <a:ext cx="5617211" cy="3717925"/>
          </a:xfrm>
          <a:prstGeom prst="rect">
            <a:avLst/>
          </a:prstGeom>
        </p:spPr>
        <p:txBody>
          <a:bodyPr lIns="117175" tIns="58586" rIns="117175" bIns="58586"/>
          <a:lstStyle>
            <a:lvl1pPr>
              <a:defRPr sz="3500" b="0">
                <a:solidFill>
                  <a:srgbClr val="666366"/>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sp>
        <p:nvSpPr>
          <p:cNvPr id="5" name="Text Placeholder 4"/>
          <p:cNvSpPr>
            <a:spLocks noGrp="1"/>
          </p:cNvSpPr>
          <p:nvPr>
            <p:ph type="body" sz="quarter" idx="3"/>
          </p:nvPr>
        </p:nvSpPr>
        <p:spPr>
          <a:xfrm>
            <a:off x="6193402" y="1535117"/>
            <a:ext cx="5619327" cy="639763"/>
          </a:xfrm>
          <a:prstGeom prst="rect">
            <a:avLst/>
          </a:prstGeom>
        </p:spPr>
        <p:txBody>
          <a:bodyPr lIns="117175" tIns="58586" rIns="117175" bIns="58586" anchor="b"/>
          <a:lstStyle>
            <a:lvl1pPr marL="0" indent="0">
              <a:buNone/>
              <a:defRPr sz="3700" b="1">
                <a:solidFill>
                  <a:srgbClr val="009645"/>
                </a:solidFill>
              </a:defRPr>
            </a:lvl1pPr>
            <a:lvl2pPr marL="702991" indent="0">
              <a:buNone/>
              <a:defRPr sz="3100" b="1"/>
            </a:lvl2pPr>
            <a:lvl3pPr marL="1405982" indent="0">
              <a:buNone/>
              <a:defRPr sz="2800" b="1"/>
            </a:lvl3pPr>
            <a:lvl4pPr marL="2108972" indent="0">
              <a:buNone/>
              <a:defRPr sz="2600" b="1"/>
            </a:lvl4pPr>
            <a:lvl5pPr marL="2811964" indent="0">
              <a:buNone/>
              <a:defRPr sz="2600" b="1"/>
            </a:lvl5pPr>
            <a:lvl6pPr marL="3514953" indent="0">
              <a:buNone/>
              <a:defRPr sz="2600" b="1"/>
            </a:lvl6pPr>
            <a:lvl7pPr marL="4217952" indent="0">
              <a:buNone/>
              <a:defRPr sz="2600" b="1"/>
            </a:lvl7pPr>
            <a:lvl8pPr marL="4920936" indent="0">
              <a:buNone/>
              <a:defRPr sz="2600" b="1"/>
            </a:lvl8pPr>
            <a:lvl9pPr marL="5623926" indent="0">
              <a:buNone/>
              <a:defRPr sz="2600" b="1"/>
            </a:lvl9pPr>
          </a:lstStyle>
          <a:p>
            <a:pPr lvl="0"/>
            <a:r>
              <a:rPr lang="en-US"/>
              <a:t>Click to edit Master text styles</a:t>
            </a:r>
          </a:p>
        </p:txBody>
      </p:sp>
      <p:sp>
        <p:nvSpPr>
          <p:cNvPr id="6" name="Content Placeholder 5"/>
          <p:cNvSpPr>
            <a:spLocks noGrp="1"/>
          </p:cNvSpPr>
          <p:nvPr>
            <p:ph sz="quarter" idx="4"/>
          </p:nvPr>
        </p:nvSpPr>
        <p:spPr>
          <a:xfrm>
            <a:off x="6193402" y="2174891"/>
            <a:ext cx="5619327" cy="3717925"/>
          </a:xfrm>
          <a:prstGeom prst="rect">
            <a:avLst/>
          </a:prstGeom>
        </p:spPr>
        <p:txBody>
          <a:bodyPr lIns="117175" tIns="58586" rIns="117175" bIns="58586"/>
          <a:lstStyle>
            <a:lvl1pPr>
              <a:defRPr sz="3500" b="0">
                <a:solidFill>
                  <a:schemeClr val="tx2"/>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pic>
        <p:nvPicPr>
          <p:cNvPr id="12" name="Picture 11"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3"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4" name="Footer Placeholder 4"/>
          <p:cNvSpPr>
            <a:spLocks noGrp="1"/>
          </p:cNvSpPr>
          <p:nvPr>
            <p:ph type="ftr" sz="quarter" idx="1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pic>
        <p:nvPicPr>
          <p:cNvPr id="16" name="Picture 15"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4078455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p:cSld name="Tertiary chart">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3" name="Picture 2" descr="Grey_Panel992x662.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30319" y="162561"/>
            <a:ext cx="11748751" cy="5880298"/>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
        <p:nvSpPr>
          <p:cNvPr id="7" name="Chart Placeholder 6"/>
          <p:cNvSpPr>
            <a:spLocks noGrp="1"/>
          </p:cNvSpPr>
          <p:nvPr>
            <p:ph type="chart" sz="quarter" idx="13"/>
          </p:nvPr>
        </p:nvSpPr>
        <p:spPr>
          <a:xfrm>
            <a:off x="230724" y="161931"/>
            <a:ext cx="11747501" cy="5881688"/>
          </a:xfrm>
          <a:prstGeom prst="rect">
            <a:avLst/>
          </a:prstGeom>
        </p:spPr>
        <p:txBody>
          <a:bodyPr vert="horz" lIns="117175" tIns="58586" rIns="117175" bIns="58586"/>
          <a:lstStyle/>
          <a:p>
            <a:r>
              <a:rPr lang="en-US"/>
              <a:t>Click icon to add chart</a:t>
            </a:r>
            <a:endParaRPr lang="en-US" dirty="0"/>
          </a:p>
        </p:txBody>
      </p:sp>
    </p:spTree>
    <p:extLst>
      <p:ext uri="{BB962C8B-B14F-4D97-AF65-F5344CB8AC3E}">
        <p14:creationId xmlns:p14="http://schemas.microsoft.com/office/powerpoint/2010/main" val="37677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p:cSld name="2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Tree>
    <p:extLst>
      <p:ext uri="{BB962C8B-B14F-4D97-AF65-F5344CB8AC3E}">
        <p14:creationId xmlns:p14="http://schemas.microsoft.com/office/powerpoint/2010/main" val="3967876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p:cSld name="1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6" name="Picture 5"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051375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p:cSld name="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10"/>
            <a:ext cx="2844800" cy="365125"/>
          </a:xfrm>
          <a:prstGeom prst="rect">
            <a:avLst/>
          </a:prstGeom>
        </p:spPr>
        <p:txBody>
          <a:bodyPr lIns="117175" tIns="58586" rIns="117175" bIns="58586" anchor="ctr"/>
          <a:lstStyle>
            <a:lvl1pPr algn="r">
              <a:defRPr sz="1800">
                <a:solidFill>
                  <a:schemeClr val="bg1"/>
                </a:solidFill>
              </a:defRPr>
            </a:lvl1pPr>
          </a:lstStyle>
          <a:p>
            <a:pPr defTabSz="913961"/>
            <a:fld id="{5D762165-7DD1-43A8-AF3E-02B3DB1B40E1}" type="slidenum">
              <a:rPr lang="en-NZ" smtClean="0">
                <a:solidFill>
                  <a:prstClr val="white"/>
                </a:solidFill>
              </a:rPr>
              <a:pPr defTabSz="913961"/>
              <a:t>‹#›</a:t>
            </a:fld>
            <a:endParaRPr lang="en-NZ">
              <a:solidFill>
                <a:prstClr val="white"/>
              </a:solidFill>
            </a:endParaRPr>
          </a:p>
        </p:txBody>
      </p:sp>
      <p:sp>
        <p:nvSpPr>
          <p:cNvPr id="7"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4048440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p:cSld name="1_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10"/>
            <a:ext cx="2844800" cy="365125"/>
          </a:xfrm>
          <a:prstGeom prst="rect">
            <a:avLst/>
          </a:prstGeom>
        </p:spPr>
        <p:txBody>
          <a:bodyPr lIns="117175" tIns="58586" rIns="117175" bIns="58586" anchor="ctr"/>
          <a:lstStyle>
            <a:lvl1pPr algn="r">
              <a:defRPr sz="1800">
                <a:solidFill>
                  <a:schemeClr val="bg1"/>
                </a:solidFill>
              </a:defRPr>
            </a:lvl1pPr>
          </a:lstStyle>
          <a:p>
            <a:pPr defTabSz="913961"/>
            <a:fld id="{5D762165-7DD1-43A8-AF3E-02B3DB1B40E1}" type="slidenum">
              <a:rPr lang="en-NZ" smtClean="0">
                <a:solidFill>
                  <a:prstClr val="white"/>
                </a:solidFill>
              </a:rPr>
              <a:pPr defTabSz="913961"/>
              <a:t>‹#›</a:t>
            </a:fld>
            <a:endParaRPr lang="en-NZ">
              <a:solidFill>
                <a:prstClr val="white"/>
              </a:solidFill>
            </a:endParaRPr>
          </a:p>
        </p:txBody>
      </p:sp>
      <p:sp>
        <p:nvSpPr>
          <p:cNvPr id="7"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pic>
        <p:nvPicPr>
          <p:cNvPr id="9" name="Picture 8"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3577683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2.xml><?xml version="1.0" encoding="utf-8"?>
<p:sldLayout xmlns:a="http://schemas.openxmlformats.org/drawingml/2006/main" xmlns:r="http://schemas.openxmlformats.org/officeDocument/2006/relationships" xmlns:p="http://schemas.openxmlformats.org/presentationml/2006/main" type="secHead" preserve="1">
  <p:cSld name="1_Title page">
    <p:spTree>
      <p:nvGrpSpPr>
        <p:cNvPr id="1" name=""/>
        <p:cNvGrpSpPr/>
        <p:nvPr/>
      </p:nvGrpSpPr>
      <p:grpSpPr>
        <a:xfrm>
          <a:off x="0" y="0"/>
          <a:ext cx="0" cy="0"/>
          <a:chOff x="0" y="0"/>
          <a:chExt cx="0" cy="0"/>
        </a:xfrm>
      </p:grpSpPr>
      <p:pic>
        <p:nvPicPr>
          <p:cNvPr id="7" name="Picture 6" descr="GreenEnd992x73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8232" y="176969"/>
            <a:ext cx="11706381" cy="6514036"/>
          </a:xfrm>
          <a:prstGeom prst="rect">
            <a:avLst/>
          </a:prstGeom>
        </p:spPr>
      </p:pic>
      <p:sp>
        <p:nvSpPr>
          <p:cNvPr id="2" name="Title 1"/>
          <p:cNvSpPr>
            <a:spLocks noGrp="1"/>
          </p:cNvSpPr>
          <p:nvPr>
            <p:ph type="title" hasCustomPrompt="1"/>
          </p:nvPr>
        </p:nvSpPr>
        <p:spPr>
          <a:xfrm>
            <a:off x="448311" y="1289055"/>
            <a:ext cx="10363200" cy="673100"/>
          </a:xfrm>
          <a:prstGeom prst="rect">
            <a:avLst/>
          </a:prstGeom>
        </p:spPr>
        <p:txBody>
          <a:bodyPr lIns="117175" tIns="58586" rIns="117175" bIns="58586" anchor="t"/>
          <a:lstStyle>
            <a:lvl1pPr algn="l">
              <a:defRPr sz="5500" b="0" cap="none" baseline="0">
                <a:solidFill>
                  <a:schemeClr val="bg1"/>
                </a:solidFill>
              </a:defRPr>
            </a:lvl1pPr>
          </a:lstStyle>
          <a:p>
            <a:r>
              <a:rPr lang="en-AU" dirty="0"/>
              <a:t>Client brand promise, Calibri 36pt</a:t>
            </a:r>
            <a:endParaRPr lang="en-US" dirty="0"/>
          </a:p>
        </p:txBody>
      </p:sp>
      <p:sp>
        <p:nvSpPr>
          <p:cNvPr id="3" name="Text Placeholder 2"/>
          <p:cNvSpPr>
            <a:spLocks noGrp="1"/>
          </p:cNvSpPr>
          <p:nvPr>
            <p:ph type="body" idx="1" hasCustomPrompt="1"/>
          </p:nvPr>
        </p:nvSpPr>
        <p:spPr>
          <a:xfrm>
            <a:off x="448311" y="4862837"/>
            <a:ext cx="10363200" cy="515620"/>
          </a:xfrm>
          <a:prstGeom prst="rect">
            <a:avLst/>
          </a:prstGeom>
        </p:spPr>
        <p:txBody>
          <a:bodyPr lIns="117175" tIns="58586" rIns="117175" bIns="58586" anchor="b"/>
          <a:lstStyle>
            <a:lvl1pPr marL="0" indent="0">
              <a:buNone/>
              <a:defRPr sz="2800" b="0" baseline="0">
                <a:solidFill>
                  <a:schemeClr val="bg1"/>
                </a:solidFill>
              </a:defRPr>
            </a:lvl1pPr>
            <a:lvl2pPr marL="702991" indent="0">
              <a:buNone/>
              <a:defRPr sz="2800">
                <a:solidFill>
                  <a:schemeClr val="tx1">
                    <a:tint val="75000"/>
                  </a:schemeClr>
                </a:solidFill>
              </a:defRPr>
            </a:lvl2pPr>
            <a:lvl3pPr marL="1405982" indent="0">
              <a:buNone/>
              <a:defRPr sz="2600">
                <a:solidFill>
                  <a:schemeClr val="tx1">
                    <a:tint val="75000"/>
                  </a:schemeClr>
                </a:solidFill>
              </a:defRPr>
            </a:lvl3pPr>
            <a:lvl4pPr marL="2108972" indent="0">
              <a:buNone/>
              <a:defRPr sz="2200">
                <a:solidFill>
                  <a:schemeClr val="tx1">
                    <a:tint val="75000"/>
                  </a:schemeClr>
                </a:solidFill>
              </a:defRPr>
            </a:lvl4pPr>
            <a:lvl5pPr marL="2811964" indent="0">
              <a:buNone/>
              <a:defRPr sz="2200">
                <a:solidFill>
                  <a:schemeClr val="tx1">
                    <a:tint val="75000"/>
                  </a:schemeClr>
                </a:solidFill>
              </a:defRPr>
            </a:lvl5pPr>
            <a:lvl6pPr marL="3514953" indent="0">
              <a:buNone/>
              <a:defRPr sz="2200">
                <a:solidFill>
                  <a:schemeClr val="tx1">
                    <a:tint val="75000"/>
                  </a:schemeClr>
                </a:solidFill>
              </a:defRPr>
            </a:lvl6pPr>
            <a:lvl7pPr marL="4217952" indent="0">
              <a:buNone/>
              <a:defRPr sz="2200">
                <a:solidFill>
                  <a:schemeClr val="tx1">
                    <a:tint val="75000"/>
                  </a:schemeClr>
                </a:solidFill>
              </a:defRPr>
            </a:lvl7pPr>
            <a:lvl8pPr marL="4920936" indent="0">
              <a:buNone/>
              <a:defRPr sz="2200">
                <a:solidFill>
                  <a:schemeClr val="tx1">
                    <a:tint val="75000"/>
                  </a:schemeClr>
                </a:solidFill>
              </a:defRPr>
            </a:lvl8pPr>
            <a:lvl9pPr marL="5623926" indent="0">
              <a:buNone/>
              <a:defRPr sz="2200">
                <a:solidFill>
                  <a:schemeClr val="tx1">
                    <a:tint val="75000"/>
                  </a:schemeClr>
                </a:solidFill>
              </a:defRPr>
            </a:lvl9pPr>
          </a:lstStyle>
          <a:p>
            <a:pPr lvl="0"/>
            <a:r>
              <a:rPr lang="en-AU" dirty="0"/>
              <a:t>Click to add subhead, Calibri 18pt</a:t>
            </a:r>
          </a:p>
        </p:txBody>
      </p:sp>
      <p:sp>
        <p:nvSpPr>
          <p:cNvPr id="6"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293676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55"/>
            <a:ext cx="10363200" cy="1470025"/>
          </a:xfrm>
          <a:prstGeom prst="rect">
            <a:avLst/>
          </a:prstGeom>
        </p:spPr>
        <p:txBody>
          <a:bodyPr lIns="117175" tIns="58586" rIns="117175" bIns="58586"/>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lIns="117175" tIns="58586" rIns="117175" bIns="58586"/>
          <a:lstStyle>
            <a:lvl1pPr marL="0" indent="0" algn="ctr">
              <a:buNone/>
              <a:defRPr>
                <a:solidFill>
                  <a:schemeClr val="tx1">
                    <a:tint val="75000"/>
                  </a:schemeClr>
                </a:solidFill>
              </a:defRPr>
            </a:lvl1pPr>
            <a:lvl2pPr marL="702991" indent="0" algn="ctr">
              <a:buNone/>
              <a:defRPr>
                <a:solidFill>
                  <a:schemeClr val="tx1">
                    <a:tint val="75000"/>
                  </a:schemeClr>
                </a:solidFill>
              </a:defRPr>
            </a:lvl2pPr>
            <a:lvl3pPr marL="1405982" indent="0" algn="ctr">
              <a:buNone/>
              <a:defRPr>
                <a:solidFill>
                  <a:schemeClr val="tx1">
                    <a:tint val="75000"/>
                  </a:schemeClr>
                </a:solidFill>
              </a:defRPr>
            </a:lvl3pPr>
            <a:lvl4pPr marL="2108972" indent="0" algn="ctr">
              <a:buNone/>
              <a:defRPr>
                <a:solidFill>
                  <a:schemeClr val="tx1">
                    <a:tint val="75000"/>
                  </a:schemeClr>
                </a:solidFill>
              </a:defRPr>
            </a:lvl4pPr>
            <a:lvl5pPr marL="2811964" indent="0" algn="ctr">
              <a:buNone/>
              <a:defRPr>
                <a:solidFill>
                  <a:schemeClr val="tx1">
                    <a:tint val="75000"/>
                  </a:schemeClr>
                </a:solidFill>
              </a:defRPr>
            </a:lvl5pPr>
            <a:lvl6pPr marL="3514953" indent="0" algn="ctr">
              <a:buNone/>
              <a:defRPr>
                <a:solidFill>
                  <a:schemeClr val="tx1">
                    <a:tint val="75000"/>
                  </a:schemeClr>
                </a:solidFill>
              </a:defRPr>
            </a:lvl6pPr>
            <a:lvl7pPr marL="4217952" indent="0" algn="ctr">
              <a:buNone/>
              <a:defRPr>
                <a:solidFill>
                  <a:schemeClr val="tx1">
                    <a:tint val="75000"/>
                  </a:schemeClr>
                </a:solidFill>
              </a:defRPr>
            </a:lvl7pPr>
            <a:lvl8pPr marL="4920936" indent="0" algn="ctr">
              <a:buNone/>
              <a:defRPr>
                <a:solidFill>
                  <a:schemeClr val="tx1">
                    <a:tint val="75000"/>
                  </a:schemeClr>
                </a:solidFill>
              </a:defRPr>
            </a:lvl8pPr>
            <a:lvl9pPr marL="562392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230293" y="6356381"/>
            <a:ext cx="2844800" cy="365125"/>
          </a:xfrm>
          <a:prstGeom prst="rect">
            <a:avLst/>
          </a:prstGeom>
        </p:spPr>
        <p:txBody>
          <a:bodyPr lIns="117175" tIns="58586" rIns="117175" bIns="58586"/>
          <a:lstStyle/>
          <a:p>
            <a:pPr defTabSz="913961"/>
            <a:fld id="{505B9593-95F5-4191-8057-F1E447DD5737}" type="datetimeFigureOut">
              <a:rPr lang="en-NZ" smtClean="0">
                <a:solidFill>
                  <a:srgbClr val="1A472B"/>
                </a:solidFill>
              </a:rPr>
              <a:pPr defTabSz="913961"/>
              <a:t>16/07/2024</a:t>
            </a:fld>
            <a:endParaRPr lang="en-NZ">
              <a:solidFill>
                <a:srgbClr val="1A472B"/>
              </a:solidFill>
            </a:endParaRPr>
          </a:p>
        </p:txBody>
      </p:sp>
      <p:sp>
        <p:nvSpPr>
          <p:cNvPr id="5" name="Footer Placeholder 4"/>
          <p:cNvSpPr>
            <a:spLocks noGrp="1"/>
          </p:cNvSpPr>
          <p:nvPr>
            <p:ph type="ftr" sz="quarter" idx="11"/>
          </p:nvPr>
        </p:nvSpPr>
        <p:spPr>
          <a:xfrm>
            <a:off x="3075096" y="6356381"/>
            <a:ext cx="5879253" cy="365125"/>
          </a:xfrm>
          <a:prstGeom prst="rect">
            <a:avLst/>
          </a:prstGeom>
        </p:spPr>
        <p:txBody>
          <a:bodyPr lIns="117175" tIns="58586" rIns="117175" bIns="58586"/>
          <a:lstStyle/>
          <a:p>
            <a:pPr defTabSz="913961"/>
            <a:endParaRPr lang="en-NZ">
              <a:solidFill>
                <a:srgbClr val="1A472B"/>
              </a:solidFill>
            </a:endParaRPr>
          </a:p>
        </p:txBody>
      </p:sp>
      <p:sp>
        <p:nvSpPr>
          <p:cNvPr id="6" name="Slide Number Placeholder 5"/>
          <p:cNvSpPr>
            <a:spLocks noGrp="1"/>
          </p:cNvSpPr>
          <p:nvPr>
            <p:ph type="sldNum" sz="quarter" idx="12"/>
          </p:nvPr>
        </p:nvSpPr>
        <p:spPr>
          <a:xfrm>
            <a:off x="9089813" y="6342410"/>
            <a:ext cx="2844800" cy="365125"/>
          </a:xfrm>
          <a:prstGeom prst="rect">
            <a:avLst/>
          </a:prstGeom>
        </p:spPr>
        <p:txBody>
          <a:bodyPr lIns="117175" tIns="58586" rIns="117175" bIns="58586"/>
          <a:lstStyle/>
          <a:p>
            <a:pPr defTabSz="913961"/>
            <a:fld id="{5D762165-7DD1-43A8-AF3E-02B3DB1B40E1}" type="slidenum">
              <a:rPr lang="en-NZ" smtClean="0">
                <a:solidFill>
                  <a:srgbClr val="1A472B"/>
                </a:solidFill>
              </a:rPr>
              <a:pPr defTabSz="913961"/>
              <a:t>‹#›</a:t>
            </a:fld>
            <a:endParaRPr lang="en-NZ">
              <a:solidFill>
                <a:srgbClr val="1A472B"/>
              </a:solidFill>
            </a:endParaRPr>
          </a:p>
        </p:txBody>
      </p:sp>
    </p:spTree>
    <p:extLst>
      <p:ext uri="{BB962C8B-B14F-4D97-AF65-F5344CB8AC3E}">
        <p14:creationId xmlns:p14="http://schemas.microsoft.com/office/powerpoint/2010/main" val="106495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4.xml><?xml version="1.0" encoding="utf-8"?>
<p:sldLayout xmlns:a="http://schemas.openxmlformats.org/drawingml/2006/main" xmlns:r="http://schemas.openxmlformats.org/officeDocument/2006/relationships" xmlns:p="http://schemas.openxmlformats.org/presentationml/2006/main">
  <p:cSld name="Main content w kowhaiwhai_Print option">
    <p:spTree>
      <p:nvGrpSpPr>
        <p:cNvPr id="1" name=""/>
        <p:cNvGrpSpPr/>
        <p:nvPr/>
      </p:nvGrpSpPr>
      <p:grpSpPr>
        <a:xfrm>
          <a:off x="0" y="0"/>
          <a:ext cx="0" cy="0"/>
          <a:chOff x="0" y="0"/>
          <a:chExt cx="0" cy="0"/>
        </a:xfrm>
      </p:grpSpPr>
      <p:pic>
        <p:nvPicPr>
          <p:cNvPr id="14" name="Picture 13" descr="Footer03_1024x74.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97211"/>
            <a:ext cx="12192000" cy="144860"/>
          </a:xfrm>
          <a:prstGeom prst="rect">
            <a:avLst/>
          </a:prstGeom>
        </p:spPr>
      </p:pic>
      <p:pic>
        <p:nvPicPr>
          <p:cNvPr id="5" name="Picture 4" descr="Logo177x78.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9561784" y="302885"/>
            <a:ext cx="2372829" cy="784241"/>
          </a:xfrm>
          <a:prstGeom prst="rect">
            <a:avLst/>
          </a:prstGeom>
        </p:spPr>
      </p:pic>
      <p:sp>
        <p:nvSpPr>
          <p:cNvPr id="8" name="Title Placeholder 1"/>
          <p:cNvSpPr>
            <a:spLocks noGrp="1"/>
          </p:cNvSpPr>
          <p:nvPr>
            <p:ph type="title" hasCustomPrompt="1"/>
          </p:nvPr>
        </p:nvSpPr>
        <p:spPr>
          <a:xfrm>
            <a:off x="230293" y="173038"/>
            <a:ext cx="8880000" cy="1143000"/>
          </a:xfrm>
          <a:prstGeom prst="rect">
            <a:avLst/>
          </a:prstGeom>
        </p:spPr>
        <p:txBody>
          <a:bodyPr vert="horz" lIns="117175" tIns="58586" rIns="117175" bIns="58586" rtlCol="0" anchor="ctr">
            <a:normAutofit/>
          </a:bodyPr>
          <a:lstStyle>
            <a:lvl1pPr>
              <a:defRPr>
                <a:solidFill>
                  <a:schemeClr val="tx1"/>
                </a:solidFill>
              </a:defRPr>
            </a:lvl1pPr>
          </a:lstStyle>
          <a:p>
            <a:r>
              <a:rPr lang="en-AU" dirty="0"/>
              <a:t>Click to add title - Calibri 36pt</a:t>
            </a:r>
            <a:endParaRPr lang="en-US" dirty="0"/>
          </a:p>
        </p:txBody>
      </p:sp>
      <p:sp>
        <p:nvSpPr>
          <p:cNvPr id="3" name="Text Placeholder 2"/>
          <p:cNvSpPr>
            <a:spLocks noGrp="1"/>
          </p:cNvSpPr>
          <p:nvPr>
            <p:ph type="body" sz="quarter" idx="13" hasCustomPrompt="1"/>
          </p:nvPr>
        </p:nvSpPr>
        <p:spPr>
          <a:xfrm>
            <a:off x="230742" y="1419235"/>
            <a:ext cx="11703049" cy="4702175"/>
          </a:xfrm>
          <a:prstGeom prst="rect">
            <a:avLst/>
          </a:prstGeom>
        </p:spPr>
        <p:txBody>
          <a:bodyPr vert="horz" lIns="117175" tIns="58586" rIns="117175" bIns="58586"/>
          <a:lstStyle>
            <a:lvl1pPr>
              <a:defRPr baseline="0">
                <a:solidFill>
                  <a:schemeClr val="tx1"/>
                </a:solidFill>
              </a:defRPr>
            </a:lvl1pPr>
            <a:lvl2pPr marL="0" indent="0">
              <a:tabLst/>
              <a:defRPr>
                <a:solidFill>
                  <a:schemeClr val="tx1"/>
                </a:solidFill>
              </a:defRPr>
            </a:lvl2pPr>
            <a:lvl3pPr>
              <a:defRPr>
                <a:solidFill>
                  <a:schemeClr val="tx1"/>
                </a:solidFill>
              </a:defRPr>
            </a:lvl3pPr>
            <a:lvl4pPr>
              <a:defRPr>
                <a:solidFill>
                  <a:schemeClr val="tx1"/>
                </a:solidFill>
              </a:defRPr>
            </a:lvl4pPr>
            <a:lvl5pPr marL="2094325" indent="-439364">
              <a:buFont typeface="Arial"/>
              <a:buChar char="•"/>
              <a:defRPr>
                <a:solidFill>
                  <a:schemeClr val="tx1"/>
                </a:solidFill>
              </a:defRPr>
            </a:lvl5pPr>
          </a:lstStyle>
          <a:p>
            <a:pPr lvl="0"/>
            <a:r>
              <a:rPr lang="en-AU" dirty="0"/>
              <a:t>Click to add text. Sub heading – Calibri Bold 24pt</a:t>
            </a:r>
          </a:p>
          <a:p>
            <a:pPr lvl="1"/>
            <a:r>
              <a:rPr lang="en-AU" dirty="0"/>
              <a:t>Second level – Calibri 24pt</a:t>
            </a:r>
          </a:p>
          <a:p>
            <a:pPr lvl="2"/>
            <a:r>
              <a:rPr lang="en-AU" dirty="0"/>
              <a:t>Third level – Calibri Bold 22pt</a:t>
            </a:r>
          </a:p>
          <a:p>
            <a:pPr lvl="3"/>
            <a:r>
              <a:rPr lang="en-AU" dirty="0"/>
              <a:t>Fourth level – Calibri 18pt</a:t>
            </a:r>
          </a:p>
          <a:p>
            <a:pPr lvl="4"/>
            <a:r>
              <a:rPr lang="en-AU" dirty="0"/>
              <a:t>Fifth level – Calibri 16pt</a:t>
            </a:r>
            <a:endParaRPr lang="en-US" dirty="0"/>
          </a:p>
          <a:p>
            <a:pPr lvl="0"/>
            <a:endParaRPr lang="en-US" dirty="0"/>
          </a:p>
        </p:txBody>
      </p:sp>
      <p:sp>
        <p:nvSpPr>
          <p:cNvPr id="9" name="Text Placeholder 8"/>
          <p:cNvSpPr>
            <a:spLocks noGrp="1"/>
          </p:cNvSpPr>
          <p:nvPr>
            <p:ph type="body" sz="quarter" idx="14" hasCustomPrompt="1"/>
          </p:nvPr>
        </p:nvSpPr>
        <p:spPr>
          <a:xfrm>
            <a:off x="230720" y="6342093"/>
            <a:ext cx="4995333" cy="365125"/>
          </a:xfrm>
          <a:prstGeom prst="rect">
            <a:avLst/>
          </a:prstGeom>
        </p:spPr>
        <p:txBody>
          <a:bodyPr vert="horz" lIns="117175" tIns="58586" rIns="117175" bIns="58586" anchor="ctr" anchorCtr="0"/>
          <a:lstStyle>
            <a:lvl1pPr marL="0" marR="0" indent="0" algn="l" defTabSz="702991" rtl="0" eaLnBrk="1" fontAlgn="auto" latinLnBrk="0" hangingPunct="1">
              <a:lnSpc>
                <a:spcPct val="100000"/>
              </a:lnSpc>
              <a:spcBef>
                <a:spcPct val="20000"/>
              </a:spcBef>
              <a:spcAft>
                <a:spcPts val="0"/>
              </a:spcAft>
              <a:buClrTx/>
              <a:buSzTx/>
              <a:buFont typeface="Courier New"/>
              <a:buNone/>
              <a:tabLst/>
              <a:defRPr sz="1800" b="0">
                <a:solidFill>
                  <a:schemeClr val="tx1"/>
                </a:solidFill>
              </a:defRPr>
            </a:lvl1pPr>
          </a:lstStyle>
          <a:p>
            <a:pPr marL="0" marR="0" lvl="0" indent="0" algn="l" defTabSz="702991" rtl="0" eaLnBrk="1" fontAlgn="auto" latinLnBrk="0" hangingPunct="1">
              <a:lnSpc>
                <a:spcPct val="100000"/>
              </a:lnSpc>
              <a:spcBef>
                <a:spcPct val="20000"/>
              </a:spcBef>
              <a:spcAft>
                <a:spcPts val="0"/>
              </a:spcAft>
              <a:buClrTx/>
              <a:buSzTx/>
              <a:buFont typeface="Courier New"/>
              <a:buNone/>
              <a:tabLst/>
              <a:defRPr/>
            </a:pPr>
            <a:r>
              <a:rPr lang="en-US" dirty="0">
                <a:solidFill>
                  <a:srgbClr val="1A472B"/>
                </a:solidFill>
              </a:rPr>
              <a:t>Click to add title in Calibri 12pt</a:t>
            </a:r>
            <a:endParaRPr lang="en-US" dirty="0">
              <a:solidFill>
                <a:schemeClr val="bg2"/>
              </a:solidFill>
            </a:endParaRPr>
          </a:p>
        </p:txBody>
      </p:sp>
      <p:sp>
        <p:nvSpPr>
          <p:cNvPr id="13" name="Text Placeholder 12"/>
          <p:cNvSpPr>
            <a:spLocks noGrp="1"/>
          </p:cNvSpPr>
          <p:nvPr>
            <p:ph type="body" sz="quarter" idx="15" hasCustomPrompt="1"/>
          </p:nvPr>
        </p:nvSpPr>
        <p:spPr>
          <a:xfrm>
            <a:off x="11430878" y="6342093"/>
            <a:ext cx="503767" cy="347663"/>
          </a:xfrm>
          <a:prstGeom prst="rect">
            <a:avLst/>
          </a:prstGeom>
        </p:spPr>
        <p:txBody>
          <a:bodyPr vert="horz" lIns="117175" tIns="58586" rIns="117175" bIns="58586" anchor="ctr" anchorCtr="0"/>
          <a:lstStyle>
            <a:lvl1pPr algn="r">
              <a:defRPr sz="1800">
                <a:solidFill>
                  <a:schemeClr val="tx1"/>
                </a:solidFill>
              </a:defRPr>
            </a:lvl1pPr>
          </a:lstStyle>
          <a:p>
            <a:pPr lvl="0"/>
            <a:fld id="{4D4F556E-231C-B544-9E8A-43AA8493A8CA}" type="slidenum">
              <a:rPr lang="en-US" smtClean="0"/>
              <a:t>‹#›</a:t>
            </a:fld>
            <a:endParaRPr lang="en-US" dirty="0"/>
          </a:p>
        </p:txBody>
      </p:sp>
    </p:spTree>
    <p:extLst>
      <p:ext uri="{BB962C8B-B14F-4D97-AF65-F5344CB8AC3E}">
        <p14:creationId xmlns:p14="http://schemas.microsoft.com/office/powerpoint/2010/main" val="1648426586"/>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cSld name="Plain content">
    <p:spTree>
      <p:nvGrpSpPr>
        <p:cNvPr id="1" name=""/>
        <p:cNvGrpSpPr/>
        <p:nvPr/>
      </p:nvGrpSpPr>
      <p:grpSpPr>
        <a:xfrm>
          <a:off x="0" y="0"/>
          <a:ext cx="0" cy="0"/>
          <a:chOff x="0" y="0"/>
          <a:chExt cx="0" cy="0"/>
        </a:xfrm>
      </p:grpSpPr>
      <p:pic>
        <p:nvPicPr>
          <p:cNvPr id="7" name="Picture 6"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1"/>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0"/>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
        <p:nvSpPr>
          <p:cNvPr id="8" name="Title Placeholder 1"/>
          <p:cNvSpPr>
            <a:spLocks noGrp="1"/>
          </p:cNvSpPr>
          <p:nvPr>
            <p:ph type="title" hasCustomPrompt="1"/>
          </p:nvPr>
        </p:nvSpPr>
        <p:spPr>
          <a:xfrm>
            <a:off x="230293" y="173038"/>
            <a:ext cx="8880000" cy="1143000"/>
          </a:xfrm>
          <a:prstGeom prst="rect">
            <a:avLst/>
          </a:prstGeom>
        </p:spPr>
        <p:txBody>
          <a:bodyPr vert="horz" lIns="117175" tIns="58586" rIns="117175" bIns="58586" rtlCol="0" anchor="ctr">
            <a:normAutofit/>
          </a:bodyPr>
          <a:lstStyle>
            <a:lvl1pPr>
              <a:defRPr>
                <a:solidFill>
                  <a:schemeClr val="tx1"/>
                </a:solidFill>
              </a:defRPr>
            </a:lvl1pPr>
          </a:lstStyle>
          <a:p>
            <a:r>
              <a:rPr lang="en-AU" dirty="0"/>
              <a:t>Click to add title - Calibri 36pt</a:t>
            </a:r>
            <a:endParaRPr lang="en-US" dirty="0"/>
          </a:p>
        </p:txBody>
      </p:sp>
      <p:pic>
        <p:nvPicPr>
          <p:cNvPr id="10" name="Picture 9"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481813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6.xml><?xml version="1.0" encoding="utf-8"?>
<p:sldLayout xmlns:a="http://schemas.openxmlformats.org/drawingml/2006/main" xmlns:r="http://schemas.openxmlformats.org/officeDocument/2006/relationships" xmlns:p="http://schemas.openxmlformats.org/presentationml/2006/main">
  <p:cSld name="Logo with no footer for pictur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0293" y="173038"/>
            <a:ext cx="8880000" cy="1143000"/>
          </a:xfrm>
          <a:prstGeom prst="rect">
            <a:avLst/>
          </a:prstGeom>
        </p:spPr>
        <p:txBody>
          <a:bodyPr lIns="117175" tIns="58586" rIns="117175" bIns="58586" anchor="ctr"/>
          <a:lstStyle>
            <a:lvl1pPr>
              <a:defRPr/>
            </a:lvl1pPr>
          </a:lstStyle>
          <a:p>
            <a:r>
              <a:rPr lang="en-AU" dirty="0"/>
              <a:t>Click to add title - Calibri 36pt</a:t>
            </a:r>
            <a:endParaRPr lang="en-US" dirty="0"/>
          </a:p>
        </p:txBody>
      </p:sp>
      <p:pic>
        <p:nvPicPr>
          <p:cNvPr id="4" name="Picture 3" descr="Logo 1024x700.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491929235"/>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cxnSp>
        <p:nvCxnSpPr>
          <p:cNvPr id="2" name="Straight Connector 1"/>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Picture 7"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4"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6453405"/>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25E54845-D984-4C7E-83C7-7F2DD3EC0D9B}" type="datetime1">
              <a:rPr lang="en-US" smtClean="0"/>
              <a:pPr/>
              <a:t>7/16/2024</a:t>
            </a:fld>
            <a:endParaRPr lang="en-US"/>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B88CF77F-9637-46ED-83E9-BC4A82A78AD1}" type="slidenum">
              <a:rPr lang="en-US" smtClean="0"/>
              <a:pPr/>
              <a:t>‹#›</a:t>
            </a:fld>
            <a:endParaRPr lang="en-US"/>
          </a:p>
        </p:txBody>
      </p:sp>
    </p:spTree>
    <p:extLst>
      <p:ext uri="{BB962C8B-B14F-4D97-AF65-F5344CB8AC3E}">
        <p14:creationId xmlns:p14="http://schemas.microsoft.com/office/powerpoint/2010/main" val="2465565530"/>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secHead" preserve="1">
  <p:cSld name="Title page">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89653" y="130941"/>
            <a:ext cx="11818768" cy="6576572"/>
          </a:xfrm>
          <a:prstGeom prst="rect">
            <a:avLst/>
          </a:prstGeom>
        </p:spPr>
      </p:pic>
      <p:sp>
        <p:nvSpPr>
          <p:cNvPr id="2" name="Title 1"/>
          <p:cNvSpPr>
            <a:spLocks noGrp="1"/>
          </p:cNvSpPr>
          <p:nvPr>
            <p:ph type="title"/>
          </p:nvPr>
        </p:nvSpPr>
        <p:spPr>
          <a:xfrm>
            <a:off x="963085" y="4406909"/>
            <a:ext cx="10363200" cy="1362076"/>
          </a:xfrm>
          <a:prstGeom prst="rect">
            <a:avLst/>
          </a:prstGeom>
        </p:spPr>
        <p:txBody>
          <a:bodyPr lIns="117226" tIns="58613" rIns="117226" bIns="58613" anchor="t"/>
          <a:lstStyle>
            <a:lvl1pPr algn="l">
              <a:defRPr sz="6200" b="1" cap="all"/>
            </a:lvl1pPr>
          </a:lstStyle>
          <a:p>
            <a:r>
              <a:rPr lang="en-US"/>
              <a:t>Click to edit Master title style</a:t>
            </a:r>
            <a:endParaRPr lang="en-US" dirty="0"/>
          </a:p>
        </p:txBody>
      </p:sp>
      <p:sp>
        <p:nvSpPr>
          <p:cNvPr id="3" name="Text Placeholder 2"/>
          <p:cNvSpPr>
            <a:spLocks noGrp="1"/>
          </p:cNvSpPr>
          <p:nvPr>
            <p:ph type="body" idx="1"/>
          </p:nvPr>
        </p:nvSpPr>
        <p:spPr>
          <a:xfrm>
            <a:off x="963085" y="2906713"/>
            <a:ext cx="10363200" cy="1500187"/>
          </a:xfrm>
          <a:prstGeom prst="rect">
            <a:avLst/>
          </a:prstGeom>
        </p:spPr>
        <p:txBody>
          <a:bodyPr lIns="117226" tIns="58613" rIns="117226" bIns="58613" anchor="b"/>
          <a:lstStyle>
            <a:lvl1pPr marL="0" indent="0">
              <a:buNone/>
              <a:defRPr sz="3100">
                <a:solidFill>
                  <a:schemeClr val="bg1"/>
                </a:solidFill>
              </a:defRPr>
            </a:lvl1pPr>
            <a:lvl2pPr marL="703301" indent="0">
              <a:buNone/>
              <a:defRPr sz="2800">
                <a:solidFill>
                  <a:schemeClr val="tx1">
                    <a:tint val="75000"/>
                  </a:schemeClr>
                </a:solidFill>
              </a:defRPr>
            </a:lvl2pPr>
            <a:lvl3pPr marL="1406603" indent="0">
              <a:buNone/>
              <a:defRPr sz="2500">
                <a:solidFill>
                  <a:schemeClr val="tx1">
                    <a:tint val="75000"/>
                  </a:schemeClr>
                </a:solidFill>
              </a:defRPr>
            </a:lvl3pPr>
            <a:lvl4pPr marL="2109900" indent="0">
              <a:buNone/>
              <a:defRPr sz="2200">
                <a:solidFill>
                  <a:schemeClr val="tx1">
                    <a:tint val="75000"/>
                  </a:schemeClr>
                </a:solidFill>
              </a:defRPr>
            </a:lvl4pPr>
            <a:lvl5pPr marL="2813202" indent="0">
              <a:buNone/>
              <a:defRPr sz="2200">
                <a:solidFill>
                  <a:schemeClr val="tx1">
                    <a:tint val="75000"/>
                  </a:schemeClr>
                </a:solidFill>
              </a:defRPr>
            </a:lvl5pPr>
            <a:lvl6pPr marL="3516503" indent="0">
              <a:buNone/>
              <a:defRPr sz="2200">
                <a:solidFill>
                  <a:schemeClr val="tx1">
                    <a:tint val="75000"/>
                  </a:schemeClr>
                </a:solidFill>
              </a:defRPr>
            </a:lvl6pPr>
            <a:lvl7pPr marL="4219803" indent="0">
              <a:buNone/>
              <a:defRPr sz="2200">
                <a:solidFill>
                  <a:schemeClr val="tx1">
                    <a:tint val="75000"/>
                  </a:schemeClr>
                </a:solidFill>
              </a:defRPr>
            </a:lvl7pPr>
            <a:lvl8pPr marL="4923102" indent="0">
              <a:buNone/>
              <a:defRPr sz="2200">
                <a:solidFill>
                  <a:schemeClr val="tx1">
                    <a:tint val="75000"/>
                  </a:schemeClr>
                </a:solidFill>
              </a:defRPr>
            </a:lvl8pPr>
            <a:lvl9pPr marL="5626401" indent="0">
              <a:buNone/>
              <a:defRPr sz="2200">
                <a:solidFill>
                  <a:schemeClr val="tx1">
                    <a:tint val="75000"/>
                  </a:schemeClr>
                </a:solidFill>
              </a:defRPr>
            </a:lvl9pPr>
          </a:lstStyle>
          <a:p>
            <a:pPr lvl="0"/>
            <a:r>
              <a:rPr lang="en-US"/>
              <a:t>Click to edit Master text styles</a:t>
            </a:r>
          </a:p>
        </p:txBody>
      </p:sp>
      <p:sp>
        <p:nvSpPr>
          <p:cNvPr id="9" name="Footer Placeholder 4"/>
          <p:cNvSpPr>
            <a:spLocks noGrp="1"/>
          </p:cNvSpPr>
          <p:nvPr>
            <p:ph type="ftr" sz="quarter" idx="3"/>
          </p:nvPr>
        </p:nvSpPr>
        <p:spPr>
          <a:xfrm>
            <a:off x="6055360" y="6342396"/>
            <a:ext cx="5879253" cy="365125"/>
          </a:xfrm>
          <a:prstGeom prst="rect">
            <a:avLst/>
          </a:prstGeom>
        </p:spPr>
        <p:txBody>
          <a:bodyPr vert="horz" lIns="117226" tIns="58613" rIns="117226" bIns="58613" rtlCol="0" anchor="ctr"/>
          <a:lstStyle>
            <a:lvl1pPr algn="r">
              <a:defRPr sz="1800">
                <a:solidFill>
                  <a:schemeClr val="tx2"/>
                </a:solidFill>
              </a:defRPr>
            </a:lvl1pPr>
          </a:lstStyle>
          <a:p>
            <a:pPr defTabSz="914363"/>
            <a:endParaRPr lang="en-NZ">
              <a:solidFill>
                <a:srgbClr val="666366"/>
              </a:solidFill>
            </a:endParaRPr>
          </a:p>
        </p:txBody>
      </p:sp>
    </p:spTree>
    <p:extLst>
      <p:ext uri="{BB962C8B-B14F-4D97-AF65-F5344CB8AC3E}">
        <p14:creationId xmlns:p14="http://schemas.microsoft.com/office/powerpoint/2010/main" val="3038592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pic>
        <p:nvPicPr>
          <p:cNvPr id="6" name="Picture 5"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396"/>
            <a:ext cx="2844800" cy="365125"/>
          </a:xfrm>
          <a:prstGeom prst="rect">
            <a:avLst/>
          </a:prstGeom>
        </p:spPr>
        <p:txBody>
          <a:bodyPr lIns="117226" tIns="58613" rIns="117226" bIns="58613" anchor="ctr"/>
          <a:lstStyle>
            <a:lvl1pPr algn="r">
              <a:defRPr sz="1800">
                <a:solidFill>
                  <a:schemeClr val="tx1"/>
                </a:solidFill>
              </a:defRPr>
            </a:lvl1pPr>
          </a:lstStyle>
          <a:p>
            <a:pPr defTabSz="914363"/>
            <a:fld id="{5D762165-7DD1-43A8-AF3E-02B3DB1B40E1}" type="slidenum">
              <a:rPr lang="en-NZ" smtClean="0">
                <a:solidFill>
                  <a:srgbClr val="1A472B"/>
                </a:solidFill>
              </a:rPr>
              <a:pPr defTabSz="914363"/>
              <a:t>‹#›</a:t>
            </a:fld>
            <a:endParaRPr lang="en-NZ">
              <a:solidFill>
                <a:srgbClr val="1A472B"/>
              </a:solidFill>
            </a:endParaRPr>
          </a:p>
        </p:txBody>
      </p:sp>
      <p:sp>
        <p:nvSpPr>
          <p:cNvPr id="12"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spTree>
    <p:extLst>
      <p:ext uri="{BB962C8B-B14F-4D97-AF65-F5344CB8AC3E}">
        <p14:creationId xmlns:p14="http://schemas.microsoft.com/office/powerpoint/2010/main" val="360140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p:cSld name="Primary text only">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396"/>
            <a:ext cx="2844800" cy="365125"/>
          </a:xfrm>
          <a:prstGeom prst="rect">
            <a:avLst/>
          </a:prstGeom>
        </p:spPr>
        <p:txBody>
          <a:bodyPr lIns="117226" tIns="58613" rIns="117226" bIns="58613" anchor="ctr"/>
          <a:lstStyle>
            <a:lvl1pPr algn="r">
              <a:defRPr sz="1800">
                <a:solidFill>
                  <a:schemeClr val="bg1"/>
                </a:solidFill>
              </a:defRPr>
            </a:lvl1pPr>
          </a:lstStyle>
          <a:p>
            <a:pPr defTabSz="914363"/>
            <a:fld id="{5D762165-7DD1-43A8-AF3E-02B3DB1B40E1}" type="slidenum">
              <a:rPr lang="en-NZ" smtClean="0">
                <a:solidFill>
                  <a:prstClr val="white"/>
                </a:solidFill>
              </a:rPr>
              <a:pPr defTabSz="914363"/>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226" tIns="58613" rIns="117226" bIns="58613"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sp>
        <p:nvSpPr>
          <p:cNvPr id="2" name="TextBox 1"/>
          <p:cNvSpPr txBox="1"/>
          <p:nvPr/>
        </p:nvSpPr>
        <p:spPr>
          <a:xfrm>
            <a:off x="209813" y="1398341"/>
            <a:ext cx="11704320" cy="4644516"/>
          </a:xfrm>
          <a:prstGeom prst="rect">
            <a:avLst/>
          </a:prstGeom>
          <a:noFill/>
        </p:spPr>
        <p:txBody>
          <a:bodyPr wrap="square" lIns="117226" tIns="58613" rIns="117226" bIns="58613" rtlCol="0">
            <a:normAutofit/>
          </a:bodyPr>
          <a:lstStyle/>
          <a:p>
            <a:pPr defTabSz="914363">
              <a:lnSpc>
                <a:spcPct val="130000"/>
              </a:lnSpc>
            </a:pPr>
            <a:r>
              <a:rPr lang="en-US" sz="3700" b="1" dirty="0">
                <a:solidFill>
                  <a:prstClr val="white"/>
                </a:solidFill>
              </a:rPr>
              <a:t>Click to add subhead 01 – Calibri Bold 24pt</a:t>
            </a:r>
          </a:p>
          <a:p>
            <a:pPr defTabSz="914363">
              <a:lnSpc>
                <a:spcPct val="130000"/>
              </a:lnSpc>
            </a:pPr>
            <a:r>
              <a:rPr lang="en-US" sz="3400" dirty="0">
                <a:solidFill>
                  <a:prstClr val="white"/>
                </a:solidFill>
              </a:rPr>
              <a:t>Click to add body text 01 – Calibri 22pt</a:t>
            </a:r>
          </a:p>
          <a:p>
            <a:pPr defTabSz="703301">
              <a:lnSpc>
                <a:spcPct val="130000"/>
              </a:lnSpc>
              <a:defRPr/>
            </a:pPr>
            <a:r>
              <a:rPr lang="en-US" sz="2800" dirty="0">
                <a:solidFill>
                  <a:prstClr val="white"/>
                </a:solidFill>
              </a:rPr>
              <a:t>Click to add body text 02 – Calibri 18pt</a:t>
            </a:r>
          </a:p>
          <a:p>
            <a:pPr defTabSz="914363">
              <a:lnSpc>
                <a:spcPct val="130000"/>
              </a:lnSpc>
            </a:pPr>
            <a:endParaRPr lang="en-US" sz="3400" dirty="0">
              <a:solidFill>
                <a:prstClr val="white"/>
              </a:solidFill>
            </a:endParaRPr>
          </a:p>
        </p:txBody>
      </p:sp>
      <p:pic>
        <p:nvPicPr>
          <p:cNvPr id="9" name="Picture 8"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4141343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p:cSld name="Primary bulleted text">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396"/>
            <a:ext cx="2844800" cy="365125"/>
          </a:xfrm>
          <a:prstGeom prst="rect">
            <a:avLst/>
          </a:prstGeom>
        </p:spPr>
        <p:txBody>
          <a:bodyPr lIns="117226" tIns="58613" rIns="117226" bIns="58613" anchor="ctr"/>
          <a:lstStyle>
            <a:lvl1pPr algn="r">
              <a:defRPr sz="1800">
                <a:solidFill>
                  <a:schemeClr val="bg1"/>
                </a:solidFill>
              </a:defRPr>
            </a:lvl1pPr>
          </a:lstStyle>
          <a:p>
            <a:pPr defTabSz="914363"/>
            <a:fld id="{5D762165-7DD1-43A8-AF3E-02B3DB1B40E1}" type="slidenum">
              <a:rPr lang="en-NZ" smtClean="0">
                <a:solidFill>
                  <a:prstClr val="white"/>
                </a:solidFill>
              </a:rPr>
              <a:pPr defTabSz="914363"/>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226" tIns="58613" rIns="117226" bIns="58613"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226" tIns="58613" rIns="117226" bIns="58613" rtlCol="0">
            <a:normAutofit/>
          </a:bodyPr>
          <a:lstStyle>
            <a:lvl1pPr marL="0" indent="0">
              <a:lnSpc>
                <a:spcPct val="120000"/>
              </a:lnSpc>
              <a:buFont typeface="Arial"/>
              <a:buNone/>
              <a:defRPr sz="3700" b="1">
                <a:solidFill>
                  <a:schemeClr val="bg1"/>
                </a:solidFill>
                <a:latin typeface="+mn-lt"/>
              </a:defRPr>
            </a:lvl1pPr>
            <a:lvl2pPr marL="830285" indent="-439561">
              <a:lnSpc>
                <a:spcPct val="120000"/>
              </a:lnSpc>
              <a:buFont typeface="Arial"/>
              <a:buChar char="•"/>
              <a:defRPr sz="3400">
                <a:solidFill>
                  <a:schemeClr val="bg1"/>
                </a:solidFill>
                <a:latin typeface="+mn-lt"/>
              </a:defRPr>
            </a:lvl2pPr>
            <a:lvl3pPr marL="1792439" indent="-527478">
              <a:lnSpc>
                <a:spcPct val="120000"/>
              </a:lnSpc>
              <a:buFont typeface="Arial"/>
              <a:buChar char="•"/>
              <a:defRPr sz="2800">
                <a:solidFill>
                  <a:schemeClr val="bg1"/>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202053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p:cSld name="Secondary full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8" name="Picture 7" descr="Footer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396"/>
            <a:ext cx="2844800" cy="365125"/>
          </a:xfrm>
          <a:prstGeom prst="rect">
            <a:avLst/>
          </a:prstGeom>
        </p:spPr>
        <p:txBody>
          <a:bodyPr lIns="117226" tIns="58613" rIns="117226" bIns="58613" anchor="ctr"/>
          <a:lstStyle>
            <a:lvl1pPr algn="r">
              <a:defRPr sz="1800">
                <a:solidFill>
                  <a:schemeClr val="bg1"/>
                </a:solidFill>
              </a:defRPr>
            </a:lvl1pPr>
          </a:lstStyle>
          <a:p>
            <a:pPr defTabSz="914363"/>
            <a:fld id="{5D762165-7DD1-43A8-AF3E-02B3DB1B40E1}" type="slidenum">
              <a:rPr lang="en-NZ" smtClean="0">
                <a:solidFill>
                  <a:prstClr val="white"/>
                </a:solidFill>
              </a:rPr>
              <a:pPr defTabSz="914363"/>
              <a:t>‹#›</a:t>
            </a:fld>
            <a:endParaRPr lang="en-NZ">
              <a:solidFill>
                <a:prstClr val="white"/>
              </a:solidFill>
            </a:endParaRPr>
          </a:p>
        </p:txBody>
      </p:sp>
      <p:sp>
        <p:nvSpPr>
          <p:cNvPr id="6" name="Title Placeholder 1"/>
          <p:cNvSpPr>
            <a:spLocks noGrp="1"/>
          </p:cNvSpPr>
          <p:nvPr>
            <p:ph type="title"/>
          </p:nvPr>
        </p:nvSpPr>
        <p:spPr>
          <a:xfrm>
            <a:off x="230293" y="173039"/>
            <a:ext cx="8880000" cy="1143000"/>
          </a:xfrm>
          <a:prstGeom prst="rect">
            <a:avLst/>
          </a:prstGeom>
        </p:spPr>
        <p:txBody>
          <a:bodyPr vert="horz" lIns="117226" tIns="58613" rIns="117226" bIns="58613" rtlCol="0" anchor="ctr">
            <a:normAutofit/>
          </a:bodyPr>
          <a:lstStyle/>
          <a:p>
            <a:r>
              <a:rPr lang="en-US"/>
              <a:t>Click to edit Master title style</a:t>
            </a:r>
            <a:endParaRPr lang="en-US" dirty="0"/>
          </a:p>
        </p:txBody>
      </p:sp>
      <p:sp>
        <p:nvSpPr>
          <p:cNvPr id="7"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226" tIns="58613" rIns="117226" bIns="58613" rtlCol="0">
            <a:normAutofit/>
          </a:bodyPr>
          <a:lstStyle>
            <a:lvl1pPr marL="0" indent="0">
              <a:lnSpc>
                <a:spcPct val="120000"/>
              </a:lnSpc>
              <a:buFont typeface="Arial"/>
              <a:buNone/>
              <a:defRPr sz="3700" b="1">
                <a:solidFill>
                  <a:schemeClr val="tx2"/>
                </a:solidFill>
                <a:latin typeface="+mn-lt"/>
              </a:defRPr>
            </a:lvl1pPr>
            <a:lvl2pPr marL="830285" indent="-439561">
              <a:lnSpc>
                <a:spcPct val="120000"/>
              </a:lnSpc>
              <a:buFont typeface="Arial"/>
              <a:buChar char="•"/>
              <a:defRPr sz="3400">
                <a:solidFill>
                  <a:schemeClr val="tx2"/>
                </a:solidFill>
                <a:latin typeface="+mn-lt"/>
              </a:defRPr>
            </a:lvl2pPr>
            <a:lvl3pPr marL="1792439" indent="-527478">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861031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p:cSld name="Secondary half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226" tIns="58613" rIns="117226" bIns="58613"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226" tIns="58613" rIns="117226" bIns="58613" rtlCol="0">
            <a:normAutofit/>
          </a:bodyPr>
          <a:lstStyle>
            <a:lvl1pPr marL="0" indent="0">
              <a:lnSpc>
                <a:spcPct val="120000"/>
              </a:lnSpc>
              <a:buFont typeface="Arial"/>
              <a:buNone/>
              <a:defRPr sz="3700" b="1">
                <a:solidFill>
                  <a:schemeClr val="tx2"/>
                </a:solidFill>
                <a:latin typeface="+mn-lt"/>
              </a:defRPr>
            </a:lvl1pPr>
            <a:lvl2pPr marL="830285" indent="-439561">
              <a:lnSpc>
                <a:spcPct val="120000"/>
              </a:lnSpc>
              <a:buFont typeface="Arial"/>
              <a:buChar char="•"/>
              <a:defRPr sz="3400">
                <a:solidFill>
                  <a:schemeClr val="tx2"/>
                </a:solidFill>
                <a:latin typeface="+mn-lt"/>
              </a:defRPr>
            </a:lvl2pPr>
            <a:lvl3pPr marL="1792439" indent="-527478">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sp>
        <p:nvSpPr>
          <p:cNvPr id="11" name="Slide Number Placeholder 3"/>
          <p:cNvSpPr>
            <a:spLocks noGrp="1"/>
          </p:cNvSpPr>
          <p:nvPr>
            <p:ph type="sldNum" sz="quarter" idx="12"/>
          </p:nvPr>
        </p:nvSpPr>
        <p:spPr>
          <a:xfrm>
            <a:off x="9123845" y="6342396"/>
            <a:ext cx="2844800" cy="365125"/>
          </a:xfrm>
          <a:prstGeom prst="rect">
            <a:avLst/>
          </a:prstGeom>
        </p:spPr>
        <p:txBody>
          <a:bodyPr lIns="117226" tIns="58613" rIns="117226" bIns="58613" anchor="ctr"/>
          <a:lstStyle>
            <a:lvl1pPr algn="r">
              <a:defRPr sz="1800">
                <a:solidFill>
                  <a:schemeClr val="tx1"/>
                </a:solidFill>
              </a:defRPr>
            </a:lvl1pPr>
          </a:lstStyle>
          <a:p>
            <a:pPr defTabSz="914363"/>
            <a:fld id="{5D762165-7DD1-43A8-AF3E-02B3DB1B40E1}" type="slidenum">
              <a:rPr lang="en-NZ" smtClean="0">
                <a:solidFill>
                  <a:srgbClr val="1A472B"/>
                </a:solidFill>
              </a:rPr>
              <a:pPr defTabSz="914363"/>
              <a:t>‹#›</a:t>
            </a:fld>
            <a:endParaRPr lang="en-NZ">
              <a:solidFill>
                <a:srgbClr val="1A472B"/>
              </a:solidFill>
            </a:endParaRPr>
          </a:p>
        </p:txBody>
      </p:sp>
      <p:sp>
        <p:nvSpPr>
          <p:cNvPr id="12"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126601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p:cSld name="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396"/>
            <a:ext cx="2844800" cy="365125"/>
          </a:xfrm>
          <a:prstGeom prst="rect">
            <a:avLst/>
          </a:prstGeom>
        </p:spPr>
        <p:txBody>
          <a:bodyPr lIns="117226" tIns="58613" rIns="117226" bIns="58613" anchor="ctr"/>
          <a:lstStyle>
            <a:lvl1pPr algn="r">
              <a:defRPr sz="1800">
                <a:solidFill>
                  <a:schemeClr val="tx1"/>
                </a:solidFill>
              </a:defRPr>
            </a:lvl1pPr>
          </a:lstStyle>
          <a:p>
            <a:pPr defTabSz="914363"/>
            <a:fld id="{5D762165-7DD1-43A8-AF3E-02B3DB1B40E1}" type="slidenum">
              <a:rPr lang="en-NZ" smtClean="0">
                <a:solidFill>
                  <a:srgbClr val="1A472B"/>
                </a:solidFill>
              </a:rPr>
              <a:pPr defTabSz="914363"/>
              <a:t>‹#›</a:t>
            </a:fld>
            <a:endParaRPr lang="en-NZ">
              <a:solidFill>
                <a:srgbClr val="1A472B"/>
              </a:solidFill>
            </a:endParaRPr>
          </a:p>
        </p:txBody>
      </p:sp>
      <p:sp>
        <p:nvSpPr>
          <p:cNvPr id="12"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spTree>
    <p:extLst>
      <p:ext uri="{BB962C8B-B14F-4D97-AF65-F5344CB8AC3E}">
        <p14:creationId xmlns:p14="http://schemas.microsoft.com/office/powerpoint/2010/main" val="432237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p:cSld name="Tertiary values 1">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396"/>
            <a:ext cx="2844800" cy="365125"/>
          </a:xfrm>
          <a:prstGeom prst="rect">
            <a:avLst/>
          </a:prstGeom>
        </p:spPr>
        <p:txBody>
          <a:bodyPr lIns="117226" tIns="58613" rIns="117226" bIns="58613" anchor="ctr"/>
          <a:lstStyle>
            <a:lvl1pPr algn="r">
              <a:defRPr sz="1800">
                <a:solidFill>
                  <a:schemeClr val="tx1"/>
                </a:solidFill>
              </a:defRPr>
            </a:lvl1pPr>
          </a:lstStyle>
          <a:p>
            <a:pPr defTabSz="914363"/>
            <a:fld id="{5D762165-7DD1-43A8-AF3E-02B3DB1B40E1}" type="slidenum">
              <a:rPr lang="en-NZ" smtClean="0">
                <a:solidFill>
                  <a:srgbClr val="1A472B"/>
                </a:solidFill>
              </a:rPr>
              <a:pPr defTabSz="914363"/>
              <a:t>‹#›</a:t>
            </a:fld>
            <a:endParaRPr lang="en-NZ">
              <a:solidFill>
                <a:srgbClr val="1A472B"/>
              </a:solidFill>
            </a:endParaRPr>
          </a:p>
        </p:txBody>
      </p:sp>
      <p:sp>
        <p:nvSpPr>
          <p:cNvPr id="12"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spTree>
    <p:extLst>
      <p:ext uri="{BB962C8B-B14F-4D97-AF65-F5344CB8AC3E}">
        <p14:creationId xmlns:p14="http://schemas.microsoft.com/office/powerpoint/2010/main" val="4252202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p:cSld name="Tertiary values 2">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396"/>
            <a:ext cx="2844800" cy="365125"/>
          </a:xfrm>
          <a:prstGeom prst="rect">
            <a:avLst/>
          </a:prstGeom>
        </p:spPr>
        <p:txBody>
          <a:bodyPr lIns="117226" tIns="58613" rIns="117226" bIns="58613" anchor="ctr"/>
          <a:lstStyle>
            <a:lvl1pPr algn="r">
              <a:defRPr sz="1800">
                <a:solidFill>
                  <a:schemeClr val="tx1"/>
                </a:solidFill>
              </a:defRPr>
            </a:lvl1pPr>
          </a:lstStyle>
          <a:p>
            <a:pPr defTabSz="914363"/>
            <a:fld id="{5D762165-7DD1-43A8-AF3E-02B3DB1B40E1}" type="slidenum">
              <a:rPr lang="en-NZ" smtClean="0">
                <a:solidFill>
                  <a:srgbClr val="1A472B"/>
                </a:solidFill>
              </a:rPr>
              <a:pPr defTabSz="914363"/>
              <a:t>‹#›</a:t>
            </a:fld>
            <a:endParaRPr lang="en-NZ">
              <a:solidFill>
                <a:srgbClr val="1A472B"/>
              </a:solidFill>
            </a:endParaRPr>
          </a:p>
        </p:txBody>
      </p:sp>
      <p:sp>
        <p:nvSpPr>
          <p:cNvPr id="12"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spTree>
    <p:extLst>
      <p:ext uri="{BB962C8B-B14F-4D97-AF65-F5344CB8AC3E}">
        <p14:creationId xmlns:p14="http://schemas.microsoft.com/office/powerpoint/2010/main" val="2273929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p:cSld name="Tertiary values 3">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396"/>
            <a:ext cx="2844800" cy="365125"/>
          </a:xfrm>
          <a:prstGeom prst="rect">
            <a:avLst/>
          </a:prstGeom>
        </p:spPr>
        <p:txBody>
          <a:bodyPr lIns="117226" tIns="58613" rIns="117226" bIns="58613" anchor="ctr"/>
          <a:lstStyle>
            <a:lvl1pPr algn="r">
              <a:defRPr sz="1800">
                <a:solidFill>
                  <a:schemeClr val="tx1"/>
                </a:solidFill>
              </a:defRPr>
            </a:lvl1pPr>
          </a:lstStyle>
          <a:p>
            <a:pPr defTabSz="914363"/>
            <a:fld id="{5D762165-7DD1-43A8-AF3E-02B3DB1B40E1}" type="slidenum">
              <a:rPr lang="en-NZ" smtClean="0">
                <a:solidFill>
                  <a:srgbClr val="1A472B"/>
                </a:solidFill>
              </a:rPr>
              <a:pPr defTabSz="914363"/>
              <a:t>‹#›</a:t>
            </a:fld>
            <a:endParaRPr lang="en-NZ">
              <a:solidFill>
                <a:srgbClr val="1A472B"/>
              </a:solidFill>
            </a:endParaRPr>
          </a:p>
        </p:txBody>
      </p:sp>
      <p:sp>
        <p:nvSpPr>
          <p:cNvPr id="12"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spTree>
    <p:extLst>
      <p:ext uri="{BB962C8B-B14F-4D97-AF65-F5344CB8AC3E}">
        <p14:creationId xmlns:p14="http://schemas.microsoft.com/office/powerpoint/2010/main" val="1348232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p:cSld name="Tertiary values 4">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396"/>
            <a:ext cx="2844800" cy="365125"/>
          </a:xfrm>
          <a:prstGeom prst="rect">
            <a:avLst/>
          </a:prstGeom>
        </p:spPr>
        <p:txBody>
          <a:bodyPr lIns="117226" tIns="58613" rIns="117226" bIns="58613" anchor="ctr"/>
          <a:lstStyle>
            <a:lvl1pPr algn="r">
              <a:defRPr sz="1800">
                <a:solidFill>
                  <a:schemeClr val="tx1"/>
                </a:solidFill>
              </a:defRPr>
            </a:lvl1pPr>
          </a:lstStyle>
          <a:p>
            <a:pPr defTabSz="914363"/>
            <a:fld id="{5D762165-7DD1-43A8-AF3E-02B3DB1B40E1}" type="slidenum">
              <a:rPr lang="en-NZ" smtClean="0">
                <a:solidFill>
                  <a:srgbClr val="1A472B"/>
                </a:solidFill>
              </a:rPr>
              <a:pPr defTabSz="914363"/>
              <a:t>‹#›</a:t>
            </a:fld>
            <a:endParaRPr lang="en-NZ">
              <a:solidFill>
                <a:srgbClr val="1A472B"/>
              </a:solidFill>
            </a:endParaRPr>
          </a:p>
        </p:txBody>
      </p:sp>
      <p:sp>
        <p:nvSpPr>
          <p:cNvPr id="12"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spTree>
    <p:extLst>
      <p:ext uri="{BB962C8B-B14F-4D97-AF65-F5344CB8AC3E}">
        <p14:creationId xmlns:p14="http://schemas.microsoft.com/office/powerpoint/2010/main" val="3561638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p:cSld name="Tertiary values 5">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396"/>
            <a:ext cx="2844800" cy="365125"/>
          </a:xfrm>
          <a:prstGeom prst="rect">
            <a:avLst/>
          </a:prstGeom>
        </p:spPr>
        <p:txBody>
          <a:bodyPr lIns="117226" tIns="58613" rIns="117226" bIns="58613" anchor="ctr"/>
          <a:lstStyle>
            <a:lvl1pPr algn="r">
              <a:defRPr sz="1800">
                <a:solidFill>
                  <a:schemeClr val="tx1"/>
                </a:solidFill>
              </a:defRPr>
            </a:lvl1pPr>
          </a:lstStyle>
          <a:p>
            <a:pPr defTabSz="914363"/>
            <a:fld id="{5D762165-7DD1-43A8-AF3E-02B3DB1B40E1}" type="slidenum">
              <a:rPr lang="en-NZ" smtClean="0">
                <a:solidFill>
                  <a:srgbClr val="1A472B"/>
                </a:solidFill>
              </a:rPr>
              <a:pPr defTabSz="914363"/>
              <a:t>‹#›</a:t>
            </a:fld>
            <a:endParaRPr lang="en-NZ">
              <a:solidFill>
                <a:srgbClr val="1A472B"/>
              </a:solidFill>
            </a:endParaRPr>
          </a:p>
        </p:txBody>
      </p:sp>
      <p:sp>
        <p:nvSpPr>
          <p:cNvPr id="12"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spTree>
    <p:extLst>
      <p:ext uri="{BB962C8B-B14F-4D97-AF65-F5344CB8AC3E}">
        <p14:creationId xmlns:p14="http://schemas.microsoft.com/office/powerpoint/2010/main" val="2036779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p:cSld name="Tertiary with photos">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226" tIns="58613" rIns="117226" bIns="58613"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6" y="1388265"/>
            <a:ext cx="5879253" cy="4654594"/>
          </a:xfrm>
          <a:prstGeom prst="rect">
            <a:avLst/>
          </a:prstGeom>
        </p:spPr>
        <p:txBody>
          <a:bodyPr vert="horz" lIns="117226" tIns="58613" rIns="117226" bIns="58613" rtlCol="0">
            <a:normAutofit/>
          </a:bodyPr>
          <a:lstStyle>
            <a:lvl1pPr marL="0" marR="0" indent="0" algn="l" defTabSz="703301" rtl="0" eaLnBrk="1" fontAlgn="auto" latinLnBrk="0" hangingPunct="1">
              <a:lnSpc>
                <a:spcPct val="130000"/>
              </a:lnSpc>
              <a:spcBef>
                <a:spcPct val="0"/>
              </a:spcBef>
              <a:spcAft>
                <a:spcPts val="0"/>
              </a:spcAft>
              <a:buClrTx/>
              <a:buSzTx/>
              <a:buFont typeface="Arial"/>
              <a:buNone/>
              <a:tabLst/>
              <a:defRPr lang="en-AU" sz="3700" smtClean="0">
                <a:effectLst/>
              </a:defRPr>
            </a:lvl1pPr>
            <a:lvl2pPr marL="0" indent="0">
              <a:lnSpc>
                <a:spcPct val="120000"/>
              </a:lnSpc>
              <a:buFont typeface="Arial"/>
              <a:buNone/>
              <a:tabLst/>
              <a:defRPr sz="3400">
                <a:solidFill>
                  <a:schemeClr val="tx2"/>
                </a:solidFill>
                <a:latin typeface="+mn-lt"/>
              </a:defRPr>
            </a:lvl2pPr>
            <a:lvl3pPr marL="439561" indent="-439561">
              <a:lnSpc>
                <a:spcPct val="130000"/>
              </a:lnSpc>
              <a:buFont typeface="Arial"/>
              <a:buChar char="•"/>
              <a:tabLst/>
              <a:defRPr sz="3400" baseline="0">
                <a:solidFill>
                  <a:schemeClr val="tx2"/>
                </a:solidFill>
                <a:latin typeface="+mn-lt"/>
              </a:defRPr>
            </a:lvl3pPr>
            <a:lvl4pPr marL="0" indent="0">
              <a:buFont typeface="Arial"/>
              <a:buNone/>
              <a:defRPr sz="3700">
                <a:solidFill>
                  <a:schemeClr val="bg1"/>
                </a:solidFill>
              </a:defRPr>
            </a:lvl4pPr>
          </a:lstStyle>
          <a:p>
            <a:pPr lvl="0"/>
            <a:r>
              <a:rPr lang="en-AU" dirty="0"/>
              <a:t>Inserting a new slide</a:t>
            </a:r>
          </a:p>
          <a:p>
            <a:pPr lvl="2"/>
            <a:r>
              <a:rPr lang="en-AU" dirty="0"/>
              <a:t>Click the New Slide dropdown on the Home tab</a:t>
            </a:r>
          </a:p>
          <a:p>
            <a:pPr lvl="2"/>
            <a:r>
              <a:rPr lang="en-AU" dirty="0"/>
              <a:t>Select the desired layout</a:t>
            </a:r>
          </a:p>
          <a:p>
            <a:pPr marL="0" marR="0" lvl="0" indent="0" algn="l" defTabSz="703301" rtl="0" eaLnBrk="1" fontAlgn="auto" latinLnBrk="0" hangingPunct="1">
              <a:lnSpc>
                <a:spcPct val="130000"/>
              </a:lnSpc>
              <a:spcBef>
                <a:spcPct val="0"/>
              </a:spcBef>
              <a:spcAft>
                <a:spcPts val="0"/>
              </a:spcAft>
              <a:buClrTx/>
              <a:buSzTx/>
              <a:buFont typeface="Arial"/>
              <a:buNone/>
              <a:tabLst/>
              <a:defRPr/>
            </a:pPr>
            <a:endParaRPr lang="en-AU" sz="1200" dirty="0">
              <a:effectLst/>
              <a:latin typeface="+mn-lt"/>
              <a:ea typeface="ＭＳ 明朝"/>
              <a:cs typeface="Times New Roman"/>
            </a:endParaRPr>
          </a:p>
          <a:p>
            <a:pPr lvl="0"/>
            <a:endParaRPr lang="en-AU" dirty="0"/>
          </a:p>
        </p:txBody>
      </p:sp>
      <p:sp>
        <p:nvSpPr>
          <p:cNvPr id="11" name="Slide Number Placeholder 3"/>
          <p:cNvSpPr>
            <a:spLocks noGrp="1"/>
          </p:cNvSpPr>
          <p:nvPr>
            <p:ph type="sldNum" sz="quarter" idx="12"/>
          </p:nvPr>
        </p:nvSpPr>
        <p:spPr>
          <a:xfrm>
            <a:off x="9123845" y="6342396"/>
            <a:ext cx="2844800" cy="365125"/>
          </a:xfrm>
          <a:prstGeom prst="rect">
            <a:avLst/>
          </a:prstGeom>
        </p:spPr>
        <p:txBody>
          <a:bodyPr lIns="117226" tIns="58613" rIns="117226" bIns="58613" anchor="ctr"/>
          <a:lstStyle>
            <a:lvl1pPr algn="r">
              <a:defRPr sz="1800">
                <a:solidFill>
                  <a:schemeClr val="tx1"/>
                </a:solidFill>
              </a:defRPr>
            </a:lvl1pPr>
          </a:lstStyle>
          <a:p>
            <a:pPr defTabSz="914363"/>
            <a:fld id="{5D762165-7DD1-43A8-AF3E-02B3DB1B40E1}" type="slidenum">
              <a:rPr lang="en-NZ" smtClean="0">
                <a:solidFill>
                  <a:srgbClr val="1A472B"/>
                </a:solidFill>
              </a:rPr>
              <a:pPr defTabSz="914363"/>
              <a:t>‹#›</a:t>
            </a:fld>
            <a:endParaRPr lang="en-NZ">
              <a:solidFill>
                <a:srgbClr val="1A472B"/>
              </a:solidFill>
            </a:endParaRPr>
          </a:p>
        </p:txBody>
      </p:sp>
      <p:sp>
        <p:nvSpPr>
          <p:cNvPr id="12"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sp>
        <p:nvSpPr>
          <p:cNvPr id="4" name="Picture Placeholder 3"/>
          <p:cNvSpPr>
            <a:spLocks noGrp="1"/>
          </p:cNvSpPr>
          <p:nvPr>
            <p:ph type="pic" sz="quarter" idx="13"/>
          </p:nvPr>
        </p:nvSpPr>
        <p:spPr>
          <a:xfrm>
            <a:off x="6394192" y="1585596"/>
            <a:ext cx="2683104" cy="1990726"/>
          </a:xfrm>
          <a:prstGeom prst="rect">
            <a:avLst/>
          </a:prstGeom>
        </p:spPr>
        <p:txBody>
          <a:bodyPr vert="horz" lIns="117226" tIns="58613" rIns="117226" bIns="58613"/>
          <a:lstStyle/>
          <a:p>
            <a:r>
              <a:rPr lang="en-US"/>
              <a:t>Click icon to add picture</a:t>
            </a:r>
          </a:p>
        </p:txBody>
      </p:sp>
      <p:sp>
        <p:nvSpPr>
          <p:cNvPr id="13" name="Picture Placeholder 3"/>
          <p:cNvSpPr>
            <a:spLocks noGrp="1"/>
          </p:cNvSpPr>
          <p:nvPr>
            <p:ph type="pic" sz="quarter" idx="14"/>
          </p:nvPr>
        </p:nvSpPr>
        <p:spPr>
          <a:xfrm>
            <a:off x="9320320" y="1585596"/>
            <a:ext cx="2648325" cy="1990726"/>
          </a:xfrm>
          <a:prstGeom prst="rect">
            <a:avLst/>
          </a:prstGeom>
        </p:spPr>
        <p:txBody>
          <a:bodyPr vert="horz" lIns="117226" tIns="58613" rIns="117226" bIns="58613"/>
          <a:lstStyle/>
          <a:p>
            <a:r>
              <a:rPr lang="en-US"/>
              <a:t>Click icon to add picture</a:t>
            </a:r>
          </a:p>
        </p:txBody>
      </p:sp>
      <p:pic>
        <p:nvPicPr>
          <p:cNvPr id="15" name="Picture 14"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377516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2.xml><?xml version="1.0" encoding="utf-8"?>
<p:sldLayout xmlns:a="http://schemas.openxmlformats.org/drawingml/2006/main" xmlns:r="http://schemas.openxmlformats.org/officeDocument/2006/relationships" xmlns:p="http://schemas.openxmlformats.org/presentationml/2006/main" type="twoTxTwoObj" preserve="1">
  <p:cSld name="Tertiary 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0293" y="173039"/>
            <a:ext cx="8880000" cy="1143000"/>
          </a:xfrm>
          <a:prstGeom prst="rect">
            <a:avLst/>
          </a:prstGeom>
        </p:spPr>
        <p:txBody>
          <a:bodyPr lIns="117226" tIns="58613" rIns="117226" bIns="58613" anchor="ctr"/>
          <a:lstStyle>
            <a:lvl1pPr>
              <a:defRPr/>
            </a:lvl1pPr>
          </a:lstStyle>
          <a:p>
            <a:r>
              <a:rPr lang="en-US"/>
              <a:t>Click to edit Master title style</a:t>
            </a:r>
            <a:endParaRPr lang="en-US" dirty="0"/>
          </a:p>
        </p:txBody>
      </p:sp>
      <p:pic>
        <p:nvPicPr>
          <p:cNvPr id="10" name="Picture 9"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sp>
        <p:nvSpPr>
          <p:cNvPr id="3" name="Text Placeholder 2"/>
          <p:cNvSpPr>
            <a:spLocks noGrp="1"/>
          </p:cNvSpPr>
          <p:nvPr>
            <p:ph type="body" idx="1"/>
          </p:nvPr>
        </p:nvSpPr>
        <p:spPr>
          <a:xfrm>
            <a:off x="379309" y="1535117"/>
            <a:ext cx="5617211" cy="639763"/>
          </a:xfrm>
          <a:prstGeom prst="rect">
            <a:avLst/>
          </a:prstGeom>
        </p:spPr>
        <p:txBody>
          <a:bodyPr lIns="117226" tIns="58613" rIns="117226" bIns="58613" anchor="b"/>
          <a:lstStyle>
            <a:lvl1pPr marL="0" indent="0">
              <a:buNone/>
              <a:defRPr sz="3700" b="1">
                <a:solidFill>
                  <a:schemeClr val="accent1"/>
                </a:solidFill>
              </a:defRPr>
            </a:lvl1pPr>
            <a:lvl2pPr marL="703301" indent="0">
              <a:buNone/>
              <a:defRPr sz="3100" b="1"/>
            </a:lvl2pPr>
            <a:lvl3pPr marL="1406603" indent="0">
              <a:buNone/>
              <a:defRPr sz="2800" b="1"/>
            </a:lvl3pPr>
            <a:lvl4pPr marL="2109900" indent="0">
              <a:buNone/>
              <a:defRPr sz="2500" b="1"/>
            </a:lvl4pPr>
            <a:lvl5pPr marL="2813202" indent="0">
              <a:buNone/>
              <a:defRPr sz="2500" b="1"/>
            </a:lvl5pPr>
            <a:lvl6pPr marL="3516503" indent="0">
              <a:buNone/>
              <a:defRPr sz="2500" b="1"/>
            </a:lvl6pPr>
            <a:lvl7pPr marL="4219803" indent="0">
              <a:buNone/>
              <a:defRPr sz="2500" b="1"/>
            </a:lvl7pPr>
            <a:lvl8pPr marL="4923102" indent="0">
              <a:buNone/>
              <a:defRPr sz="2500" b="1"/>
            </a:lvl8pPr>
            <a:lvl9pPr marL="5626401" indent="0">
              <a:buNone/>
              <a:defRPr sz="2500" b="1"/>
            </a:lvl9pPr>
          </a:lstStyle>
          <a:p>
            <a:pPr lvl="0"/>
            <a:r>
              <a:rPr lang="en-US"/>
              <a:t>Click to edit Master text styles</a:t>
            </a:r>
          </a:p>
        </p:txBody>
      </p:sp>
      <p:sp>
        <p:nvSpPr>
          <p:cNvPr id="4" name="Content Placeholder 3"/>
          <p:cNvSpPr>
            <a:spLocks noGrp="1"/>
          </p:cNvSpPr>
          <p:nvPr>
            <p:ph sz="half" idx="2"/>
          </p:nvPr>
        </p:nvSpPr>
        <p:spPr>
          <a:xfrm>
            <a:off x="379309" y="2174890"/>
            <a:ext cx="5617211" cy="3717925"/>
          </a:xfrm>
          <a:prstGeom prst="rect">
            <a:avLst/>
          </a:prstGeom>
        </p:spPr>
        <p:txBody>
          <a:bodyPr lIns="117226" tIns="58613" rIns="117226" bIns="58613"/>
          <a:lstStyle>
            <a:lvl1pPr>
              <a:defRPr sz="3400" b="0">
                <a:solidFill>
                  <a:srgbClr val="666366"/>
                </a:solidFill>
              </a:defRPr>
            </a:lvl1pPr>
            <a:lvl2pPr>
              <a:defRPr sz="3100"/>
            </a:lvl2pPr>
            <a:lvl3pPr>
              <a:defRPr sz="28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p:txBody>
      </p:sp>
      <p:sp>
        <p:nvSpPr>
          <p:cNvPr id="5" name="Text Placeholder 4"/>
          <p:cNvSpPr>
            <a:spLocks noGrp="1"/>
          </p:cNvSpPr>
          <p:nvPr>
            <p:ph type="body" sz="quarter" idx="3"/>
          </p:nvPr>
        </p:nvSpPr>
        <p:spPr>
          <a:xfrm>
            <a:off x="6193387" y="1535117"/>
            <a:ext cx="5619327" cy="639763"/>
          </a:xfrm>
          <a:prstGeom prst="rect">
            <a:avLst/>
          </a:prstGeom>
        </p:spPr>
        <p:txBody>
          <a:bodyPr lIns="117226" tIns="58613" rIns="117226" bIns="58613" anchor="b"/>
          <a:lstStyle>
            <a:lvl1pPr marL="0" indent="0">
              <a:buNone/>
              <a:defRPr sz="3700" b="1">
                <a:solidFill>
                  <a:srgbClr val="009645"/>
                </a:solidFill>
              </a:defRPr>
            </a:lvl1pPr>
            <a:lvl2pPr marL="703301" indent="0">
              <a:buNone/>
              <a:defRPr sz="3100" b="1"/>
            </a:lvl2pPr>
            <a:lvl3pPr marL="1406603" indent="0">
              <a:buNone/>
              <a:defRPr sz="2800" b="1"/>
            </a:lvl3pPr>
            <a:lvl4pPr marL="2109900" indent="0">
              <a:buNone/>
              <a:defRPr sz="2500" b="1"/>
            </a:lvl4pPr>
            <a:lvl5pPr marL="2813202" indent="0">
              <a:buNone/>
              <a:defRPr sz="2500" b="1"/>
            </a:lvl5pPr>
            <a:lvl6pPr marL="3516503" indent="0">
              <a:buNone/>
              <a:defRPr sz="2500" b="1"/>
            </a:lvl6pPr>
            <a:lvl7pPr marL="4219803" indent="0">
              <a:buNone/>
              <a:defRPr sz="2500" b="1"/>
            </a:lvl7pPr>
            <a:lvl8pPr marL="4923102" indent="0">
              <a:buNone/>
              <a:defRPr sz="2500" b="1"/>
            </a:lvl8pPr>
            <a:lvl9pPr marL="5626401" indent="0">
              <a:buNone/>
              <a:defRPr sz="2500" b="1"/>
            </a:lvl9pPr>
          </a:lstStyle>
          <a:p>
            <a:pPr lvl="0"/>
            <a:r>
              <a:rPr lang="en-US"/>
              <a:t>Click to edit Master text styles</a:t>
            </a:r>
          </a:p>
        </p:txBody>
      </p:sp>
      <p:sp>
        <p:nvSpPr>
          <p:cNvPr id="6" name="Content Placeholder 5"/>
          <p:cNvSpPr>
            <a:spLocks noGrp="1"/>
          </p:cNvSpPr>
          <p:nvPr>
            <p:ph sz="quarter" idx="4"/>
          </p:nvPr>
        </p:nvSpPr>
        <p:spPr>
          <a:xfrm>
            <a:off x="6193387" y="2174890"/>
            <a:ext cx="5619327" cy="3717925"/>
          </a:xfrm>
          <a:prstGeom prst="rect">
            <a:avLst/>
          </a:prstGeom>
        </p:spPr>
        <p:txBody>
          <a:bodyPr lIns="117226" tIns="58613" rIns="117226" bIns="58613"/>
          <a:lstStyle>
            <a:lvl1pPr>
              <a:defRPr sz="3400" b="0">
                <a:solidFill>
                  <a:schemeClr val="tx2"/>
                </a:solidFill>
              </a:defRPr>
            </a:lvl1pPr>
            <a:lvl2pPr>
              <a:defRPr sz="3100"/>
            </a:lvl2pPr>
            <a:lvl3pPr>
              <a:defRPr sz="28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p:txBody>
      </p:sp>
      <p:pic>
        <p:nvPicPr>
          <p:cNvPr id="12" name="Picture 11"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3" name="Slide Number Placeholder 3"/>
          <p:cNvSpPr>
            <a:spLocks noGrp="1"/>
          </p:cNvSpPr>
          <p:nvPr>
            <p:ph type="sldNum" sz="quarter" idx="12"/>
          </p:nvPr>
        </p:nvSpPr>
        <p:spPr>
          <a:xfrm>
            <a:off x="9123845" y="6342396"/>
            <a:ext cx="2844800" cy="365125"/>
          </a:xfrm>
          <a:prstGeom prst="rect">
            <a:avLst/>
          </a:prstGeom>
        </p:spPr>
        <p:txBody>
          <a:bodyPr lIns="117226" tIns="58613" rIns="117226" bIns="58613" anchor="ctr"/>
          <a:lstStyle>
            <a:lvl1pPr algn="r">
              <a:defRPr sz="1800">
                <a:solidFill>
                  <a:schemeClr val="tx1"/>
                </a:solidFill>
              </a:defRPr>
            </a:lvl1pPr>
          </a:lstStyle>
          <a:p>
            <a:pPr defTabSz="914363"/>
            <a:fld id="{5D762165-7DD1-43A8-AF3E-02B3DB1B40E1}" type="slidenum">
              <a:rPr lang="en-NZ" smtClean="0">
                <a:solidFill>
                  <a:srgbClr val="1A472B"/>
                </a:solidFill>
              </a:rPr>
              <a:pPr defTabSz="914363"/>
              <a:t>‹#›</a:t>
            </a:fld>
            <a:endParaRPr lang="en-NZ">
              <a:solidFill>
                <a:srgbClr val="1A472B"/>
              </a:solidFill>
            </a:endParaRPr>
          </a:p>
        </p:txBody>
      </p:sp>
      <p:sp>
        <p:nvSpPr>
          <p:cNvPr id="14" name="Footer Placeholder 4"/>
          <p:cNvSpPr>
            <a:spLocks noGrp="1"/>
          </p:cNvSpPr>
          <p:nvPr>
            <p:ph type="ftr" sz="quarter" idx="1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pic>
        <p:nvPicPr>
          <p:cNvPr id="16" name="Picture 15"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883409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p:cSld name="Tertiary chart">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3" name="Picture 2" descr="Grey_Panel992x662.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30314" y="162561"/>
            <a:ext cx="11748751" cy="5880298"/>
          </a:xfrm>
          <a:prstGeom prst="rect">
            <a:avLst/>
          </a:prstGeom>
        </p:spPr>
      </p:pic>
      <p:sp>
        <p:nvSpPr>
          <p:cNvPr id="11" name="Slide Number Placeholder 3"/>
          <p:cNvSpPr>
            <a:spLocks noGrp="1"/>
          </p:cNvSpPr>
          <p:nvPr>
            <p:ph type="sldNum" sz="quarter" idx="12"/>
          </p:nvPr>
        </p:nvSpPr>
        <p:spPr>
          <a:xfrm>
            <a:off x="9123845" y="6342396"/>
            <a:ext cx="2844800" cy="365125"/>
          </a:xfrm>
          <a:prstGeom prst="rect">
            <a:avLst/>
          </a:prstGeom>
        </p:spPr>
        <p:txBody>
          <a:bodyPr lIns="117226" tIns="58613" rIns="117226" bIns="58613" anchor="ctr"/>
          <a:lstStyle>
            <a:lvl1pPr algn="r">
              <a:defRPr sz="1800">
                <a:solidFill>
                  <a:schemeClr val="tx1"/>
                </a:solidFill>
              </a:defRPr>
            </a:lvl1pPr>
          </a:lstStyle>
          <a:p>
            <a:pPr defTabSz="914363"/>
            <a:fld id="{5D762165-7DD1-43A8-AF3E-02B3DB1B40E1}" type="slidenum">
              <a:rPr lang="en-NZ" smtClean="0">
                <a:solidFill>
                  <a:srgbClr val="1A472B"/>
                </a:solidFill>
              </a:rPr>
              <a:pPr defTabSz="914363"/>
              <a:t>‹#›</a:t>
            </a:fld>
            <a:endParaRPr lang="en-NZ">
              <a:solidFill>
                <a:srgbClr val="1A472B"/>
              </a:solidFill>
            </a:endParaRPr>
          </a:p>
        </p:txBody>
      </p:sp>
      <p:sp>
        <p:nvSpPr>
          <p:cNvPr id="12"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sp>
        <p:nvSpPr>
          <p:cNvPr id="7" name="Chart Placeholder 6"/>
          <p:cNvSpPr>
            <a:spLocks noGrp="1"/>
          </p:cNvSpPr>
          <p:nvPr>
            <p:ph type="chart" sz="quarter" idx="13"/>
          </p:nvPr>
        </p:nvSpPr>
        <p:spPr>
          <a:xfrm>
            <a:off x="230724" y="161931"/>
            <a:ext cx="11747501" cy="5881688"/>
          </a:xfrm>
          <a:prstGeom prst="rect">
            <a:avLst/>
          </a:prstGeom>
        </p:spPr>
        <p:txBody>
          <a:bodyPr vert="horz" lIns="117226" tIns="58613" rIns="117226" bIns="58613"/>
          <a:lstStyle/>
          <a:p>
            <a:r>
              <a:rPr lang="en-US"/>
              <a:t>Click icon to add chart</a:t>
            </a:r>
            <a:endParaRPr lang="en-US" dirty="0"/>
          </a:p>
        </p:txBody>
      </p:sp>
    </p:spTree>
    <p:extLst>
      <p:ext uri="{BB962C8B-B14F-4D97-AF65-F5344CB8AC3E}">
        <p14:creationId xmlns:p14="http://schemas.microsoft.com/office/powerpoint/2010/main" val="521714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p:cSld name="2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Tree>
    <p:extLst>
      <p:ext uri="{BB962C8B-B14F-4D97-AF65-F5344CB8AC3E}">
        <p14:creationId xmlns:p14="http://schemas.microsoft.com/office/powerpoint/2010/main" val="3859817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p:cSld name="1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6" name="Picture 5"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595474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p:cSld name="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396"/>
            <a:ext cx="2844800" cy="365125"/>
          </a:xfrm>
          <a:prstGeom prst="rect">
            <a:avLst/>
          </a:prstGeom>
        </p:spPr>
        <p:txBody>
          <a:bodyPr lIns="117226" tIns="58613" rIns="117226" bIns="58613" anchor="ctr"/>
          <a:lstStyle>
            <a:lvl1pPr algn="r">
              <a:defRPr sz="1800">
                <a:solidFill>
                  <a:schemeClr val="bg1"/>
                </a:solidFill>
              </a:defRPr>
            </a:lvl1pPr>
          </a:lstStyle>
          <a:p>
            <a:pPr defTabSz="914363"/>
            <a:fld id="{5D762165-7DD1-43A8-AF3E-02B3DB1B40E1}" type="slidenum">
              <a:rPr lang="en-NZ" smtClean="0">
                <a:solidFill>
                  <a:prstClr val="white"/>
                </a:solidFill>
              </a:rPr>
              <a:pPr defTabSz="914363"/>
              <a:t>‹#›</a:t>
            </a:fld>
            <a:endParaRPr lang="en-NZ">
              <a:solidFill>
                <a:prstClr val="white"/>
              </a:solidFill>
            </a:endParaRPr>
          </a:p>
        </p:txBody>
      </p:sp>
      <p:sp>
        <p:nvSpPr>
          <p:cNvPr id="7"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spTree>
    <p:extLst>
      <p:ext uri="{BB962C8B-B14F-4D97-AF65-F5344CB8AC3E}">
        <p14:creationId xmlns:p14="http://schemas.microsoft.com/office/powerpoint/2010/main" val="1848790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p:cSld name="1_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396"/>
            <a:ext cx="2844800" cy="365125"/>
          </a:xfrm>
          <a:prstGeom prst="rect">
            <a:avLst/>
          </a:prstGeom>
        </p:spPr>
        <p:txBody>
          <a:bodyPr lIns="117226" tIns="58613" rIns="117226" bIns="58613" anchor="ctr"/>
          <a:lstStyle>
            <a:lvl1pPr algn="r">
              <a:defRPr sz="1800">
                <a:solidFill>
                  <a:schemeClr val="bg1"/>
                </a:solidFill>
              </a:defRPr>
            </a:lvl1pPr>
          </a:lstStyle>
          <a:p>
            <a:pPr defTabSz="914363"/>
            <a:fld id="{5D762165-7DD1-43A8-AF3E-02B3DB1B40E1}" type="slidenum">
              <a:rPr lang="en-NZ" smtClean="0">
                <a:solidFill>
                  <a:prstClr val="white"/>
                </a:solidFill>
              </a:rPr>
              <a:pPr defTabSz="914363"/>
              <a:t>‹#›</a:t>
            </a:fld>
            <a:endParaRPr lang="en-NZ">
              <a:solidFill>
                <a:prstClr val="white"/>
              </a:solidFill>
            </a:endParaRPr>
          </a:p>
        </p:txBody>
      </p:sp>
      <p:sp>
        <p:nvSpPr>
          <p:cNvPr id="7"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pic>
        <p:nvPicPr>
          <p:cNvPr id="9" name="Picture 8"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079618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8.xml><?xml version="1.0" encoding="utf-8"?>
<p:sldLayout xmlns:a="http://schemas.openxmlformats.org/drawingml/2006/main" xmlns:r="http://schemas.openxmlformats.org/officeDocument/2006/relationships" xmlns:p="http://schemas.openxmlformats.org/presentationml/2006/main" type="secHead" preserve="1">
  <p:cSld name="1_Title page">
    <p:spTree>
      <p:nvGrpSpPr>
        <p:cNvPr id="1" name=""/>
        <p:cNvGrpSpPr/>
        <p:nvPr/>
      </p:nvGrpSpPr>
      <p:grpSpPr>
        <a:xfrm>
          <a:off x="0" y="0"/>
          <a:ext cx="0" cy="0"/>
          <a:chOff x="0" y="0"/>
          <a:chExt cx="0" cy="0"/>
        </a:xfrm>
      </p:grpSpPr>
      <p:pic>
        <p:nvPicPr>
          <p:cNvPr id="7" name="Picture 6" descr="GreenEnd992x73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8232" y="176969"/>
            <a:ext cx="11706381" cy="6514036"/>
          </a:xfrm>
          <a:prstGeom prst="rect">
            <a:avLst/>
          </a:prstGeom>
        </p:spPr>
      </p:pic>
      <p:sp>
        <p:nvSpPr>
          <p:cNvPr id="2" name="Title 1"/>
          <p:cNvSpPr>
            <a:spLocks noGrp="1"/>
          </p:cNvSpPr>
          <p:nvPr>
            <p:ph type="title" hasCustomPrompt="1"/>
          </p:nvPr>
        </p:nvSpPr>
        <p:spPr>
          <a:xfrm>
            <a:off x="448311" y="1289055"/>
            <a:ext cx="10363200" cy="673100"/>
          </a:xfrm>
          <a:prstGeom prst="rect">
            <a:avLst/>
          </a:prstGeom>
        </p:spPr>
        <p:txBody>
          <a:bodyPr lIns="117226" tIns="58613" rIns="117226" bIns="58613" anchor="t"/>
          <a:lstStyle>
            <a:lvl1pPr algn="l">
              <a:defRPr sz="5500" b="0" cap="none" baseline="0">
                <a:solidFill>
                  <a:schemeClr val="bg1"/>
                </a:solidFill>
              </a:defRPr>
            </a:lvl1pPr>
          </a:lstStyle>
          <a:p>
            <a:r>
              <a:rPr lang="en-AU" dirty="0"/>
              <a:t>Client brand promise, Calibri 36pt</a:t>
            </a:r>
            <a:endParaRPr lang="en-US" dirty="0"/>
          </a:p>
        </p:txBody>
      </p:sp>
      <p:sp>
        <p:nvSpPr>
          <p:cNvPr id="3" name="Text Placeholder 2"/>
          <p:cNvSpPr>
            <a:spLocks noGrp="1"/>
          </p:cNvSpPr>
          <p:nvPr>
            <p:ph type="body" idx="1" hasCustomPrompt="1"/>
          </p:nvPr>
        </p:nvSpPr>
        <p:spPr>
          <a:xfrm>
            <a:off x="448311" y="4862837"/>
            <a:ext cx="10363200" cy="515620"/>
          </a:xfrm>
          <a:prstGeom prst="rect">
            <a:avLst/>
          </a:prstGeom>
        </p:spPr>
        <p:txBody>
          <a:bodyPr lIns="117226" tIns="58613" rIns="117226" bIns="58613" anchor="b"/>
          <a:lstStyle>
            <a:lvl1pPr marL="0" indent="0">
              <a:buNone/>
              <a:defRPr sz="2800" b="0" baseline="0">
                <a:solidFill>
                  <a:schemeClr val="bg1"/>
                </a:solidFill>
              </a:defRPr>
            </a:lvl1pPr>
            <a:lvl2pPr marL="703301" indent="0">
              <a:buNone/>
              <a:defRPr sz="2800">
                <a:solidFill>
                  <a:schemeClr val="tx1">
                    <a:tint val="75000"/>
                  </a:schemeClr>
                </a:solidFill>
              </a:defRPr>
            </a:lvl2pPr>
            <a:lvl3pPr marL="1406603" indent="0">
              <a:buNone/>
              <a:defRPr sz="2500">
                <a:solidFill>
                  <a:schemeClr val="tx1">
                    <a:tint val="75000"/>
                  </a:schemeClr>
                </a:solidFill>
              </a:defRPr>
            </a:lvl3pPr>
            <a:lvl4pPr marL="2109900" indent="0">
              <a:buNone/>
              <a:defRPr sz="2200">
                <a:solidFill>
                  <a:schemeClr val="tx1">
                    <a:tint val="75000"/>
                  </a:schemeClr>
                </a:solidFill>
              </a:defRPr>
            </a:lvl4pPr>
            <a:lvl5pPr marL="2813202" indent="0">
              <a:buNone/>
              <a:defRPr sz="2200">
                <a:solidFill>
                  <a:schemeClr val="tx1">
                    <a:tint val="75000"/>
                  </a:schemeClr>
                </a:solidFill>
              </a:defRPr>
            </a:lvl5pPr>
            <a:lvl6pPr marL="3516503" indent="0">
              <a:buNone/>
              <a:defRPr sz="2200">
                <a:solidFill>
                  <a:schemeClr val="tx1">
                    <a:tint val="75000"/>
                  </a:schemeClr>
                </a:solidFill>
              </a:defRPr>
            </a:lvl6pPr>
            <a:lvl7pPr marL="4219803" indent="0">
              <a:buNone/>
              <a:defRPr sz="2200">
                <a:solidFill>
                  <a:schemeClr val="tx1">
                    <a:tint val="75000"/>
                  </a:schemeClr>
                </a:solidFill>
              </a:defRPr>
            </a:lvl7pPr>
            <a:lvl8pPr marL="4923102" indent="0">
              <a:buNone/>
              <a:defRPr sz="2200">
                <a:solidFill>
                  <a:schemeClr val="tx1">
                    <a:tint val="75000"/>
                  </a:schemeClr>
                </a:solidFill>
              </a:defRPr>
            </a:lvl8pPr>
            <a:lvl9pPr marL="5626401" indent="0">
              <a:buNone/>
              <a:defRPr sz="2200">
                <a:solidFill>
                  <a:schemeClr val="tx1">
                    <a:tint val="75000"/>
                  </a:schemeClr>
                </a:solidFill>
              </a:defRPr>
            </a:lvl9pPr>
          </a:lstStyle>
          <a:p>
            <a:pPr lvl="0"/>
            <a:r>
              <a:rPr lang="en-AU" dirty="0"/>
              <a:t>Click to add subhead, Calibri 18pt</a:t>
            </a:r>
          </a:p>
        </p:txBody>
      </p:sp>
      <p:sp>
        <p:nvSpPr>
          <p:cNvPr id="6" name="Footer Placeholder 4"/>
          <p:cNvSpPr>
            <a:spLocks noGrp="1"/>
          </p:cNvSpPr>
          <p:nvPr>
            <p:ph type="ftr" sz="quarter" idx="3"/>
          </p:nvPr>
        </p:nvSpPr>
        <p:spPr>
          <a:xfrm>
            <a:off x="230296" y="6356368"/>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spTree>
    <p:extLst>
      <p:ext uri="{BB962C8B-B14F-4D97-AF65-F5344CB8AC3E}">
        <p14:creationId xmlns:p14="http://schemas.microsoft.com/office/powerpoint/2010/main" val="1047739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42"/>
            <a:ext cx="10363200" cy="1470025"/>
          </a:xfrm>
          <a:prstGeom prst="rect">
            <a:avLst/>
          </a:prstGeom>
        </p:spPr>
        <p:txBody>
          <a:bodyPr lIns="117226" tIns="58613" rIns="117226" bIns="58613"/>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lIns="117226" tIns="58613" rIns="117226" bIns="58613"/>
          <a:lstStyle>
            <a:lvl1pPr marL="0" indent="0" algn="ctr">
              <a:buNone/>
              <a:defRPr>
                <a:solidFill>
                  <a:schemeClr val="tx1">
                    <a:tint val="75000"/>
                  </a:schemeClr>
                </a:solidFill>
              </a:defRPr>
            </a:lvl1pPr>
            <a:lvl2pPr marL="703301" indent="0" algn="ctr">
              <a:buNone/>
              <a:defRPr>
                <a:solidFill>
                  <a:schemeClr val="tx1">
                    <a:tint val="75000"/>
                  </a:schemeClr>
                </a:solidFill>
              </a:defRPr>
            </a:lvl2pPr>
            <a:lvl3pPr marL="1406603" indent="0" algn="ctr">
              <a:buNone/>
              <a:defRPr>
                <a:solidFill>
                  <a:schemeClr val="tx1">
                    <a:tint val="75000"/>
                  </a:schemeClr>
                </a:solidFill>
              </a:defRPr>
            </a:lvl3pPr>
            <a:lvl4pPr marL="2109900" indent="0" algn="ctr">
              <a:buNone/>
              <a:defRPr>
                <a:solidFill>
                  <a:schemeClr val="tx1">
                    <a:tint val="75000"/>
                  </a:schemeClr>
                </a:solidFill>
              </a:defRPr>
            </a:lvl4pPr>
            <a:lvl5pPr marL="2813202" indent="0" algn="ctr">
              <a:buNone/>
              <a:defRPr>
                <a:solidFill>
                  <a:schemeClr val="tx1">
                    <a:tint val="75000"/>
                  </a:schemeClr>
                </a:solidFill>
              </a:defRPr>
            </a:lvl5pPr>
            <a:lvl6pPr marL="3516503" indent="0" algn="ctr">
              <a:buNone/>
              <a:defRPr>
                <a:solidFill>
                  <a:schemeClr val="tx1">
                    <a:tint val="75000"/>
                  </a:schemeClr>
                </a:solidFill>
              </a:defRPr>
            </a:lvl6pPr>
            <a:lvl7pPr marL="4219803" indent="0" algn="ctr">
              <a:buNone/>
              <a:defRPr>
                <a:solidFill>
                  <a:schemeClr val="tx1">
                    <a:tint val="75000"/>
                  </a:schemeClr>
                </a:solidFill>
              </a:defRPr>
            </a:lvl7pPr>
            <a:lvl8pPr marL="4923102" indent="0" algn="ctr">
              <a:buNone/>
              <a:defRPr>
                <a:solidFill>
                  <a:schemeClr val="tx1">
                    <a:tint val="75000"/>
                  </a:schemeClr>
                </a:solidFill>
              </a:defRPr>
            </a:lvl8pPr>
            <a:lvl9pPr marL="5626401"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230293" y="6356368"/>
            <a:ext cx="2844800" cy="365125"/>
          </a:xfrm>
          <a:prstGeom prst="rect">
            <a:avLst/>
          </a:prstGeom>
        </p:spPr>
        <p:txBody>
          <a:bodyPr lIns="117226" tIns="58613" rIns="117226" bIns="58613"/>
          <a:lstStyle/>
          <a:p>
            <a:pPr defTabSz="914363"/>
            <a:fld id="{505B9593-95F5-4191-8057-F1E447DD5737}" type="datetimeFigureOut">
              <a:rPr lang="en-NZ" smtClean="0">
                <a:solidFill>
                  <a:srgbClr val="1A472B"/>
                </a:solidFill>
              </a:rPr>
              <a:pPr defTabSz="914363"/>
              <a:t>16/07/2024</a:t>
            </a:fld>
            <a:endParaRPr lang="en-NZ">
              <a:solidFill>
                <a:srgbClr val="1A472B"/>
              </a:solidFill>
            </a:endParaRPr>
          </a:p>
        </p:txBody>
      </p:sp>
      <p:sp>
        <p:nvSpPr>
          <p:cNvPr id="5" name="Footer Placeholder 4"/>
          <p:cNvSpPr>
            <a:spLocks noGrp="1"/>
          </p:cNvSpPr>
          <p:nvPr>
            <p:ph type="ftr" sz="quarter" idx="11"/>
          </p:nvPr>
        </p:nvSpPr>
        <p:spPr>
          <a:xfrm>
            <a:off x="3075096" y="6356368"/>
            <a:ext cx="5879253" cy="365125"/>
          </a:xfrm>
          <a:prstGeom prst="rect">
            <a:avLst/>
          </a:prstGeom>
        </p:spPr>
        <p:txBody>
          <a:bodyPr lIns="117226" tIns="58613" rIns="117226" bIns="58613"/>
          <a:lstStyle/>
          <a:p>
            <a:pPr defTabSz="914363"/>
            <a:endParaRPr lang="en-NZ">
              <a:solidFill>
                <a:srgbClr val="1A472B"/>
              </a:solidFill>
            </a:endParaRPr>
          </a:p>
        </p:txBody>
      </p:sp>
      <p:sp>
        <p:nvSpPr>
          <p:cNvPr id="6" name="Slide Number Placeholder 5"/>
          <p:cNvSpPr>
            <a:spLocks noGrp="1"/>
          </p:cNvSpPr>
          <p:nvPr>
            <p:ph type="sldNum" sz="quarter" idx="12"/>
          </p:nvPr>
        </p:nvSpPr>
        <p:spPr>
          <a:xfrm>
            <a:off x="9089813" y="6342396"/>
            <a:ext cx="2844800" cy="365125"/>
          </a:xfrm>
          <a:prstGeom prst="rect">
            <a:avLst/>
          </a:prstGeom>
        </p:spPr>
        <p:txBody>
          <a:bodyPr lIns="117226" tIns="58613" rIns="117226" bIns="58613"/>
          <a:lstStyle/>
          <a:p>
            <a:pPr defTabSz="914363"/>
            <a:fld id="{5D762165-7DD1-43A8-AF3E-02B3DB1B40E1}" type="slidenum">
              <a:rPr lang="en-NZ" smtClean="0">
                <a:solidFill>
                  <a:srgbClr val="1A472B"/>
                </a:solidFill>
              </a:rPr>
              <a:pPr defTabSz="914363"/>
              <a:t>‹#›</a:t>
            </a:fld>
            <a:endParaRPr lang="en-NZ">
              <a:solidFill>
                <a:srgbClr val="1A472B"/>
              </a:solidFill>
            </a:endParaRPr>
          </a:p>
        </p:txBody>
      </p:sp>
    </p:spTree>
    <p:extLst>
      <p:ext uri="{BB962C8B-B14F-4D97-AF65-F5344CB8AC3E}">
        <p14:creationId xmlns:p14="http://schemas.microsoft.com/office/powerpoint/2010/main" val="3920946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lIns="117226" tIns="58613" rIns="117226" bIns="58613"/>
          <a:lstStyle/>
          <a:p>
            <a:r>
              <a:rPr lang="en-US"/>
              <a:t>Click to edit Master title style</a:t>
            </a:r>
            <a:endParaRPr lang="en-NZ"/>
          </a:p>
        </p:txBody>
      </p:sp>
      <p:sp>
        <p:nvSpPr>
          <p:cNvPr id="3" name="Content Placeholder 2"/>
          <p:cNvSpPr>
            <a:spLocks noGrp="1"/>
          </p:cNvSpPr>
          <p:nvPr>
            <p:ph idx="1"/>
          </p:nvPr>
        </p:nvSpPr>
        <p:spPr>
          <a:xfrm>
            <a:off x="609600" y="1600206"/>
            <a:ext cx="10972800" cy="4525963"/>
          </a:xfrm>
          <a:prstGeom prst="rect">
            <a:avLst/>
          </a:prstGeom>
        </p:spPr>
        <p:txBody>
          <a:bodyPr lIns="117226" tIns="58613" rIns="117226" bIns="5861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p:cNvSpPr>
            <a:spLocks noGrp="1"/>
          </p:cNvSpPr>
          <p:nvPr>
            <p:ph type="dt" sz="half" idx="10"/>
          </p:nvPr>
        </p:nvSpPr>
        <p:spPr>
          <a:xfrm>
            <a:off x="609600" y="6356367"/>
            <a:ext cx="2844800" cy="365125"/>
          </a:xfrm>
          <a:prstGeom prst="rect">
            <a:avLst/>
          </a:prstGeom>
        </p:spPr>
        <p:txBody>
          <a:bodyPr lIns="117226" tIns="58613" rIns="117226" bIns="58613"/>
          <a:lstStyle/>
          <a:p>
            <a:pPr defTabSz="914363"/>
            <a:fld id="{505B9593-95F5-4191-8057-F1E447DD5737}" type="datetimeFigureOut">
              <a:rPr lang="en-NZ" smtClean="0">
                <a:solidFill>
                  <a:srgbClr val="1A472B"/>
                </a:solidFill>
              </a:rPr>
              <a:pPr defTabSz="914363"/>
              <a:t>16/07/2024</a:t>
            </a:fld>
            <a:endParaRPr lang="en-NZ">
              <a:solidFill>
                <a:srgbClr val="1A472B"/>
              </a:solidFill>
            </a:endParaRPr>
          </a:p>
        </p:txBody>
      </p:sp>
      <p:sp>
        <p:nvSpPr>
          <p:cNvPr id="5" name="Footer Placeholder 4"/>
          <p:cNvSpPr>
            <a:spLocks noGrp="1"/>
          </p:cNvSpPr>
          <p:nvPr>
            <p:ph type="ftr" sz="quarter" idx="11"/>
          </p:nvPr>
        </p:nvSpPr>
        <p:spPr>
          <a:xfrm>
            <a:off x="4165600" y="6356367"/>
            <a:ext cx="3860800" cy="365125"/>
          </a:xfrm>
          <a:prstGeom prst="rect">
            <a:avLst/>
          </a:prstGeom>
        </p:spPr>
        <p:txBody>
          <a:bodyPr lIns="117226" tIns="58613" rIns="117226" bIns="58613"/>
          <a:lstStyle/>
          <a:p>
            <a:pPr defTabSz="914363"/>
            <a:endParaRPr lang="en-NZ">
              <a:solidFill>
                <a:srgbClr val="1A472B"/>
              </a:solidFill>
            </a:endParaRPr>
          </a:p>
        </p:txBody>
      </p:sp>
      <p:sp>
        <p:nvSpPr>
          <p:cNvPr id="6" name="Slide Number Placeholder 5"/>
          <p:cNvSpPr>
            <a:spLocks noGrp="1"/>
          </p:cNvSpPr>
          <p:nvPr>
            <p:ph type="sldNum" sz="quarter" idx="12"/>
          </p:nvPr>
        </p:nvSpPr>
        <p:spPr>
          <a:xfrm>
            <a:off x="8737600" y="6356367"/>
            <a:ext cx="2844800" cy="365125"/>
          </a:xfrm>
          <a:prstGeom prst="rect">
            <a:avLst/>
          </a:prstGeom>
        </p:spPr>
        <p:txBody>
          <a:bodyPr lIns="117226" tIns="58613" rIns="117226" bIns="58613"/>
          <a:lstStyle/>
          <a:p>
            <a:pPr defTabSz="914363"/>
            <a:fld id="{5D762165-7DD1-43A8-AF3E-02B3DB1B40E1}" type="slidenum">
              <a:rPr lang="en-NZ" smtClean="0">
                <a:solidFill>
                  <a:srgbClr val="1A472B"/>
                </a:solidFill>
              </a:rPr>
              <a:pPr defTabSz="914363"/>
              <a:t>‹#›</a:t>
            </a:fld>
            <a:endParaRPr lang="en-NZ">
              <a:solidFill>
                <a:srgbClr val="1A472B"/>
              </a:solidFill>
            </a:endParaRPr>
          </a:p>
        </p:txBody>
      </p:sp>
    </p:spTree>
    <p:extLst>
      <p:ext uri="{BB962C8B-B14F-4D97-AF65-F5344CB8AC3E}">
        <p14:creationId xmlns:p14="http://schemas.microsoft.com/office/powerpoint/2010/main" val="1456509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1.xml><?xml version="1.0" encoding="utf-8"?>
<p:sldLayout xmlns:a="http://schemas.openxmlformats.org/drawingml/2006/main" xmlns:r="http://schemas.openxmlformats.org/officeDocument/2006/relationships" xmlns:p="http://schemas.openxmlformats.org/presentationml/2006/main">
  <p:cSld name="Main content w kowhaiwhai_Print option">
    <p:spTree>
      <p:nvGrpSpPr>
        <p:cNvPr id="1" name=""/>
        <p:cNvGrpSpPr/>
        <p:nvPr/>
      </p:nvGrpSpPr>
      <p:grpSpPr>
        <a:xfrm>
          <a:off x="0" y="0"/>
          <a:ext cx="0" cy="0"/>
          <a:chOff x="0" y="0"/>
          <a:chExt cx="0" cy="0"/>
        </a:xfrm>
      </p:grpSpPr>
      <p:pic>
        <p:nvPicPr>
          <p:cNvPr id="14" name="Picture 13" descr="Footer03_1024x74.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97211"/>
            <a:ext cx="12192000" cy="144860"/>
          </a:xfrm>
          <a:prstGeom prst="rect">
            <a:avLst/>
          </a:prstGeom>
        </p:spPr>
      </p:pic>
      <p:pic>
        <p:nvPicPr>
          <p:cNvPr id="5" name="Picture 4" descr="Logo177x78.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9561784" y="302885"/>
            <a:ext cx="2372829" cy="784241"/>
          </a:xfrm>
          <a:prstGeom prst="rect">
            <a:avLst/>
          </a:prstGeom>
        </p:spPr>
      </p:pic>
      <p:sp>
        <p:nvSpPr>
          <p:cNvPr id="8" name="Title Placeholder 1"/>
          <p:cNvSpPr>
            <a:spLocks noGrp="1"/>
          </p:cNvSpPr>
          <p:nvPr>
            <p:ph type="title" hasCustomPrompt="1"/>
          </p:nvPr>
        </p:nvSpPr>
        <p:spPr>
          <a:xfrm>
            <a:off x="230293" y="173038"/>
            <a:ext cx="8880000" cy="1143000"/>
          </a:xfrm>
          <a:prstGeom prst="rect">
            <a:avLst/>
          </a:prstGeom>
        </p:spPr>
        <p:txBody>
          <a:bodyPr vert="horz" lIns="117226" tIns="58613" rIns="117226" bIns="58613" rtlCol="0" anchor="ctr">
            <a:normAutofit/>
          </a:bodyPr>
          <a:lstStyle>
            <a:lvl1pPr>
              <a:defRPr>
                <a:solidFill>
                  <a:schemeClr val="tx1"/>
                </a:solidFill>
              </a:defRPr>
            </a:lvl1pPr>
          </a:lstStyle>
          <a:p>
            <a:r>
              <a:rPr lang="en-AU" dirty="0"/>
              <a:t>Click to add title - Calibri 36pt</a:t>
            </a:r>
            <a:endParaRPr lang="en-US" dirty="0"/>
          </a:p>
        </p:txBody>
      </p:sp>
      <p:sp>
        <p:nvSpPr>
          <p:cNvPr id="3" name="Text Placeholder 2"/>
          <p:cNvSpPr>
            <a:spLocks noGrp="1"/>
          </p:cNvSpPr>
          <p:nvPr>
            <p:ph type="body" sz="quarter" idx="13" hasCustomPrompt="1"/>
          </p:nvPr>
        </p:nvSpPr>
        <p:spPr>
          <a:xfrm>
            <a:off x="230734" y="1419235"/>
            <a:ext cx="11703049" cy="4702175"/>
          </a:xfrm>
          <a:prstGeom prst="rect">
            <a:avLst/>
          </a:prstGeom>
        </p:spPr>
        <p:txBody>
          <a:bodyPr vert="horz" lIns="117226" tIns="58613" rIns="117226" bIns="58613"/>
          <a:lstStyle>
            <a:lvl1pPr>
              <a:defRPr baseline="0">
                <a:solidFill>
                  <a:schemeClr val="tx1"/>
                </a:solidFill>
              </a:defRPr>
            </a:lvl1pPr>
            <a:lvl2pPr marL="0" indent="0">
              <a:tabLst/>
              <a:defRPr>
                <a:solidFill>
                  <a:schemeClr val="tx1"/>
                </a:solidFill>
              </a:defRPr>
            </a:lvl2pPr>
            <a:lvl3pPr>
              <a:defRPr>
                <a:solidFill>
                  <a:schemeClr val="tx1"/>
                </a:solidFill>
              </a:defRPr>
            </a:lvl3pPr>
            <a:lvl4pPr>
              <a:defRPr>
                <a:solidFill>
                  <a:schemeClr val="tx1"/>
                </a:solidFill>
              </a:defRPr>
            </a:lvl4pPr>
            <a:lvl5pPr marL="2095247" indent="-439561">
              <a:buFont typeface="Arial"/>
              <a:buChar char="•"/>
              <a:defRPr>
                <a:solidFill>
                  <a:schemeClr val="tx1"/>
                </a:solidFill>
              </a:defRPr>
            </a:lvl5pPr>
          </a:lstStyle>
          <a:p>
            <a:pPr lvl="0"/>
            <a:r>
              <a:rPr lang="en-AU" dirty="0"/>
              <a:t>Click to add text. Sub heading – Calibri Bold 24pt</a:t>
            </a:r>
          </a:p>
          <a:p>
            <a:pPr lvl="1"/>
            <a:r>
              <a:rPr lang="en-AU" dirty="0"/>
              <a:t>Second level – Calibri 24pt</a:t>
            </a:r>
          </a:p>
          <a:p>
            <a:pPr lvl="2"/>
            <a:r>
              <a:rPr lang="en-AU" dirty="0"/>
              <a:t>Third level – Calibri Bold 22pt</a:t>
            </a:r>
          </a:p>
          <a:p>
            <a:pPr lvl="3"/>
            <a:r>
              <a:rPr lang="en-AU" dirty="0"/>
              <a:t>Fourth level – Calibri 18pt</a:t>
            </a:r>
          </a:p>
          <a:p>
            <a:pPr lvl="4"/>
            <a:r>
              <a:rPr lang="en-AU" dirty="0"/>
              <a:t>Fifth level – Calibri 16pt</a:t>
            </a:r>
            <a:endParaRPr lang="en-US" dirty="0"/>
          </a:p>
          <a:p>
            <a:pPr lvl="0"/>
            <a:endParaRPr lang="en-US" dirty="0"/>
          </a:p>
        </p:txBody>
      </p:sp>
      <p:sp>
        <p:nvSpPr>
          <p:cNvPr id="9" name="Text Placeholder 8"/>
          <p:cNvSpPr>
            <a:spLocks noGrp="1"/>
          </p:cNvSpPr>
          <p:nvPr>
            <p:ph type="body" sz="quarter" idx="14" hasCustomPrompt="1"/>
          </p:nvPr>
        </p:nvSpPr>
        <p:spPr>
          <a:xfrm>
            <a:off x="230720" y="6342080"/>
            <a:ext cx="4995333" cy="365125"/>
          </a:xfrm>
          <a:prstGeom prst="rect">
            <a:avLst/>
          </a:prstGeom>
        </p:spPr>
        <p:txBody>
          <a:bodyPr vert="horz" lIns="117226" tIns="58613" rIns="117226" bIns="58613" anchor="ctr" anchorCtr="0"/>
          <a:lstStyle>
            <a:lvl1pPr marL="0" marR="0" indent="0" algn="l" defTabSz="703301" rtl="0" eaLnBrk="1" fontAlgn="auto" latinLnBrk="0" hangingPunct="1">
              <a:lnSpc>
                <a:spcPct val="100000"/>
              </a:lnSpc>
              <a:spcBef>
                <a:spcPct val="20000"/>
              </a:spcBef>
              <a:spcAft>
                <a:spcPts val="0"/>
              </a:spcAft>
              <a:buClrTx/>
              <a:buSzTx/>
              <a:buFont typeface="Courier New"/>
              <a:buNone/>
              <a:tabLst/>
              <a:defRPr sz="1800" b="0">
                <a:solidFill>
                  <a:schemeClr val="tx1"/>
                </a:solidFill>
              </a:defRPr>
            </a:lvl1pPr>
          </a:lstStyle>
          <a:p>
            <a:pPr marL="0" marR="0" lvl="0" indent="0" algn="l" defTabSz="703301" rtl="0" eaLnBrk="1" fontAlgn="auto" latinLnBrk="0" hangingPunct="1">
              <a:lnSpc>
                <a:spcPct val="100000"/>
              </a:lnSpc>
              <a:spcBef>
                <a:spcPct val="20000"/>
              </a:spcBef>
              <a:spcAft>
                <a:spcPts val="0"/>
              </a:spcAft>
              <a:buClrTx/>
              <a:buSzTx/>
              <a:buFont typeface="Courier New"/>
              <a:buNone/>
              <a:tabLst/>
              <a:defRPr/>
            </a:pPr>
            <a:r>
              <a:rPr lang="en-US" dirty="0">
                <a:solidFill>
                  <a:srgbClr val="1A472B"/>
                </a:solidFill>
              </a:rPr>
              <a:t>Click to add title in Calibri 12pt</a:t>
            </a:r>
            <a:endParaRPr lang="en-US" dirty="0">
              <a:solidFill>
                <a:schemeClr val="bg2"/>
              </a:solidFill>
            </a:endParaRPr>
          </a:p>
        </p:txBody>
      </p:sp>
      <p:sp>
        <p:nvSpPr>
          <p:cNvPr id="13" name="Text Placeholder 12"/>
          <p:cNvSpPr>
            <a:spLocks noGrp="1"/>
          </p:cNvSpPr>
          <p:nvPr>
            <p:ph type="body" sz="quarter" idx="15" hasCustomPrompt="1"/>
          </p:nvPr>
        </p:nvSpPr>
        <p:spPr>
          <a:xfrm>
            <a:off x="11430863" y="6342079"/>
            <a:ext cx="503767" cy="347663"/>
          </a:xfrm>
          <a:prstGeom prst="rect">
            <a:avLst/>
          </a:prstGeom>
        </p:spPr>
        <p:txBody>
          <a:bodyPr vert="horz" lIns="117226" tIns="58613" rIns="117226" bIns="58613" anchor="ctr" anchorCtr="0"/>
          <a:lstStyle>
            <a:lvl1pPr algn="r">
              <a:defRPr sz="1800">
                <a:solidFill>
                  <a:schemeClr val="tx1"/>
                </a:solidFill>
              </a:defRPr>
            </a:lvl1pPr>
          </a:lstStyle>
          <a:p>
            <a:pPr lvl="0"/>
            <a:fld id="{4D4F556E-231C-B544-9E8A-43AA8493A8CA}" type="slidenum">
              <a:rPr lang="en-US" smtClean="0"/>
              <a:t>‹#›</a:t>
            </a:fld>
            <a:endParaRPr lang="en-US" dirty="0"/>
          </a:p>
        </p:txBody>
      </p:sp>
    </p:spTree>
    <p:extLst>
      <p:ext uri="{BB962C8B-B14F-4D97-AF65-F5344CB8AC3E}">
        <p14:creationId xmlns:p14="http://schemas.microsoft.com/office/powerpoint/2010/main" val="46786080"/>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p:cSld name="Plain content">
    <p:spTree>
      <p:nvGrpSpPr>
        <p:cNvPr id="1" name=""/>
        <p:cNvGrpSpPr/>
        <p:nvPr/>
      </p:nvGrpSpPr>
      <p:grpSpPr>
        <a:xfrm>
          <a:off x="0" y="0"/>
          <a:ext cx="0" cy="0"/>
          <a:chOff x="0" y="0"/>
          <a:chExt cx="0" cy="0"/>
        </a:xfrm>
      </p:grpSpPr>
      <p:pic>
        <p:nvPicPr>
          <p:cNvPr id="7" name="Picture 6"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1"/>
            <a:ext cx="12192000" cy="660797"/>
          </a:xfrm>
          <a:prstGeom prst="rect">
            <a:avLst/>
          </a:prstGeom>
        </p:spPr>
      </p:pic>
      <p:sp>
        <p:nvSpPr>
          <p:cNvPr id="11" name="Slide Number Placeholder 3"/>
          <p:cNvSpPr>
            <a:spLocks noGrp="1"/>
          </p:cNvSpPr>
          <p:nvPr>
            <p:ph type="sldNum" sz="quarter" idx="12"/>
          </p:nvPr>
        </p:nvSpPr>
        <p:spPr>
          <a:xfrm>
            <a:off x="9123845" y="6342396"/>
            <a:ext cx="2844800" cy="365125"/>
          </a:xfrm>
          <a:prstGeom prst="rect">
            <a:avLst/>
          </a:prstGeom>
        </p:spPr>
        <p:txBody>
          <a:bodyPr lIns="117226" tIns="58613" rIns="117226" bIns="58613" anchor="ctr"/>
          <a:lstStyle>
            <a:lvl1pPr algn="r">
              <a:defRPr sz="1800">
                <a:solidFill>
                  <a:schemeClr val="tx1"/>
                </a:solidFill>
              </a:defRPr>
            </a:lvl1pPr>
          </a:lstStyle>
          <a:p>
            <a:pPr defTabSz="914363"/>
            <a:fld id="{5D762165-7DD1-43A8-AF3E-02B3DB1B40E1}" type="slidenum">
              <a:rPr lang="en-NZ" smtClean="0">
                <a:solidFill>
                  <a:srgbClr val="1A472B"/>
                </a:solidFill>
              </a:rPr>
              <a:pPr defTabSz="914363"/>
              <a:t>‹#›</a:t>
            </a:fld>
            <a:endParaRPr lang="en-NZ">
              <a:solidFill>
                <a:srgbClr val="1A472B"/>
              </a:solidFill>
            </a:endParaRPr>
          </a:p>
        </p:txBody>
      </p:sp>
      <p:sp>
        <p:nvSpPr>
          <p:cNvPr id="12" name="Footer Placeholder 4"/>
          <p:cNvSpPr>
            <a:spLocks noGrp="1"/>
          </p:cNvSpPr>
          <p:nvPr>
            <p:ph type="ftr" sz="quarter" idx="3"/>
          </p:nvPr>
        </p:nvSpPr>
        <p:spPr>
          <a:xfrm>
            <a:off x="230296" y="6356367"/>
            <a:ext cx="5879253" cy="365125"/>
          </a:xfrm>
          <a:prstGeom prst="rect">
            <a:avLst/>
          </a:prstGeom>
        </p:spPr>
        <p:txBody>
          <a:bodyPr vert="horz" lIns="117226" tIns="58613" rIns="117226" bIns="58613" rtlCol="0" anchor="ctr"/>
          <a:lstStyle>
            <a:lvl1pPr algn="l">
              <a:defRPr sz="1800">
                <a:solidFill>
                  <a:schemeClr val="tx1">
                    <a:tint val="75000"/>
                  </a:schemeClr>
                </a:solidFill>
              </a:defRPr>
            </a:lvl1pPr>
          </a:lstStyle>
          <a:p>
            <a:pPr defTabSz="914363"/>
            <a:endParaRPr lang="en-NZ">
              <a:solidFill>
                <a:srgbClr val="1A472B">
                  <a:tint val="75000"/>
                </a:srgbClr>
              </a:solidFill>
            </a:endParaRPr>
          </a:p>
        </p:txBody>
      </p:sp>
      <p:sp>
        <p:nvSpPr>
          <p:cNvPr id="8" name="Title Placeholder 1"/>
          <p:cNvSpPr>
            <a:spLocks noGrp="1"/>
          </p:cNvSpPr>
          <p:nvPr>
            <p:ph type="title" hasCustomPrompt="1"/>
          </p:nvPr>
        </p:nvSpPr>
        <p:spPr>
          <a:xfrm>
            <a:off x="230293" y="173038"/>
            <a:ext cx="8880000" cy="1143000"/>
          </a:xfrm>
          <a:prstGeom prst="rect">
            <a:avLst/>
          </a:prstGeom>
        </p:spPr>
        <p:txBody>
          <a:bodyPr vert="horz" lIns="117226" tIns="58613" rIns="117226" bIns="58613" rtlCol="0" anchor="ctr">
            <a:normAutofit/>
          </a:bodyPr>
          <a:lstStyle>
            <a:lvl1pPr>
              <a:defRPr>
                <a:solidFill>
                  <a:schemeClr val="tx1"/>
                </a:solidFill>
              </a:defRPr>
            </a:lvl1pPr>
          </a:lstStyle>
          <a:p>
            <a:r>
              <a:rPr lang="en-AU" dirty="0"/>
              <a:t>Click to add title - Calibri 36pt</a:t>
            </a:r>
            <a:endParaRPr lang="en-US" dirty="0"/>
          </a:p>
        </p:txBody>
      </p:sp>
      <p:pic>
        <p:nvPicPr>
          <p:cNvPr id="10" name="Picture 9"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915192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3.xml><?xml version="1.0" encoding="utf-8"?>
<p:sldLayout xmlns:a="http://schemas.openxmlformats.org/drawingml/2006/main" xmlns:r="http://schemas.openxmlformats.org/officeDocument/2006/relationships" xmlns:p="http://schemas.openxmlformats.org/presentationml/2006/main">
  <p:cSld name="Logo with no footer for pictur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0293" y="173038"/>
            <a:ext cx="8880000" cy="1143000"/>
          </a:xfrm>
          <a:prstGeom prst="rect">
            <a:avLst/>
          </a:prstGeom>
        </p:spPr>
        <p:txBody>
          <a:bodyPr lIns="117226" tIns="58613" rIns="117226" bIns="58613" anchor="ctr"/>
          <a:lstStyle>
            <a:lvl1pPr>
              <a:defRPr/>
            </a:lvl1pPr>
          </a:lstStyle>
          <a:p>
            <a:r>
              <a:rPr lang="en-AU" dirty="0"/>
              <a:t>Click to add title - Calibri 36pt</a:t>
            </a:r>
            <a:endParaRPr lang="en-US" dirty="0"/>
          </a:p>
        </p:txBody>
      </p:sp>
      <p:pic>
        <p:nvPicPr>
          <p:cNvPr id="4" name="Picture 3" descr="Logo 1024x700.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288440129"/>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userDrawn="1">
  <p:cSld name="Special - Values 4 or section title page">
    <p:spTree>
      <p:nvGrpSpPr>
        <p:cNvPr id="1" name=""/>
        <p:cNvGrpSpPr/>
        <p:nvPr/>
      </p:nvGrpSpPr>
      <p:grpSpPr>
        <a:xfrm>
          <a:off x="0" y="0"/>
          <a:ext cx="0" cy="0"/>
          <a:chOff x="0" y="0"/>
          <a:chExt cx="0" cy="0"/>
        </a:xfrm>
      </p:grpSpPr>
      <p:pic>
        <p:nvPicPr>
          <p:cNvPr id="6" name="Picture 5" descr="Vitality_0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5493" y="135225"/>
            <a:ext cx="11700121" cy="5883508"/>
          </a:xfrm>
          <a:prstGeom prst="rect">
            <a:avLst/>
          </a:prstGeom>
        </p:spPr>
      </p:pic>
      <p:pic>
        <p:nvPicPr>
          <p:cNvPr id="14" name="Picture 13" descr="End04_LogoGreen_992x736.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32919" y="5714339"/>
            <a:ext cx="11692695" cy="965089"/>
          </a:xfrm>
          <a:prstGeom prst="rect">
            <a:avLst/>
          </a:prstGeom>
        </p:spPr>
      </p:pic>
      <p:sp>
        <p:nvSpPr>
          <p:cNvPr id="15" name="Text Placeholder 3"/>
          <p:cNvSpPr>
            <a:spLocks noGrp="1"/>
          </p:cNvSpPr>
          <p:nvPr>
            <p:ph type="body" sz="quarter" idx="10" hasCustomPrompt="1"/>
          </p:nvPr>
        </p:nvSpPr>
        <p:spPr>
          <a:xfrm>
            <a:off x="584201" y="555532"/>
            <a:ext cx="4682067" cy="622300"/>
          </a:xfrm>
          <a:prstGeom prst="rect">
            <a:avLst/>
          </a:prstGeom>
        </p:spPr>
        <p:txBody>
          <a:bodyPr vert="horz" lIns="117226" tIns="58613" rIns="117226" bIns="58613"/>
          <a:lstStyle>
            <a:lvl1pPr>
              <a:defRPr sz="4600" b="0"/>
            </a:lvl1pPr>
          </a:lstStyle>
          <a:p>
            <a:pPr lvl="0"/>
            <a:r>
              <a:rPr lang="en-AU" dirty="0"/>
              <a:t>Vitality</a:t>
            </a:r>
            <a:endParaRPr lang="en-US" dirty="0"/>
          </a:p>
        </p:txBody>
      </p:sp>
      <p:sp>
        <p:nvSpPr>
          <p:cNvPr id="16" name="Text Placeholder 16"/>
          <p:cNvSpPr>
            <a:spLocks noGrp="1"/>
          </p:cNvSpPr>
          <p:nvPr>
            <p:ph type="body" sz="quarter" idx="11" hasCustomPrompt="1"/>
          </p:nvPr>
        </p:nvSpPr>
        <p:spPr>
          <a:xfrm>
            <a:off x="584206" y="1338729"/>
            <a:ext cx="7498601" cy="1727200"/>
          </a:xfrm>
          <a:prstGeom prst="rect">
            <a:avLst/>
          </a:prstGeom>
        </p:spPr>
        <p:txBody>
          <a:bodyPr vert="horz" lIns="117226" tIns="58613" rIns="117226" bIns="58613"/>
          <a:lstStyle>
            <a:lvl1pPr>
              <a:defRPr b="0" baseline="0">
                <a:solidFill>
                  <a:schemeClr val="bg1"/>
                </a:solidFill>
              </a:defRPr>
            </a:lvl1pPr>
          </a:lstStyle>
          <a:p>
            <a:r>
              <a:rPr lang="en-US" sz="3100" dirty="0">
                <a:solidFill>
                  <a:srgbClr val="FFFFFF"/>
                </a:solidFill>
              </a:rPr>
              <a:t>Fresh thinking and action to enable success through new solutions.</a:t>
            </a:r>
          </a:p>
        </p:txBody>
      </p:sp>
    </p:spTree>
    <p:extLst>
      <p:ext uri="{BB962C8B-B14F-4D97-AF65-F5344CB8AC3E}">
        <p14:creationId xmlns:p14="http://schemas.microsoft.com/office/powerpoint/2010/main" val="3451187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C13B98D-9B0A-40BE-A045-BB184C9FE2FE}" type="datetimeFigureOut">
              <a:rPr lang="en-GB">
                <a:solidFill>
                  <a:prstClr val="black">
                    <a:tint val="75000"/>
                  </a:prstClr>
                </a:solidFill>
              </a:rPr>
              <a:pPr>
                <a:defRPr/>
              </a:pPr>
              <a:t>16/07/2024</a:t>
            </a:fld>
            <a:endParaRPr lang="en-GB">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GB">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fld id="{94F2E7EF-70C1-4C6D-B623-20ADA9B60690}" type="slidenum">
              <a:rPr lang="en-GB" altLang="en-US"/>
              <a:pPr/>
              <a:t>‹#›</a:t>
            </a:fld>
            <a:endParaRPr lang="en-GB" altLang="en-US"/>
          </a:p>
        </p:txBody>
      </p:sp>
    </p:spTree>
    <p:extLst>
      <p:ext uri="{BB962C8B-B14F-4D97-AF65-F5344CB8AC3E}">
        <p14:creationId xmlns:p14="http://schemas.microsoft.com/office/powerpoint/2010/main" val="1754634474"/>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cxnSp>
        <p:nvCxnSpPr>
          <p:cNvPr id="2" name="Straight Connector 1"/>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Picture 7"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4"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5142151"/>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userDrawn="1">
  <p:cSld name="2_Content: One">
    <p:spTree>
      <p:nvGrpSpPr>
        <p:cNvPr id="1" name=""/>
        <p:cNvGrpSpPr/>
        <p:nvPr/>
      </p:nvGrpSpPr>
      <p:grpSpPr>
        <a:xfrm>
          <a:off x="0" y="0"/>
          <a:ext cx="0" cy="0"/>
          <a:chOff x="0" y="0"/>
          <a:chExt cx="0" cy="0"/>
        </a:xfrm>
      </p:grpSpPr>
      <p:sp>
        <p:nvSpPr>
          <p:cNvPr id="2" name="TextBox 31"/>
          <p:cNvSpPr txBox="1">
            <a:spLocks noChangeArrowheads="1"/>
          </p:cNvSpPr>
          <p:nvPr/>
        </p:nvSpPr>
        <p:spPr bwMode="auto">
          <a:xfrm>
            <a:off x="711200" y="6477000"/>
            <a:ext cx="3454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i="1">
                <a:solidFill>
                  <a:schemeClr val="tx1"/>
                </a:solidFill>
                <a:latin typeface="Arial" charset="0"/>
                <a:ea typeface="ＭＳ Ｐゴシック" charset="0"/>
                <a:cs typeface="ＭＳ Ｐゴシック" charset="0"/>
              </a:defRPr>
            </a:lvl1pPr>
            <a:lvl2pPr marL="742950" indent="-285750" eaLnBrk="0" hangingPunct="0">
              <a:defRPr sz="2400" i="1">
                <a:solidFill>
                  <a:schemeClr val="tx1"/>
                </a:solidFill>
                <a:latin typeface="Arial" charset="0"/>
                <a:ea typeface="ＭＳ Ｐゴシック" charset="0"/>
              </a:defRPr>
            </a:lvl2pPr>
            <a:lvl3pPr marL="1143000" indent="-228600" eaLnBrk="0" hangingPunct="0">
              <a:defRPr sz="2400" i="1">
                <a:solidFill>
                  <a:schemeClr val="tx1"/>
                </a:solidFill>
                <a:latin typeface="Arial" charset="0"/>
                <a:ea typeface="ＭＳ Ｐゴシック" charset="0"/>
              </a:defRPr>
            </a:lvl3pPr>
            <a:lvl4pPr marL="1600200" indent="-228600" eaLnBrk="0" hangingPunct="0">
              <a:defRPr sz="2400" i="1">
                <a:solidFill>
                  <a:schemeClr val="tx1"/>
                </a:solidFill>
                <a:latin typeface="Arial" charset="0"/>
                <a:ea typeface="ＭＳ Ｐゴシック" charset="0"/>
              </a:defRPr>
            </a:lvl4pPr>
            <a:lvl5pPr marL="2057400" indent="-228600" eaLnBrk="0" hangingPunct="0">
              <a:defRPr sz="2400" i="1">
                <a:solidFill>
                  <a:schemeClr val="tx1"/>
                </a:solidFill>
                <a:latin typeface="Arial" charset="0"/>
                <a:ea typeface="ＭＳ Ｐゴシック" charset="0"/>
              </a:defRPr>
            </a:lvl5pPr>
            <a:lvl6pPr marL="2514600" indent="-228600" eaLnBrk="0" fontAlgn="base" hangingPunct="0">
              <a:spcBef>
                <a:spcPct val="0"/>
              </a:spcBef>
              <a:spcAft>
                <a:spcPct val="0"/>
              </a:spcAft>
              <a:defRPr sz="2400" i="1">
                <a:solidFill>
                  <a:schemeClr val="tx1"/>
                </a:solidFill>
                <a:latin typeface="Arial" charset="0"/>
                <a:ea typeface="ＭＳ Ｐゴシック" charset="0"/>
              </a:defRPr>
            </a:lvl6pPr>
            <a:lvl7pPr marL="2971800" indent="-228600" eaLnBrk="0" fontAlgn="base" hangingPunct="0">
              <a:spcBef>
                <a:spcPct val="0"/>
              </a:spcBef>
              <a:spcAft>
                <a:spcPct val="0"/>
              </a:spcAft>
              <a:defRPr sz="2400" i="1">
                <a:solidFill>
                  <a:schemeClr val="tx1"/>
                </a:solidFill>
                <a:latin typeface="Arial" charset="0"/>
                <a:ea typeface="ＭＳ Ｐゴシック" charset="0"/>
              </a:defRPr>
            </a:lvl7pPr>
            <a:lvl8pPr marL="3429000" indent="-228600" eaLnBrk="0" fontAlgn="base" hangingPunct="0">
              <a:spcBef>
                <a:spcPct val="0"/>
              </a:spcBef>
              <a:spcAft>
                <a:spcPct val="0"/>
              </a:spcAft>
              <a:defRPr sz="2400" i="1">
                <a:solidFill>
                  <a:schemeClr val="tx1"/>
                </a:solidFill>
                <a:latin typeface="Arial" charset="0"/>
                <a:ea typeface="ＭＳ Ｐゴシック" charset="0"/>
              </a:defRPr>
            </a:lvl8pPr>
            <a:lvl9pPr marL="3886200" indent="-228600" eaLnBrk="0" fontAlgn="base" hangingPunct="0">
              <a:spcBef>
                <a:spcPct val="0"/>
              </a:spcBef>
              <a:spcAft>
                <a:spcPct val="0"/>
              </a:spcAft>
              <a:defRPr sz="2400" i="1">
                <a:solidFill>
                  <a:schemeClr val="tx1"/>
                </a:solidFill>
                <a:latin typeface="Arial" charset="0"/>
                <a:ea typeface="ＭＳ Ｐゴシック" charset="0"/>
              </a:defRPr>
            </a:lvl9pPr>
          </a:lstStyle>
          <a:p>
            <a:pPr defTabSz="914400" eaLnBrk="1" hangingPunct="1">
              <a:defRPr/>
            </a:pPr>
            <a:endParaRPr lang="en-GB" sz="1000" i="0">
              <a:solidFill>
                <a:prstClr val="black"/>
              </a:solidFill>
              <a:latin typeface="Georgia" charset="0"/>
              <a:cs typeface="Arial" charset="0"/>
            </a:endParaRPr>
          </a:p>
        </p:txBody>
      </p:sp>
      <p:cxnSp>
        <p:nvCxnSpPr>
          <p:cNvPr id="3" name="Straight Connector 2"/>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Picture 8"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4"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2189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8.xml><?xml version="1.0" encoding="utf-8"?>
<p:sldLayout xmlns:a="http://schemas.openxmlformats.org/drawingml/2006/main" xmlns:r="http://schemas.openxmlformats.org/officeDocument/2006/relationships" xmlns:p="http://schemas.openxmlformats.org/presentationml/2006/main" userDrawn="1">
  <p:cSld name="11_Content: One">
    <p:spTree>
      <p:nvGrpSpPr>
        <p:cNvPr id="1" name=""/>
        <p:cNvGrpSpPr/>
        <p:nvPr/>
      </p:nvGrpSpPr>
      <p:grpSpPr>
        <a:xfrm>
          <a:off x="0" y="0"/>
          <a:ext cx="0" cy="0"/>
          <a:chOff x="0" y="0"/>
          <a:chExt cx="0" cy="0"/>
        </a:xfrm>
      </p:grpSpPr>
      <p:cxnSp>
        <p:nvCxnSpPr>
          <p:cNvPr id="2" name="Straight Connector 1"/>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Picture 7"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4"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543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9.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62060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0.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cxnSp>
        <p:nvCxnSpPr>
          <p:cNvPr id="2" name="Straight Connector 1"/>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Picture 7"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4"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640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1.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3" name="Picture 6"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4"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8"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4"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1"/>
          <p:cNvSpPr>
            <a:spLocks noGrp="1"/>
          </p:cNvSpPr>
          <p:nvPr>
            <p:ph type="title"/>
          </p:nvPr>
        </p:nvSpPr>
        <p:spPr>
          <a:xfrm>
            <a:off x="143339" y="183040"/>
            <a:ext cx="4320480" cy="562074"/>
          </a:xfrm>
          <a:prstGeom prst="rect">
            <a:avLst/>
          </a:prstGeom>
        </p:spPr>
        <p:txBody>
          <a:bodyPr/>
          <a:lstStyle>
            <a:lvl1pPr>
              <a:defRPr sz="16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endParaRPr lang="en-GB" dirty="0"/>
          </a:p>
        </p:txBody>
      </p:sp>
    </p:spTree>
    <p:extLst>
      <p:ext uri="{BB962C8B-B14F-4D97-AF65-F5344CB8AC3E}">
        <p14:creationId xmlns:p14="http://schemas.microsoft.com/office/powerpoint/2010/main" val="3330271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2.xml><?xml version="1.0" encoding="utf-8"?>
<p:sldLayout xmlns:a="http://schemas.openxmlformats.org/drawingml/2006/main" xmlns:r="http://schemas.openxmlformats.org/officeDocument/2006/relationships" xmlns:p="http://schemas.openxmlformats.org/presentationml/2006/main" userDrawn="1">
  <p:cSld name="1_Special - Values 4 or section title page">
    <p:spTree>
      <p:nvGrpSpPr>
        <p:cNvPr id="1" name=""/>
        <p:cNvGrpSpPr/>
        <p:nvPr/>
      </p:nvGrpSpPr>
      <p:grpSpPr>
        <a:xfrm>
          <a:off x="0" y="0"/>
          <a:ext cx="0" cy="0"/>
          <a:chOff x="0" y="0"/>
          <a:chExt cx="0" cy="0"/>
        </a:xfrm>
      </p:grpSpPr>
      <p:pic>
        <p:nvPicPr>
          <p:cNvPr id="6" name="Picture 5" descr="Vitality_01.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5514" y="135227"/>
            <a:ext cx="11700121" cy="5883508"/>
          </a:xfrm>
          <a:prstGeom prst="rect">
            <a:avLst/>
          </a:prstGeom>
        </p:spPr>
      </p:pic>
      <p:pic>
        <p:nvPicPr>
          <p:cNvPr id="14" name="Picture 13" descr="End04_LogoGreen_992x736.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32943" y="5714417"/>
            <a:ext cx="11692695" cy="965089"/>
          </a:xfrm>
          <a:prstGeom prst="rect">
            <a:avLst/>
          </a:prstGeom>
        </p:spPr>
      </p:pic>
      <p:sp>
        <p:nvSpPr>
          <p:cNvPr id="15" name="Text Placeholder 3"/>
          <p:cNvSpPr>
            <a:spLocks noGrp="1"/>
          </p:cNvSpPr>
          <p:nvPr>
            <p:ph type="body" sz="quarter" idx="10" hasCustomPrompt="1"/>
          </p:nvPr>
        </p:nvSpPr>
        <p:spPr>
          <a:xfrm>
            <a:off x="584201" y="555532"/>
            <a:ext cx="4682067" cy="622300"/>
          </a:xfrm>
          <a:prstGeom prst="rect">
            <a:avLst/>
          </a:prstGeom>
        </p:spPr>
        <p:txBody>
          <a:bodyPr vert="horz" lIns="116930" tIns="58458" rIns="116930" bIns="58458"/>
          <a:lstStyle>
            <a:lvl1pPr>
              <a:defRPr sz="4600" b="0"/>
            </a:lvl1pPr>
          </a:lstStyle>
          <a:p>
            <a:pPr lvl="0"/>
            <a:r>
              <a:rPr lang="en-AU" dirty="0"/>
              <a:t>Vitality</a:t>
            </a:r>
            <a:endParaRPr lang="en-US" dirty="0"/>
          </a:p>
        </p:txBody>
      </p:sp>
      <p:sp>
        <p:nvSpPr>
          <p:cNvPr id="16" name="Text Placeholder 16"/>
          <p:cNvSpPr>
            <a:spLocks noGrp="1"/>
          </p:cNvSpPr>
          <p:nvPr>
            <p:ph type="body" sz="quarter" idx="11" hasCustomPrompt="1"/>
          </p:nvPr>
        </p:nvSpPr>
        <p:spPr>
          <a:xfrm>
            <a:off x="584242" y="1338731"/>
            <a:ext cx="7498601" cy="1727200"/>
          </a:xfrm>
          <a:prstGeom prst="rect">
            <a:avLst/>
          </a:prstGeom>
        </p:spPr>
        <p:txBody>
          <a:bodyPr vert="horz" lIns="116930" tIns="58458" rIns="116930" bIns="58458"/>
          <a:lstStyle>
            <a:lvl1pPr>
              <a:defRPr b="0" baseline="0">
                <a:solidFill>
                  <a:schemeClr val="bg1"/>
                </a:solidFill>
              </a:defRPr>
            </a:lvl1pPr>
          </a:lstStyle>
          <a:p>
            <a:r>
              <a:rPr lang="en-US" sz="3100" dirty="0">
                <a:solidFill>
                  <a:srgbClr val="FFFFFF"/>
                </a:solidFill>
              </a:rPr>
              <a:t>Fresh thinking and action to enable success through new solutions.</a:t>
            </a:r>
          </a:p>
        </p:txBody>
      </p:sp>
    </p:spTree>
    <p:extLst>
      <p:ext uri="{BB962C8B-B14F-4D97-AF65-F5344CB8AC3E}">
        <p14:creationId xmlns:p14="http://schemas.microsoft.com/office/powerpoint/2010/main" val="2493293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5940463"/>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7" name="Straight Connector 6"/>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707408723"/>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cxnSp>
        <p:nvCxnSpPr>
          <p:cNvPr id="7" name="Straight Connector 6"/>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4289055253"/>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cxnSp>
        <p:nvCxnSpPr>
          <p:cNvPr id="8" name="Straight Connector 7"/>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360884445"/>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cxnSp>
        <p:nvCxnSpPr>
          <p:cNvPr id="10" name="Straight Connector 9"/>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1432465834"/>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cxnSp>
        <p:nvCxnSpPr>
          <p:cNvPr id="6" name="Straight Connector 5"/>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8" name="Picture 7"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3949385634"/>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5" name="Straight Connector 4"/>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2951199658"/>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cxnSp>
        <p:nvCxnSpPr>
          <p:cNvPr id="8" name="Straight Connector 7"/>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1662080520"/>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userDrawn="1">
  <p:cSld name="3_Content: One">
    <p:spTree>
      <p:nvGrpSpPr>
        <p:cNvPr id="1" name=""/>
        <p:cNvGrpSpPr/>
        <p:nvPr/>
      </p:nvGrpSpPr>
      <p:grpSpPr>
        <a:xfrm>
          <a:off x="0" y="0"/>
          <a:ext cx="0" cy="0"/>
          <a:chOff x="0" y="0"/>
          <a:chExt cx="0" cy="0"/>
        </a:xfrm>
      </p:grpSpPr>
      <p:sp>
        <p:nvSpPr>
          <p:cNvPr id="4" name="TextBox 31"/>
          <p:cNvSpPr txBox="1">
            <a:spLocks noChangeArrowheads="1"/>
          </p:cNvSpPr>
          <p:nvPr/>
        </p:nvSpPr>
        <p:spPr bwMode="auto">
          <a:xfrm>
            <a:off x="711200" y="6477000"/>
            <a:ext cx="3454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i="1">
                <a:solidFill>
                  <a:schemeClr val="tx1"/>
                </a:solidFill>
                <a:latin typeface="Arial" charset="0"/>
                <a:ea typeface="ＭＳ Ｐゴシック" charset="0"/>
                <a:cs typeface="ＭＳ Ｐゴシック" charset="0"/>
              </a:defRPr>
            </a:lvl1pPr>
            <a:lvl2pPr marL="742950" indent="-285750" eaLnBrk="0" hangingPunct="0">
              <a:defRPr sz="2400" i="1">
                <a:solidFill>
                  <a:schemeClr val="tx1"/>
                </a:solidFill>
                <a:latin typeface="Arial" charset="0"/>
                <a:ea typeface="ＭＳ Ｐゴシック" charset="0"/>
              </a:defRPr>
            </a:lvl2pPr>
            <a:lvl3pPr marL="1143000" indent="-228600" eaLnBrk="0" hangingPunct="0">
              <a:defRPr sz="2400" i="1">
                <a:solidFill>
                  <a:schemeClr val="tx1"/>
                </a:solidFill>
                <a:latin typeface="Arial" charset="0"/>
                <a:ea typeface="ＭＳ Ｐゴシック" charset="0"/>
              </a:defRPr>
            </a:lvl3pPr>
            <a:lvl4pPr marL="1600200" indent="-228600" eaLnBrk="0" hangingPunct="0">
              <a:defRPr sz="2400" i="1">
                <a:solidFill>
                  <a:schemeClr val="tx1"/>
                </a:solidFill>
                <a:latin typeface="Arial" charset="0"/>
                <a:ea typeface="ＭＳ Ｐゴシック" charset="0"/>
              </a:defRPr>
            </a:lvl4pPr>
            <a:lvl5pPr marL="2057400" indent="-228600" eaLnBrk="0" hangingPunct="0">
              <a:defRPr sz="2400" i="1">
                <a:solidFill>
                  <a:schemeClr val="tx1"/>
                </a:solidFill>
                <a:latin typeface="Arial" charset="0"/>
                <a:ea typeface="ＭＳ Ｐゴシック" charset="0"/>
              </a:defRPr>
            </a:lvl5pPr>
            <a:lvl6pPr marL="2514600" indent="-228600" eaLnBrk="0" fontAlgn="base" hangingPunct="0">
              <a:spcBef>
                <a:spcPct val="0"/>
              </a:spcBef>
              <a:spcAft>
                <a:spcPct val="0"/>
              </a:spcAft>
              <a:defRPr sz="2400" i="1">
                <a:solidFill>
                  <a:schemeClr val="tx1"/>
                </a:solidFill>
                <a:latin typeface="Arial" charset="0"/>
                <a:ea typeface="ＭＳ Ｐゴシック" charset="0"/>
              </a:defRPr>
            </a:lvl6pPr>
            <a:lvl7pPr marL="2971800" indent="-228600" eaLnBrk="0" fontAlgn="base" hangingPunct="0">
              <a:spcBef>
                <a:spcPct val="0"/>
              </a:spcBef>
              <a:spcAft>
                <a:spcPct val="0"/>
              </a:spcAft>
              <a:defRPr sz="2400" i="1">
                <a:solidFill>
                  <a:schemeClr val="tx1"/>
                </a:solidFill>
                <a:latin typeface="Arial" charset="0"/>
                <a:ea typeface="ＭＳ Ｐゴシック" charset="0"/>
              </a:defRPr>
            </a:lvl7pPr>
            <a:lvl8pPr marL="3429000" indent="-228600" eaLnBrk="0" fontAlgn="base" hangingPunct="0">
              <a:spcBef>
                <a:spcPct val="0"/>
              </a:spcBef>
              <a:spcAft>
                <a:spcPct val="0"/>
              </a:spcAft>
              <a:defRPr sz="2400" i="1">
                <a:solidFill>
                  <a:schemeClr val="tx1"/>
                </a:solidFill>
                <a:latin typeface="Arial" charset="0"/>
                <a:ea typeface="ＭＳ Ｐゴシック" charset="0"/>
              </a:defRPr>
            </a:lvl8pPr>
            <a:lvl9pPr marL="3886200" indent="-228600" eaLnBrk="0" fontAlgn="base" hangingPunct="0">
              <a:spcBef>
                <a:spcPct val="0"/>
              </a:spcBef>
              <a:spcAft>
                <a:spcPct val="0"/>
              </a:spcAft>
              <a:defRPr sz="2400" i="1">
                <a:solidFill>
                  <a:schemeClr val="tx1"/>
                </a:solidFill>
                <a:latin typeface="Arial" charset="0"/>
                <a:ea typeface="ＭＳ Ｐゴシック" charset="0"/>
              </a:defRPr>
            </a:lvl9pPr>
          </a:lstStyle>
          <a:p>
            <a:pPr defTabSz="914400" eaLnBrk="1" hangingPunct="1">
              <a:defRPr/>
            </a:pPr>
            <a:endParaRPr lang="en-GB" sz="1000" i="0">
              <a:solidFill>
                <a:prstClr val="black"/>
              </a:solidFill>
              <a:latin typeface="Georgia" charset="0"/>
              <a:cs typeface="Arial" charset="0"/>
            </a:endParaRPr>
          </a:p>
        </p:txBody>
      </p:sp>
      <p:cxnSp>
        <p:nvCxnSpPr>
          <p:cNvPr id="5" name="Straight Connector 4"/>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8" name="Picture 7"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212943885"/>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userDrawn="1">
  <p:cSld name="2_Content: One">
    <p:spTree>
      <p:nvGrpSpPr>
        <p:cNvPr id="1" name=""/>
        <p:cNvGrpSpPr/>
        <p:nvPr/>
      </p:nvGrpSpPr>
      <p:grpSpPr>
        <a:xfrm>
          <a:off x="0" y="0"/>
          <a:ext cx="0" cy="0"/>
          <a:chOff x="0" y="0"/>
          <a:chExt cx="0" cy="0"/>
        </a:xfrm>
      </p:grpSpPr>
      <p:sp>
        <p:nvSpPr>
          <p:cNvPr id="4" name="TextBox 31"/>
          <p:cNvSpPr txBox="1">
            <a:spLocks noChangeArrowheads="1"/>
          </p:cNvSpPr>
          <p:nvPr/>
        </p:nvSpPr>
        <p:spPr bwMode="auto">
          <a:xfrm>
            <a:off x="711200" y="6477000"/>
            <a:ext cx="3454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i="1">
                <a:solidFill>
                  <a:schemeClr val="tx1"/>
                </a:solidFill>
                <a:latin typeface="Arial" charset="0"/>
                <a:ea typeface="ＭＳ Ｐゴシック" charset="0"/>
                <a:cs typeface="ＭＳ Ｐゴシック" charset="0"/>
              </a:defRPr>
            </a:lvl1pPr>
            <a:lvl2pPr marL="742950" indent="-285750" eaLnBrk="0" hangingPunct="0">
              <a:defRPr sz="2400" i="1">
                <a:solidFill>
                  <a:schemeClr val="tx1"/>
                </a:solidFill>
                <a:latin typeface="Arial" charset="0"/>
                <a:ea typeface="ＭＳ Ｐゴシック" charset="0"/>
              </a:defRPr>
            </a:lvl2pPr>
            <a:lvl3pPr marL="1143000" indent="-228600" eaLnBrk="0" hangingPunct="0">
              <a:defRPr sz="2400" i="1">
                <a:solidFill>
                  <a:schemeClr val="tx1"/>
                </a:solidFill>
                <a:latin typeface="Arial" charset="0"/>
                <a:ea typeface="ＭＳ Ｐゴシック" charset="0"/>
              </a:defRPr>
            </a:lvl3pPr>
            <a:lvl4pPr marL="1600200" indent="-228600" eaLnBrk="0" hangingPunct="0">
              <a:defRPr sz="2400" i="1">
                <a:solidFill>
                  <a:schemeClr val="tx1"/>
                </a:solidFill>
                <a:latin typeface="Arial" charset="0"/>
                <a:ea typeface="ＭＳ Ｐゴシック" charset="0"/>
              </a:defRPr>
            </a:lvl4pPr>
            <a:lvl5pPr marL="2057400" indent="-228600" eaLnBrk="0" hangingPunct="0">
              <a:defRPr sz="2400" i="1">
                <a:solidFill>
                  <a:schemeClr val="tx1"/>
                </a:solidFill>
                <a:latin typeface="Arial" charset="0"/>
                <a:ea typeface="ＭＳ Ｐゴシック" charset="0"/>
              </a:defRPr>
            </a:lvl5pPr>
            <a:lvl6pPr marL="2514600" indent="-228600" eaLnBrk="0" fontAlgn="base" hangingPunct="0">
              <a:spcBef>
                <a:spcPct val="0"/>
              </a:spcBef>
              <a:spcAft>
                <a:spcPct val="0"/>
              </a:spcAft>
              <a:defRPr sz="2400" i="1">
                <a:solidFill>
                  <a:schemeClr val="tx1"/>
                </a:solidFill>
                <a:latin typeface="Arial" charset="0"/>
                <a:ea typeface="ＭＳ Ｐゴシック" charset="0"/>
              </a:defRPr>
            </a:lvl6pPr>
            <a:lvl7pPr marL="2971800" indent="-228600" eaLnBrk="0" fontAlgn="base" hangingPunct="0">
              <a:spcBef>
                <a:spcPct val="0"/>
              </a:spcBef>
              <a:spcAft>
                <a:spcPct val="0"/>
              </a:spcAft>
              <a:defRPr sz="2400" i="1">
                <a:solidFill>
                  <a:schemeClr val="tx1"/>
                </a:solidFill>
                <a:latin typeface="Arial" charset="0"/>
                <a:ea typeface="ＭＳ Ｐゴシック" charset="0"/>
              </a:defRPr>
            </a:lvl7pPr>
            <a:lvl8pPr marL="3429000" indent="-228600" eaLnBrk="0" fontAlgn="base" hangingPunct="0">
              <a:spcBef>
                <a:spcPct val="0"/>
              </a:spcBef>
              <a:spcAft>
                <a:spcPct val="0"/>
              </a:spcAft>
              <a:defRPr sz="2400" i="1">
                <a:solidFill>
                  <a:schemeClr val="tx1"/>
                </a:solidFill>
                <a:latin typeface="Arial" charset="0"/>
                <a:ea typeface="ＭＳ Ｐゴシック" charset="0"/>
              </a:defRPr>
            </a:lvl8pPr>
            <a:lvl9pPr marL="3886200" indent="-228600" eaLnBrk="0" fontAlgn="base" hangingPunct="0">
              <a:spcBef>
                <a:spcPct val="0"/>
              </a:spcBef>
              <a:spcAft>
                <a:spcPct val="0"/>
              </a:spcAft>
              <a:defRPr sz="2400" i="1">
                <a:solidFill>
                  <a:schemeClr val="tx1"/>
                </a:solidFill>
                <a:latin typeface="Arial" charset="0"/>
                <a:ea typeface="ＭＳ Ｐゴシック" charset="0"/>
              </a:defRPr>
            </a:lvl9pPr>
          </a:lstStyle>
          <a:p>
            <a:pPr defTabSz="914400" eaLnBrk="1" hangingPunct="1">
              <a:defRPr/>
            </a:pPr>
            <a:endParaRPr lang="en-GB" sz="1000" i="0">
              <a:solidFill>
                <a:prstClr val="black"/>
              </a:solidFill>
              <a:latin typeface="Georgia" charset="0"/>
              <a:cs typeface="Arial" charset="0"/>
            </a:endParaRPr>
          </a:p>
        </p:txBody>
      </p:sp>
      <p:cxnSp>
        <p:nvCxnSpPr>
          <p:cNvPr id="5" name="Straight Connector 4"/>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13901221"/>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userDrawn="1">
  <p:cSld name="11_Content: One">
    <p:spTree>
      <p:nvGrpSpPr>
        <p:cNvPr id="1" name=""/>
        <p:cNvGrpSpPr/>
        <p:nvPr/>
      </p:nvGrpSpPr>
      <p:grpSpPr>
        <a:xfrm>
          <a:off x="0" y="0"/>
          <a:ext cx="0" cy="0"/>
          <a:chOff x="0" y="0"/>
          <a:chExt cx="0" cy="0"/>
        </a:xfrm>
      </p:grpSpPr>
      <p:cxnSp>
        <p:nvCxnSpPr>
          <p:cNvPr id="3" name="Straight Connector 2"/>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79225442"/>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p:cSld name="Content: One">
    <p:spTree>
      <p:nvGrpSpPr>
        <p:cNvPr id="1" name=""/>
        <p:cNvGrpSpPr/>
        <p:nvPr/>
      </p:nvGrpSpPr>
      <p:grpSpPr>
        <a:xfrm>
          <a:off x="0" y="0"/>
          <a:ext cx="0" cy="0"/>
          <a:chOff x="0" y="0"/>
          <a:chExt cx="0" cy="0"/>
        </a:xfrm>
      </p:grpSpPr>
      <p:cxnSp>
        <p:nvCxnSpPr>
          <p:cNvPr id="4" name="Straight Connector 3"/>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821580704"/>
      </p:ext>
    </p:extLst>
  </p:cSld>
  <p:clrMapOvr>
    <a:masterClrMapping/>
  </p:clrMapOvr>
  <p:hf sldNum="0" hdr="0" ftr="0" dt="0"/>
</p:sldLayout>
</file>

<file path=ppt/slideLayouts/slideLayout325.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cxnSp>
        <p:nvCxnSpPr>
          <p:cNvPr id="8" name="Straight Connector 7"/>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2283030620"/>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cxnSp>
        <p:nvCxnSpPr>
          <p:cNvPr id="3" name="Straight Connector 2"/>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730031407"/>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cxnSp>
        <p:nvCxnSpPr>
          <p:cNvPr id="3" name="Straight Connector 2"/>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1232789680"/>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obj">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6321336-60FD-4EFF-A958-5777AE5E56AF}" type="datetimeFigureOut">
              <a:rPr lang="en-GB" smtClean="0">
                <a:solidFill>
                  <a:prstClr val="black">
                    <a:tint val="75000"/>
                  </a:prstClr>
                </a:solidFill>
              </a:rPr>
              <a:pPr/>
              <a:t>16/07/2024</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AA9C29CC-84DA-4DF9-A1C7-84341235BCD5}" type="slidenum">
              <a:rPr lang="en-GB" smtClean="0">
                <a:solidFill>
                  <a:prstClr val="black">
                    <a:tint val="75000"/>
                  </a:prstClr>
                </a:solidFill>
              </a:rPr>
              <a:pPr/>
              <a:t>‹#›</a:t>
            </a:fld>
            <a:endParaRPr lang="en-GB">
              <a:solidFill>
                <a:prstClr val="black">
                  <a:tint val="75000"/>
                </a:prstClr>
              </a:solidFill>
            </a:endParaRPr>
          </a:p>
        </p:txBody>
      </p:sp>
      <p:cxnSp>
        <p:nvCxnSpPr>
          <p:cNvPr id="7" name="Straight Connector 6"/>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8" name="Picture 7"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4099341099"/>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D6321336-60FD-4EFF-A958-5777AE5E56AF}" type="datetimeFigureOut">
              <a:rPr lang="en-GB" smtClean="0">
                <a:solidFill>
                  <a:prstClr val="black">
                    <a:tint val="75000"/>
                  </a:prstClr>
                </a:solidFill>
              </a:rPr>
              <a:pPr/>
              <a:t>16/07/2024</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AA9C29CC-84DA-4DF9-A1C7-84341235BCD5}" type="slidenum">
              <a:rPr lang="en-GB" smtClean="0">
                <a:solidFill>
                  <a:prstClr val="black">
                    <a:tint val="75000"/>
                  </a:prstClr>
                </a:solidFill>
              </a:rPr>
              <a:pPr/>
              <a:t>‹#›</a:t>
            </a:fld>
            <a:endParaRPr lang="en-GB">
              <a:solidFill>
                <a:prstClr val="black">
                  <a:tint val="75000"/>
                </a:prstClr>
              </a:solidFill>
            </a:endParaRPr>
          </a:p>
        </p:txBody>
      </p:sp>
      <p:cxnSp>
        <p:nvCxnSpPr>
          <p:cNvPr id="9" name="Straight Connector 8"/>
          <p:cNvCxnSpPr/>
          <p:nvPr userDrawn="1"/>
        </p:nvCxnSpPr>
        <p:spPr>
          <a:xfrm>
            <a:off x="0" y="620688"/>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K:\Projects\IIRC\Production\Design\Logos\logo-colour.jpg"/>
          <p:cNvPicPr>
            <a:picLocks noChangeAspect="1"/>
          </p:cNvPicPr>
          <p:nvPr userDrawn="1"/>
        </p:nvPicPr>
        <p:blipFill>
          <a:blip r:embed="rId2" cstate="print"/>
          <a:srcRect/>
          <a:stretch>
            <a:fillRect/>
          </a:stretch>
        </p:blipFill>
        <p:spPr>
          <a:xfrm>
            <a:off x="8400256" y="141812"/>
            <a:ext cx="3662165" cy="277184"/>
          </a:xfrm>
          <a:prstGeom prst="rect">
            <a:avLst/>
          </a:prstGeom>
          <a:noFill/>
          <a:ln>
            <a:noFill/>
          </a:ln>
        </p:spPr>
      </p:pic>
    </p:spTree>
    <p:extLst>
      <p:ext uri="{BB962C8B-B14F-4D97-AF65-F5344CB8AC3E}">
        <p14:creationId xmlns:p14="http://schemas.microsoft.com/office/powerpoint/2010/main" val="3030753844"/>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1" y="0"/>
            <a:ext cx="12191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2" name="Title 1"/>
          <p:cNvSpPr>
            <a:spLocks noGrp="1"/>
          </p:cNvSpPr>
          <p:nvPr>
            <p:ph type="ctrTitle"/>
          </p:nvPr>
        </p:nvSpPr>
        <p:spPr>
          <a:xfrm>
            <a:off x="914400" y="3355848"/>
            <a:ext cx="107696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mi-NZ"/>
              <a:t>Click to edit Master title style</a:t>
            </a:r>
            <a:endParaRPr kumimoji="0" lang="en-US"/>
          </a:p>
        </p:txBody>
      </p:sp>
      <p:sp>
        <p:nvSpPr>
          <p:cNvPr id="3" name="Subtitle 2"/>
          <p:cNvSpPr>
            <a:spLocks noGrp="1"/>
          </p:cNvSpPr>
          <p:nvPr>
            <p:ph type="subTitle" idx="1"/>
          </p:nvPr>
        </p:nvSpPr>
        <p:spPr>
          <a:xfrm>
            <a:off x="914400" y="1828800"/>
            <a:ext cx="107696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mi-NZ"/>
              <a:t>Click to edit Master subtitle style</a:t>
            </a:r>
            <a:endParaRPr kumimoji="0" lang="en-US"/>
          </a:p>
        </p:txBody>
      </p:sp>
      <p:sp>
        <p:nvSpPr>
          <p:cNvPr id="4" name="Date Placeholder 3"/>
          <p:cNvSpPr>
            <a:spLocks noGrp="1"/>
          </p:cNvSpPr>
          <p:nvPr>
            <p:ph type="dt" sz="half" idx="10"/>
          </p:nvPr>
        </p:nvSpPr>
        <p:spPr/>
        <p:txBody>
          <a:bodyPr/>
          <a:lstStyle/>
          <a:p>
            <a:fld id="{1482006B-0797-F74A-971C-BE4B53DE15B2}" type="datetimeFigureOut">
              <a:rPr lang="en-US" smtClean="0"/>
              <a:t>7/16/2024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744502-AECE-3242-9616-AC8F17BCF621}" type="slidenum">
              <a:rPr lang="en-US" smtClean="0"/>
              <a:t>‹#›</a:t>
            </a:fld>
            <a:endParaRPr lang="en-US"/>
          </a:p>
        </p:txBody>
      </p:sp>
      <p:sp>
        <p:nvSpPr>
          <p:cNvPr id="10" name="Rectangle 9"/>
          <p:cNvSpPr/>
          <p:nvPr/>
        </p:nvSpPr>
        <p:spPr bwMode="invGray">
          <a:xfrm>
            <a:off x="0" y="5128334"/>
            <a:ext cx="12192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Tree>
    <p:extLst>
      <p:ext uri="{BB962C8B-B14F-4D97-AF65-F5344CB8AC3E}">
        <p14:creationId xmlns:p14="http://schemas.microsoft.com/office/powerpoint/2010/main" val="2520287242"/>
      </p:ext>
    </p:extLst>
  </p:cSld>
  <p:clrMapOvr>
    <a:overrideClrMapping bg1="dk1" tx1="lt1" bg2="dk2" tx2="lt2" accent1="accent1" accent2="accent2" accent3="accent3" accent4="accent4" accent5="accent5" accent6="accent6" hlink="hlink" folHlink="folHlink"/>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55448"/>
            <a:ext cx="10972800" cy="1252728"/>
          </a:xfrm>
        </p:spPr>
        <p:txBody>
          <a:bodyPr/>
          <a:lstStyle/>
          <a:p>
            <a:r>
              <a:rPr kumimoji="0" lang="mi-NZ"/>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mi-NZ"/>
              <a:t>Click to edit Master text styles</a:t>
            </a:r>
          </a:p>
          <a:p>
            <a:pPr lvl="1" eaLnBrk="1" latinLnBrk="0" hangingPunct="1"/>
            <a:r>
              <a:rPr lang="mi-NZ"/>
              <a:t>Second level</a:t>
            </a:r>
          </a:p>
          <a:p>
            <a:pPr lvl="2" eaLnBrk="1" latinLnBrk="0" hangingPunct="1"/>
            <a:r>
              <a:rPr lang="mi-NZ"/>
              <a:t>Third level</a:t>
            </a:r>
          </a:p>
          <a:p>
            <a:pPr lvl="3" eaLnBrk="1" latinLnBrk="0" hangingPunct="1"/>
            <a:r>
              <a:rPr lang="mi-NZ"/>
              <a:t>Fourth level</a:t>
            </a:r>
          </a:p>
          <a:p>
            <a:pPr lvl="4" eaLnBrk="1" latinLnBrk="0" hangingPunct="1"/>
            <a:r>
              <a:rPr lang="mi-NZ"/>
              <a:t>Fifth level</a:t>
            </a:r>
            <a:endParaRPr kumimoji="0" lang="en-US"/>
          </a:p>
        </p:txBody>
      </p:sp>
      <p:sp>
        <p:nvSpPr>
          <p:cNvPr id="4" name="Date Placeholder 3"/>
          <p:cNvSpPr>
            <a:spLocks noGrp="1"/>
          </p:cNvSpPr>
          <p:nvPr>
            <p:ph type="dt" sz="half" idx="10"/>
          </p:nvPr>
        </p:nvSpPr>
        <p:spPr/>
        <p:txBody>
          <a:bodyPr/>
          <a:lstStyle/>
          <a:p>
            <a:fld id="{1482006B-0797-F74A-971C-BE4B53DE15B2}" type="datetimeFigureOut">
              <a:rPr lang="en-US" smtClean="0"/>
              <a:t>7/16/2024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744502-AECE-3242-9616-AC8F17BCF621}" type="slidenum">
              <a:rPr lang="en-US" smtClean="0"/>
              <a:t>‹#›</a:t>
            </a:fld>
            <a:endParaRPr lang="en-US"/>
          </a:p>
        </p:txBody>
      </p:sp>
    </p:spTree>
    <p:extLst>
      <p:ext uri="{BB962C8B-B14F-4D97-AF65-F5344CB8AC3E}">
        <p14:creationId xmlns:p14="http://schemas.microsoft.com/office/powerpoint/2010/main" val="2426280379"/>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12192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12" name="Rectangle 11"/>
          <p:cNvSpPr/>
          <p:nvPr/>
        </p:nvSpPr>
        <p:spPr bwMode="invGray">
          <a:xfrm>
            <a:off x="0" y="2602520"/>
            <a:ext cx="12192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2" name="Title 1"/>
          <p:cNvSpPr>
            <a:spLocks noGrp="1"/>
          </p:cNvSpPr>
          <p:nvPr>
            <p:ph type="title"/>
          </p:nvPr>
        </p:nvSpPr>
        <p:spPr>
          <a:xfrm>
            <a:off x="999744" y="118872"/>
            <a:ext cx="10684256"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mi-NZ"/>
              <a:t>Click to edit Master title style</a:t>
            </a:r>
            <a:endParaRPr kumimoji="0" lang="en-US"/>
          </a:p>
        </p:txBody>
      </p:sp>
      <p:sp>
        <p:nvSpPr>
          <p:cNvPr id="3" name="Text Placeholder 2"/>
          <p:cNvSpPr>
            <a:spLocks noGrp="1"/>
          </p:cNvSpPr>
          <p:nvPr>
            <p:ph type="body" idx="1"/>
          </p:nvPr>
        </p:nvSpPr>
        <p:spPr>
          <a:xfrm>
            <a:off x="987552" y="1828800"/>
            <a:ext cx="10696448"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mi-NZ"/>
              <a:t>Click to edit Master text styles</a:t>
            </a:r>
          </a:p>
        </p:txBody>
      </p:sp>
      <p:sp>
        <p:nvSpPr>
          <p:cNvPr id="4" name="Date Placeholder 3"/>
          <p:cNvSpPr>
            <a:spLocks noGrp="1"/>
          </p:cNvSpPr>
          <p:nvPr>
            <p:ph type="dt" sz="half" idx="10"/>
          </p:nvPr>
        </p:nvSpPr>
        <p:spPr/>
        <p:txBody>
          <a:bodyPr/>
          <a:lstStyle/>
          <a:p>
            <a:fld id="{1482006B-0797-F74A-971C-BE4B53DE15B2}" type="datetimeFigureOut">
              <a:rPr lang="en-US" smtClean="0"/>
              <a:t>7/16/2024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744502-AECE-3242-9616-AC8F17BCF621}" type="slidenum">
              <a:rPr lang="en-US" smtClean="0"/>
              <a:t>‹#›</a:t>
            </a:fld>
            <a:endParaRPr lang="en-US"/>
          </a:p>
        </p:txBody>
      </p:sp>
    </p:spTree>
    <p:extLst>
      <p:ext uri="{BB962C8B-B14F-4D97-AF65-F5344CB8AC3E}">
        <p14:creationId xmlns:p14="http://schemas.microsoft.com/office/powerpoint/2010/main" val="708783672"/>
      </p:ext>
    </p:extLst>
  </p:cSld>
  <p:clrMapOvr>
    <a:overrideClrMapping bg1="dk1" tx1="lt1" bg2="dk2" tx2="lt2" accent1="accent1" accent2="accent2" accent3="accent3" accent4="accent4" accent5="accent5" accent6="accent6" hlink="hlink" folHlink="folHlink"/>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mi-NZ"/>
              <a:t>Click to edit Master title style</a:t>
            </a:r>
            <a:endParaRPr kumimoji="0" lang="en-US"/>
          </a:p>
        </p:txBody>
      </p:sp>
      <p:sp>
        <p:nvSpPr>
          <p:cNvPr id="3" name="Content Placeholder 2"/>
          <p:cNvSpPr>
            <a:spLocks noGrp="1"/>
          </p:cNvSpPr>
          <p:nvPr>
            <p:ph sz="half" idx="1"/>
          </p:nvPr>
        </p:nvSpPr>
        <p:spPr>
          <a:xfrm>
            <a:off x="609600" y="1773936"/>
            <a:ext cx="53848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mi-NZ"/>
              <a:t>Click to edit Master text styles</a:t>
            </a:r>
          </a:p>
          <a:p>
            <a:pPr lvl="1" eaLnBrk="1" latinLnBrk="0" hangingPunct="1"/>
            <a:r>
              <a:rPr lang="mi-NZ"/>
              <a:t>Second level</a:t>
            </a:r>
          </a:p>
          <a:p>
            <a:pPr lvl="2" eaLnBrk="1" latinLnBrk="0" hangingPunct="1"/>
            <a:r>
              <a:rPr lang="mi-NZ"/>
              <a:t>Third level</a:t>
            </a:r>
          </a:p>
          <a:p>
            <a:pPr lvl="3" eaLnBrk="1" latinLnBrk="0" hangingPunct="1"/>
            <a:r>
              <a:rPr lang="mi-NZ"/>
              <a:t>Fourth level</a:t>
            </a:r>
          </a:p>
          <a:p>
            <a:pPr lvl="4" eaLnBrk="1" latinLnBrk="0" hangingPunct="1"/>
            <a:r>
              <a:rPr lang="mi-NZ"/>
              <a:t>Fifth level</a:t>
            </a:r>
            <a:endParaRPr kumimoji="0" lang="en-US"/>
          </a:p>
        </p:txBody>
      </p:sp>
      <p:sp>
        <p:nvSpPr>
          <p:cNvPr id="4" name="Content Placeholder 3"/>
          <p:cNvSpPr>
            <a:spLocks noGrp="1"/>
          </p:cNvSpPr>
          <p:nvPr>
            <p:ph sz="half" idx="2"/>
          </p:nvPr>
        </p:nvSpPr>
        <p:spPr>
          <a:xfrm>
            <a:off x="6197600" y="1773936"/>
            <a:ext cx="53848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mi-NZ"/>
              <a:t>Click to edit Master text styles</a:t>
            </a:r>
          </a:p>
          <a:p>
            <a:pPr lvl="1" eaLnBrk="1" latinLnBrk="0" hangingPunct="1"/>
            <a:r>
              <a:rPr lang="mi-NZ"/>
              <a:t>Second level</a:t>
            </a:r>
          </a:p>
          <a:p>
            <a:pPr lvl="2" eaLnBrk="1" latinLnBrk="0" hangingPunct="1"/>
            <a:r>
              <a:rPr lang="mi-NZ"/>
              <a:t>Third level</a:t>
            </a:r>
          </a:p>
          <a:p>
            <a:pPr lvl="3" eaLnBrk="1" latinLnBrk="0" hangingPunct="1"/>
            <a:r>
              <a:rPr lang="mi-NZ"/>
              <a:t>Fourth level</a:t>
            </a:r>
          </a:p>
          <a:p>
            <a:pPr lvl="4" eaLnBrk="1" latinLnBrk="0" hangingPunct="1"/>
            <a:r>
              <a:rPr lang="mi-NZ"/>
              <a:t>Fifth level</a:t>
            </a:r>
            <a:endParaRPr kumimoji="0" lang="en-US"/>
          </a:p>
        </p:txBody>
      </p:sp>
      <p:sp>
        <p:nvSpPr>
          <p:cNvPr id="5" name="Date Placeholder 4"/>
          <p:cNvSpPr>
            <a:spLocks noGrp="1"/>
          </p:cNvSpPr>
          <p:nvPr>
            <p:ph type="dt" sz="half" idx="10"/>
          </p:nvPr>
        </p:nvSpPr>
        <p:spPr/>
        <p:txBody>
          <a:bodyPr/>
          <a:lstStyle/>
          <a:p>
            <a:fld id="{1482006B-0797-F74A-971C-BE4B53DE15B2}" type="datetimeFigureOut">
              <a:rPr lang="en-US" smtClean="0"/>
              <a:t>7/16/2024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744502-AECE-3242-9616-AC8F17BCF621}" type="slidenum">
              <a:rPr lang="en-US" smtClean="0"/>
              <a:t>‹#›</a:t>
            </a:fld>
            <a:endParaRPr lang="en-US"/>
          </a:p>
        </p:txBody>
      </p:sp>
    </p:spTree>
    <p:extLst>
      <p:ext uri="{BB962C8B-B14F-4D97-AF65-F5344CB8AC3E}">
        <p14:creationId xmlns:p14="http://schemas.microsoft.com/office/powerpoint/2010/main" val="1974209587"/>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mi-NZ"/>
              <a:t>Click to edit Master title style</a:t>
            </a:r>
            <a:endParaRPr kumimoji="0" lang="en-US"/>
          </a:p>
        </p:txBody>
      </p:sp>
      <p:sp>
        <p:nvSpPr>
          <p:cNvPr id="3" name="Text Placeholder 2"/>
          <p:cNvSpPr>
            <a:spLocks noGrp="1"/>
          </p:cNvSpPr>
          <p:nvPr>
            <p:ph type="body" idx="1"/>
          </p:nvPr>
        </p:nvSpPr>
        <p:spPr>
          <a:xfrm>
            <a:off x="609600" y="1698988"/>
            <a:ext cx="5386917"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mi-NZ"/>
              <a:t>Click to edit Master text styles</a:t>
            </a:r>
          </a:p>
        </p:txBody>
      </p:sp>
      <p:sp>
        <p:nvSpPr>
          <p:cNvPr id="4" name="Content Placeholder 3"/>
          <p:cNvSpPr>
            <a:spLocks noGrp="1"/>
          </p:cNvSpPr>
          <p:nvPr>
            <p:ph sz="half" idx="2"/>
          </p:nvPr>
        </p:nvSpPr>
        <p:spPr>
          <a:xfrm>
            <a:off x="609600" y="2449512"/>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mi-NZ"/>
              <a:t>Click to edit Master text styles</a:t>
            </a:r>
          </a:p>
          <a:p>
            <a:pPr lvl="1" eaLnBrk="1" latinLnBrk="0" hangingPunct="1"/>
            <a:r>
              <a:rPr lang="mi-NZ"/>
              <a:t>Second level</a:t>
            </a:r>
          </a:p>
          <a:p>
            <a:pPr lvl="2" eaLnBrk="1" latinLnBrk="0" hangingPunct="1"/>
            <a:r>
              <a:rPr lang="mi-NZ"/>
              <a:t>Third level</a:t>
            </a:r>
          </a:p>
          <a:p>
            <a:pPr lvl="3" eaLnBrk="1" latinLnBrk="0" hangingPunct="1"/>
            <a:r>
              <a:rPr lang="mi-NZ"/>
              <a:t>Fourth level</a:t>
            </a:r>
          </a:p>
          <a:p>
            <a:pPr lvl="4" eaLnBrk="1" latinLnBrk="0" hangingPunct="1"/>
            <a:r>
              <a:rPr lang="mi-NZ"/>
              <a:t>Fifth level</a:t>
            </a:r>
            <a:endParaRPr kumimoji="0" lang="en-US"/>
          </a:p>
        </p:txBody>
      </p:sp>
      <p:sp>
        <p:nvSpPr>
          <p:cNvPr id="5" name="Text Placeholder 4"/>
          <p:cNvSpPr>
            <a:spLocks noGrp="1"/>
          </p:cNvSpPr>
          <p:nvPr>
            <p:ph type="body" sz="quarter" idx="3"/>
          </p:nvPr>
        </p:nvSpPr>
        <p:spPr>
          <a:xfrm>
            <a:off x="6193368" y="1698988"/>
            <a:ext cx="5389033"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mi-NZ"/>
              <a:t>Click to edit Master text styles</a:t>
            </a:r>
          </a:p>
        </p:txBody>
      </p:sp>
      <p:sp>
        <p:nvSpPr>
          <p:cNvPr id="6" name="Content Placeholder 5"/>
          <p:cNvSpPr>
            <a:spLocks noGrp="1"/>
          </p:cNvSpPr>
          <p:nvPr>
            <p:ph sz="quarter" idx="4"/>
          </p:nvPr>
        </p:nvSpPr>
        <p:spPr>
          <a:xfrm>
            <a:off x="6193368" y="2449512"/>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mi-NZ"/>
              <a:t>Click to edit Master text styles</a:t>
            </a:r>
          </a:p>
          <a:p>
            <a:pPr lvl="1" eaLnBrk="1" latinLnBrk="0" hangingPunct="1"/>
            <a:r>
              <a:rPr lang="mi-NZ"/>
              <a:t>Second level</a:t>
            </a:r>
          </a:p>
          <a:p>
            <a:pPr lvl="2" eaLnBrk="1" latinLnBrk="0" hangingPunct="1"/>
            <a:r>
              <a:rPr lang="mi-NZ"/>
              <a:t>Third level</a:t>
            </a:r>
          </a:p>
          <a:p>
            <a:pPr lvl="3" eaLnBrk="1" latinLnBrk="0" hangingPunct="1"/>
            <a:r>
              <a:rPr lang="mi-NZ"/>
              <a:t>Fourth level</a:t>
            </a:r>
          </a:p>
          <a:p>
            <a:pPr lvl="4" eaLnBrk="1" latinLnBrk="0" hangingPunct="1"/>
            <a:r>
              <a:rPr lang="mi-NZ"/>
              <a:t>Fifth level</a:t>
            </a:r>
            <a:endParaRPr kumimoji="0" lang="en-US"/>
          </a:p>
        </p:txBody>
      </p:sp>
      <p:sp>
        <p:nvSpPr>
          <p:cNvPr id="7" name="Date Placeholder 6"/>
          <p:cNvSpPr>
            <a:spLocks noGrp="1"/>
          </p:cNvSpPr>
          <p:nvPr>
            <p:ph type="dt" sz="half" idx="10"/>
          </p:nvPr>
        </p:nvSpPr>
        <p:spPr/>
        <p:txBody>
          <a:bodyPr/>
          <a:lstStyle/>
          <a:p>
            <a:fld id="{1482006B-0797-F74A-971C-BE4B53DE15B2}" type="datetimeFigureOut">
              <a:rPr lang="en-US" smtClean="0"/>
              <a:t>7/16/2024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744502-AECE-3242-9616-AC8F17BCF621}" type="slidenum">
              <a:rPr lang="en-US" smtClean="0"/>
              <a:t>‹#›</a:t>
            </a:fld>
            <a:endParaRPr lang="en-US"/>
          </a:p>
        </p:txBody>
      </p:sp>
    </p:spTree>
    <p:extLst>
      <p:ext uri="{BB962C8B-B14F-4D97-AF65-F5344CB8AC3E}">
        <p14:creationId xmlns:p14="http://schemas.microsoft.com/office/powerpoint/2010/main" val="1202788472"/>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mi-NZ"/>
              <a:t>Click to edit Master title style</a:t>
            </a:r>
            <a:endParaRPr kumimoji="0" lang="en-US"/>
          </a:p>
        </p:txBody>
      </p:sp>
      <p:sp>
        <p:nvSpPr>
          <p:cNvPr id="3" name="Date Placeholder 2"/>
          <p:cNvSpPr>
            <a:spLocks noGrp="1"/>
          </p:cNvSpPr>
          <p:nvPr>
            <p:ph type="dt" sz="half" idx="10"/>
          </p:nvPr>
        </p:nvSpPr>
        <p:spPr/>
        <p:txBody>
          <a:bodyPr/>
          <a:lstStyle/>
          <a:p>
            <a:fld id="{1482006B-0797-F74A-971C-BE4B53DE15B2}" type="datetimeFigureOut">
              <a:rPr lang="en-US" smtClean="0"/>
              <a:t>7/16/2024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744502-AECE-3242-9616-AC8F17BCF621}" type="slidenum">
              <a:rPr lang="en-US" smtClean="0"/>
              <a:t>‹#›</a:t>
            </a:fld>
            <a:endParaRPr lang="en-US"/>
          </a:p>
        </p:txBody>
      </p:sp>
    </p:spTree>
    <p:extLst>
      <p:ext uri="{BB962C8B-B14F-4D97-AF65-F5344CB8AC3E}">
        <p14:creationId xmlns:p14="http://schemas.microsoft.com/office/powerpoint/2010/main" val="1230121689"/>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82006B-0797-F74A-971C-BE4B53DE15B2}" type="datetimeFigureOut">
              <a:rPr lang="en-US" smtClean="0"/>
              <a:t>7/16/2024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744502-AECE-3242-9616-AC8F17BCF621}" type="slidenum">
              <a:rPr lang="en-US" smtClean="0"/>
              <a:t>‹#›</a:t>
            </a:fld>
            <a:endParaRPr lang="en-US"/>
          </a:p>
        </p:txBody>
      </p:sp>
    </p:spTree>
    <p:extLst>
      <p:ext uri="{BB962C8B-B14F-4D97-AF65-F5344CB8AC3E}">
        <p14:creationId xmlns:p14="http://schemas.microsoft.com/office/powerpoint/2010/main" val="717151430"/>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3784" y="152400"/>
            <a:ext cx="3364992" cy="978408"/>
          </a:xfrm>
        </p:spPr>
        <p:txBody>
          <a:bodyPr vert="horz" lIns="73152" rIns="45720" bIns="0" rtlCol="0" anchor="b">
            <a:normAutofit/>
            <a:sp3d prstMaterial="matte"/>
          </a:bodyPr>
          <a:lstStyle>
            <a:lvl1pPr algn="l">
              <a:defRPr sz="2000" b="0"/>
            </a:lvl1pPr>
            <a:extLst/>
          </a:lstStyle>
          <a:p>
            <a:r>
              <a:rPr kumimoji="0" lang="mi-NZ"/>
              <a:t>Click to edit Master title style</a:t>
            </a:r>
            <a:endParaRPr kumimoji="0" lang="en-US"/>
          </a:p>
        </p:txBody>
      </p:sp>
      <p:sp>
        <p:nvSpPr>
          <p:cNvPr id="3" name="Content Placeholder 2"/>
          <p:cNvSpPr>
            <a:spLocks noGrp="1"/>
          </p:cNvSpPr>
          <p:nvPr>
            <p:ph idx="1"/>
          </p:nvPr>
        </p:nvSpPr>
        <p:spPr>
          <a:xfrm>
            <a:off x="4025837" y="1743134"/>
            <a:ext cx="7894188"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mi-NZ"/>
              <a:t>Click to edit Master text styles</a:t>
            </a:r>
          </a:p>
          <a:p>
            <a:pPr lvl="1" eaLnBrk="1" latinLnBrk="0" hangingPunct="1"/>
            <a:r>
              <a:rPr lang="mi-NZ"/>
              <a:t>Second level</a:t>
            </a:r>
          </a:p>
          <a:p>
            <a:pPr lvl="2" eaLnBrk="1" latinLnBrk="0" hangingPunct="1"/>
            <a:r>
              <a:rPr lang="mi-NZ"/>
              <a:t>Third level</a:t>
            </a:r>
          </a:p>
          <a:p>
            <a:pPr lvl="3" eaLnBrk="1" latinLnBrk="0" hangingPunct="1"/>
            <a:r>
              <a:rPr lang="mi-NZ"/>
              <a:t>Fourth level</a:t>
            </a:r>
          </a:p>
          <a:p>
            <a:pPr lvl="4" eaLnBrk="1" latinLnBrk="0" hangingPunct="1"/>
            <a:r>
              <a:rPr lang="mi-NZ"/>
              <a:t>Fifth level</a:t>
            </a:r>
            <a:endParaRPr kumimoji="0" lang="en-US"/>
          </a:p>
        </p:txBody>
      </p:sp>
      <p:sp>
        <p:nvSpPr>
          <p:cNvPr id="4" name="Text Placeholder 3"/>
          <p:cNvSpPr>
            <a:spLocks noGrp="1"/>
          </p:cNvSpPr>
          <p:nvPr>
            <p:ph type="body" sz="half" idx="2"/>
          </p:nvPr>
        </p:nvSpPr>
        <p:spPr>
          <a:xfrm>
            <a:off x="223784" y="1730018"/>
            <a:ext cx="329184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mi-NZ"/>
              <a:t>Click to edit Master text styles</a:t>
            </a:r>
          </a:p>
        </p:txBody>
      </p:sp>
      <p:sp>
        <p:nvSpPr>
          <p:cNvPr id="5" name="Date Placeholder 4"/>
          <p:cNvSpPr>
            <a:spLocks noGrp="1"/>
          </p:cNvSpPr>
          <p:nvPr>
            <p:ph type="dt" sz="half" idx="10"/>
          </p:nvPr>
        </p:nvSpPr>
        <p:spPr/>
        <p:txBody>
          <a:bodyPr/>
          <a:lstStyle/>
          <a:p>
            <a:fld id="{1482006B-0797-F74A-971C-BE4B53DE15B2}" type="datetimeFigureOut">
              <a:rPr lang="en-US" smtClean="0"/>
              <a:t>7/16/2024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744502-AECE-3242-9616-AC8F17BCF621}" type="slidenum">
              <a:rPr lang="en-US" smtClean="0"/>
              <a:t>‹#›</a:t>
            </a:fld>
            <a:endParaRPr lang="en-US"/>
          </a:p>
        </p:txBody>
      </p:sp>
      <p:sp>
        <p:nvSpPr>
          <p:cNvPr id="12" name="Rectangle 11"/>
          <p:cNvSpPr/>
          <p:nvPr/>
        </p:nvSpPr>
        <p:spPr bwMode="invGray">
          <a:xfrm>
            <a:off x="3807649" y="0"/>
            <a:ext cx="6096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9" name="Rectangle 8"/>
          <p:cNvSpPr/>
          <p:nvPr/>
        </p:nvSpPr>
        <p:spPr bwMode="invGray">
          <a:xfrm>
            <a:off x="3807649" y="0"/>
            <a:ext cx="6096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Tree>
    <p:extLst>
      <p:ext uri="{BB962C8B-B14F-4D97-AF65-F5344CB8AC3E}">
        <p14:creationId xmlns:p14="http://schemas.microsoft.com/office/powerpoint/2010/main" val="489768775"/>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5448"/>
            <a:ext cx="3366867" cy="978408"/>
          </a:xfrm>
        </p:spPr>
        <p:txBody>
          <a:bodyPr lIns="73152" bIns="0" anchor="b">
            <a:sp3d prstMaterial="matte"/>
          </a:bodyPr>
          <a:lstStyle>
            <a:lvl1pPr algn="l">
              <a:defRPr sz="2000" b="0"/>
            </a:lvl1pPr>
            <a:extLst/>
          </a:lstStyle>
          <a:p>
            <a:r>
              <a:rPr kumimoji="0" lang="mi-NZ"/>
              <a:t>Click to edit Master title style</a:t>
            </a:r>
            <a:endParaRPr kumimoji="0" lang="en-US"/>
          </a:p>
        </p:txBody>
      </p:sp>
      <p:sp>
        <p:nvSpPr>
          <p:cNvPr id="3" name="Picture Placeholder 2"/>
          <p:cNvSpPr>
            <a:spLocks noGrp="1"/>
          </p:cNvSpPr>
          <p:nvPr>
            <p:ph type="pic" idx="1"/>
          </p:nvPr>
        </p:nvSpPr>
        <p:spPr>
          <a:xfrm>
            <a:off x="3871741" y="1484808"/>
            <a:ext cx="8329863"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mi-NZ"/>
              <a:t>Drag picture to placeholder or click icon to add</a:t>
            </a:r>
            <a:endParaRPr kumimoji="0" lang="en-US" dirty="0"/>
          </a:p>
        </p:txBody>
      </p:sp>
      <p:sp>
        <p:nvSpPr>
          <p:cNvPr id="4" name="Text Placeholder 3"/>
          <p:cNvSpPr>
            <a:spLocks noGrp="1"/>
          </p:cNvSpPr>
          <p:nvPr>
            <p:ph type="body" sz="half" idx="2"/>
          </p:nvPr>
        </p:nvSpPr>
        <p:spPr>
          <a:xfrm>
            <a:off x="219456" y="1728216"/>
            <a:ext cx="329184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mi-NZ"/>
              <a:t>Click to edit Master text styles</a:t>
            </a:r>
          </a:p>
        </p:txBody>
      </p:sp>
      <p:sp>
        <p:nvSpPr>
          <p:cNvPr id="5" name="Date Placeholder 4"/>
          <p:cNvSpPr>
            <a:spLocks noGrp="1"/>
          </p:cNvSpPr>
          <p:nvPr>
            <p:ph type="dt" sz="half" idx="10"/>
          </p:nvPr>
        </p:nvSpPr>
        <p:spPr>
          <a:xfrm>
            <a:off x="219456" y="1170432"/>
            <a:ext cx="3364992" cy="201168"/>
          </a:xfrm>
        </p:spPr>
        <p:txBody>
          <a:bodyPr/>
          <a:lstStyle/>
          <a:p>
            <a:fld id="{1482006B-0797-F74A-971C-BE4B53DE15B2}" type="datetimeFigureOut">
              <a:rPr lang="en-US" smtClean="0"/>
              <a:t>7/16/2024</a:t>
            </a:fld>
            <a:endParaRPr lang="en-US"/>
          </a:p>
        </p:txBody>
      </p:sp>
      <p:sp>
        <p:nvSpPr>
          <p:cNvPr id="11" name="Rectangle 10"/>
          <p:cNvSpPr/>
          <p:nvPr/>
        </p:nvSpPr>
        <p:spPr>
          <a:xfrm>
            <a:off x="3807649" y="0"/>
            <a:ext cx="6096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9" name="Rectangle 8"/>
          <p:cNvSpPr/>
          <p:nvPr/>
        </p:nvSpPr>
        <p:spPr bwMode="invGray">
          <a:xfrm>
            <a:off x="3807649" y="0"/>
            <a:ext cx="6096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6" name="Footer Placeholder 5"/>
          <p:cNvSpPr>
            <a:spLocks noGrp="1"/>
          </p:cNvSpPr>
          <p:nvPr>
            <p:ph type="ftr" sz="quarter" idx="11"/>
          </p:nvPr>
        </p:nvSpPr>
        <p:spPr>
          <a:xfrm>
            <a:off x="4047744" y="1170432"/>
            <a:ext cx="6925056"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11119104" y="1170432"/>
            <a:ext cx="978485" cy="201168"/>
          </a:xfrm>
        </p:spPr>
        <p:txBody>
          <a:bodyPr/>
          <a:lstStyle/>
          <a:p>
            <a:fld id="{74744502-AECE-3242-9616-AC8F17BCF621}" type="slidenum">
              <a:rPr lang="en-US" smtClean="0"/>
              <a:t>‹#›</a:t>
            </a:fld>
            <a:endParaRPr lang="en-US"/>
          </a:p>
        </p:txBody>
      </p:sp>
    </p:spTree>
    <p:extLst>
      <p:ext uri="{BB962C8B-B14F-4D97-AF65-F5344CB8AC3E}">
        <p14:creationId xmlns:p14="http://schemas.microsoft.com/office/powerpoint/2010/main" val="2985466234"/>
      </p:ext>
    </p:extLst>
  </p:cSld>
  <p:clrMapOvr>
    <a:overrideClrMapping bg1="lt1" tx1="dk1" bg2="lt2" tx2="dk2" accent1="accent1" accent2="accent2" accent3="accent3" accent4="accent4" accent5="accent5" accent6="accent6" hlink="hlink" folHlink="folHlink"/>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mi-NZ"/>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mi-NZ"/>
              <a:t>Click to edit Master text styles</a:t>
            </a:r>
          </a:p>
          <a:p>
            <a:pPr lvl="1" eaLnBrk="1" latinLnBrk="0" hangingPunct="1"/>
            <a:r>
              <a:rPr lang="mi-NZ"/>
              <a:t>Second level</a:t>
            </a:r>
          </a:p>
          <a:p>
            <a:pPr lvl="2" eaLnBrk="1" latinLnBrk="0" hangingPunct="1"/>
            <a:r>
              <a:rPr lang="mi-NZ"/>
              <a:t>Third level</a:t>
            </a:r>
          </a:p>
          <a:p>
            <a:pPr lvl="3" eaLnBrk="1" latinLnBrk="0" hangingPunct="1"/>
            <a:r>
              <a:rPr lang="mi-NZ"/>
              <a:t>Fourth level</a:t>
            </a:r>
          </a:p>
          <a:p>
            <a:pPr lvl="4" eaLnBrk="1" latinLnBrk="0" hangingPunct="1"/>
            <a:r>
              <a:rPr lang="mi-NZ"/>
              <a:t>Fifth level</a:t>
            </a:r>
            <a:endParaRPr kumimoji="0" lang="en-US"/>
          </a:p>
        </p:txBody>
      </p:sp>
      <p:sp>
        <p:nvSpPr>
          <p:cNvPr id="4" name="Date Placeholder 3"/>
          <p:cNvSpPr>
            <a:spLocks noGrp="1"/>
          </p:cNvSpPr>
          <p:nvPr>
            <p:ph type="dt" sz="half" idx="10"/>
          </p:nvPr>
        </p:nvSpPr>
        <p:spPr/>
        <p:txBody>
          <a:bodyPr/>
          <a:lstStyle/>
          <a:p>
            <a:fld id="{1482006B-0797-F74A-971C-BE4B53DE15B2}" type="datetimeFigureOut">
              <a:rPr lang="en-US" smtClean="0"/>
              <a:t>7/16/2024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744502-AECE-3242-9616-AC8F17BCF621}" type="slidenum">
              <a:rPr lang="en-US" smtClean="0"/>
              <a:t>‹#›</a:t>
            </a:fld>
            <a:endParaRPr lang="en-US"/>
          </a:p>
        </p:txBody>
      </p:sp>
    </p:spTree>
    <p:extLst>
      <p:ext uri="{BB962C8B-B14F-4D97-AF65-F5344CB8AC3E}">
        <p14:creationId xmlns:p14="http://schemas.microsoft.com/office/powerpoint/2010/main" val="2394812005"/>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8798560" y="0"/>
            <a:ext cx="6096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8" name="Rectangle 7"/>
          <p:cNvSpPr/>
          <p:nvPr/>
        </p:nvSpPr>
        <p:spPr bwMode="ltGray">
          <a:xfrm>
            <a:off x="8863584" y="0"/>
            <a:ext cx="33528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2" name="Vertical Title 1"/>
          <p:cNvSpPr>
            <a:spLocks noGrp="1"/>
          </p:cNvSpPr>
          <p:nvPr>
            <p:ph type="title" orient="vert"/>
          </p:nvPr>
        </p:nvSpPr>
        <p:spPr>
          <a:xfrm>
            <a:off x="9042400" y="274641"/>
            <a:ext cx="2540000" cy="5851525"/>
          </a:xfrm>
        </p:spPr>
        <p:txBody>
          <a:bodyPr vert="eaVert"/>
          <a:lstStyle/>
          <a:p>
            <a:r>
              <a:rPr kumimoji="0" lang="mi-NZ"/>
              <a:t>Click to edit Master title style</a:t>
            </a:r>
            <a:endParaRPr kumimoji="0" lang="en-US"/>
          </a:p>
        </p:txBody>
      </p:sp>
      <p:sp>
        <p:nvSpPr>
          <p:cNvPr id="3" name="Vertical Text Placeholder 2"/>
          <p:cNvSpPr>
            <a:spLocks noGrp="1"/>
          </p:cNvSpPr>
          <p:nvPr>
            <p:ph type="body" orient="vert" idx="1"/>
          </p:nvPr>
        </p:nvSpPr>
        <p:spPr>
          <a:xfrm>
            <a:off x="609600" y="304801"/>
            <a:ext cx="8026400" cy="5851525"/>
          </a:xfrm>
        </p:spPr>
        <p:txBody>
          <a:bodyPr vert="eaVert"/>
          <a:lstStyle/>
          <a:p>
            <a:pPr lvl="0" eaLnBrk="1" latinLnBrk="0" hangingPunct="1"/>
            <a:r>
              <a:rPr lang="mi-NZ"/>
              <a:t>Click to edit Master text styles</a:t>
            </a:r>
          </a:p>
          <a:p>
            <a:pPr lvl="1" eaLnBrk="1" latinLnBrk="0" hangingPunct="1"/>
            <a:r>
              <a:rPr lang="mi-NZ"/>
              <a:t>Second level</a:t>
            </a:r>
          </a:p>
          <a:p>
            <a:pPr lvl="2" eaLnBrk="1" latinLnBrk="0" hangingPunct="1"/>
            <a:r>
              <a:rPr lang="mi-NZ"/>
              <a:t>Third level</a:t>
            </a:r>
          </a:p>
          <a:p>
            <a:pPr lvl="3" eaLnBrk="1" latinLnBrk="0" hangingPunct="1"/>
            <a:r>
              <a:rPr lang="mi-NZ"/>
              <a:t>Fourth level</a:t>
            </a:r>
          </a:p>
          <a:p>
            <a:pPr lvl="4" eaLnBrk="1" latinLnBrk="0" hangingPunct="1"/>
            <a:r>
              <a:rPr lang="mi-NZ"/>
              <a:t>Fifth level</a:t>
            </a:r>
            <a:endParaRPr kumimoji="0" lang="en-US"/>
          </a:p>
        </p:txBody>
      </p:sp>
      <p:sp>
        <p:nvSpPr>
          <p:cNvPr id="4" name="Date Placeholder 3"/>
          <p:cNvSpPr>
            <a:spLocks noGrp="1"/>
          </p:cNvSpPr>
          <p:nvPr>
            <p:ph type="dt" sz="half" idx="10"/>
          </p:nvPr>
        </p:nvSpPr>
        <p:spPr/>
        <p:txBody>
          <a:bodyPr/>
          <a:lstStyle/>
          <a:p>
            <a:fld id="{1482006B-0797-F74A-971C-BE4B53DE15B2}" type="datetimeFigureOut">
              <a:rPr lang="en-US" smtClean="0"/>
              <a:t>7/16/2024</a:t>
            </a:fld>
            <a:endParaRPr lang="en-US"/>
          </a:p>
        </p:txBody>
      </p:sp>
      <p:sp>
        <p:nvSpPr>
          <p:cNvPr id="5" name="Footer Placeholder 4"/>
          <p:cNvSpPr>
            <a:spLocks noGrp="1"/>
          </p:cNvSpPr>
          <p:nvPr>
            <p:ph type="ftr" sz="quarter" idx="11"/>
          </p:nvPr>
        </p:nvSpPr>
        <p:spPr>
          <a:xfrm>
            <a:off x="3520796" y="6377460"/>
            <a:ext cx="5115205" cy="365125"/>
          </a:xfrm>
        </p:spPr>
        <p:txBody>
          <a:bodyPr/>
          <a:lstStyle/>
          <a:p>
            <a:endParaRPr lang="en-US"/>
          </a:p>
        </p:txBody>
      </p:sp>
      <p:sp>
        <p:nvSpPr>
          <p:cNvPr id="6" name="Slide Number Placeholder 5"/>
          <p:cNvSpPr>
            <a:spLocks noGrp="1"/>
          </p:cNvSpPr>
          <p:nvPr>
            <p:ph type="sldNum" sz="quarter" idx="12"/>
          </p:nvPr>
        </p:nvSpPr>
        <p:spPr/>
        <p:txBody>
          <a:bodyPr/>
          <a:lstStyle/>
          <a:p>
            <a:fld id="{74744502-AECE-3242-9616-AC8F17BCF621}" type="slidenum">
              <a:rPr lang="en-US" smtClean="0"/>
              <a:t>‹#›</a:t>
            </a:fld>
            <a:endParaRPr lang="en-US"/>
          </a:p>
        </p:txBody>
      </p:sp>
    </p:spTree>
    <p:extLst>
      <p:ext uri="{BB962C8B-B14F-4D97-AF65-F5344CB8AC3E}">
        <p14:creationId xmlns:p14="http://schemas.microsoft.com/office/powerpoint/2010/main" val="2247035685"/>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pic>
        <p:nvPicPr>
          <p:cNvPr id="7" name="Picture 6" descr="TPR-MainTitleSlide.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109" y="-61377"/>
            <a:ext cx="12409560" cy="6980753"/>
          </a:xfrm>
          <a:prstGeom prst="rect">
            <a:avLst/>
          </a:prstGeom>
        </p:spPr>
      </p:pic>
    </p:spTree>
    <p:extLst>
      <p:ext uri="{BB962C8B-B14F-4D97-AF65-F5344CB8AC3E}">
        <p14:creationId xmlns:p14="http://schemas.microsoft.com/office/powerpoint/2010/main" val="2343318501"/>
      </p:ext>
    </p:extLst>
  </p:cSld>
  <p:clrMapOvr>
    <a:masterClrMapping/>
  </p:clrMapOvr>
  <p:transition>
    <p:fade/>
  </p:transition>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NZ"/>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NZ"/>
          </a:p>
        </p:txBody>
      </p:sp>
      <p:sp>
        <p:nvSpPr>
          <p:cNvPr id="4" name="Rectangle 4">
            <a:extLst>
              <a:ext uri="{FF2B5EF4-FFF2-40B4-BE49-F238E27FC236}">
                <a16:creationId xmlns:a16="http://schemas.microsoft.com/office/drawing/2014/main" id="{04188E99-CA12-4F95-9A02-4E9CEC38B44D}"/>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5712A8D4-51AE-45F5-B8BC-EB257FFF10A9}"/>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B31F9B40-D527-433E-918F-F4C25044A249}"/>
              </a:ext>
            </a:extLst>
          </p:cNvPr>
          <p:cNvSpPr>
            <a:spLocks noGrp="1" noChangeArrowheads="1"/>
          </p:cNvSpPr>
          <p:nvPr>
            <p:ph type="sldNum" sz="quarter" idx="12"/>
          </p:nvPr>
        </p:nvSpPr>
        <p:spPr>
          <a:ln/>
        </p:spPr>
        <p:txBody>
          <a:bodyPr/>
          <a:lstStyle>
            <a:lvl1pPr>
              <a:defRPr/>
            </a:lvl1pPr>
          </a:lstStyle>
          <a:p>
            <a:fld id="{832EE4C3-38AC-4700-815A-317C5E750CA8}" type="slidenum">
              <a:rPr lang="en-GB" altLang="en-US"/>
              <a:pPr/>
              <a:t>‹#›</a:t>
            </a:fld>
            <a:endParaRPr lang="en-GB" altLang="en-US"/>
          </a:p>
        </p:txBody>
      </p:sp>
    </p:spTree>
    <p:extLst>
      <p:ext uri="{BB962C8B-B14F-4D97-AF65-F5344CB8AC3E}">
        <p14:creationId xmlns:p14="http://schemas.microsoft.com/office/powerpoint/2010/main" val="4172029352"/>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NZ"/>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Rectangle 4">
            <a:extLst>
              <a:ext uri="{FF2B5EF4-FFF2-40B4-BE49-F238E27FC236}">
                <a16:creationId xmlns:a16="http://schemas.microsoft.com/office/drawing/2014/main" id="{8004B956-4E6B-4F32-A121-03564B6BC08F}"/>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F4E87FDC-8090-4A5E-A8F4-9762E0AAEAE7}"/>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722030AD-4063-47E1-B30B-F4DA7C479346}"/>
              </a:ext>
            </a:extLst>
          </p:cNvPr>
          <p:cNvSpPr>
            <a:spLocks noGrp="1" noChangeArrowheads="1"/>
          </p:cNvSpPr>
          <p:nvPr>
            <p:ph type="sldNum" sz="quarter" idx="12"/>
          </p:nvPr>
        </p:nvSpPr>
        <p:spPr>
          <a:ln/>
        </p:spPr>
        <p:txBody>
          <a:bodyPr/>
          <a:lstStyle>
            <a:lvl1pPr>
              <a:defRPr/>
            </a:lvl1pPr>
          </a:lstStyle>
          <a:p>
            <a:fld id="{0755C48F-7268-42E5-B60B-54558CD02000}" type="slidenum">
              <a:rPr lang="en-GB" altLang="en-US"/>
              <a:pPr/>
              <a:t>‹#›</a:t>
            </a:fld>
            <a:endParaRPr lang="en-GB" altLang="en-US"/>
          </a:p>
        </p:txBody>
      </p:sp>
    </p:spTree>
    <p:extLst>
      <p:ext uri="{BB962C8B-B14F-4D97-AF65-F5344CB8AC3E}">
        <p14:creationId xmlns:p14="http://schemas.microsoft.com/office/powerpoint/2010/main" val="2101720769"/>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NZ"/>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A20FFC01-7C2B-434F-AECE-E2CA35661764}"/>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E42A416B-3218-4F13-A8D8-95EE1C0D36A4}"/>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040D9028-4FEF-4A40-8AE5-F4EB433FBABA}"/>
              </a:ext>
            </a:extLst>
          </p:cNvPr>
          <p:cNvSpPr>
            <a:spLocks noGrp="1" noChangeArrowheads="1"/>
          </p:cNvSpPr>
          <p:nvPr>
            <p:ph type="sldNum" sz="quarter" idx="12"/>
          </p:nvPr>
        </p:nvSpPr>
        <p:spPr>
          <a:ln/>
        </p:spPr>
        <p:txBody>
          <a:bodyPr/>
          <a:lstStyle>
            <a:lvl1pPr>
              <a:defRPr/>
            </a:lvl1pPr>
          </a:lstStyle>
          <a:p>
            <a:fld id="{0FB801BE-F7B4-4852-BDA8-6443BDA1DD96}" type="slidenum">
              <a:rPr lang="en-GB" altLang="en-US"/>
              <a:pPr/>
              <a:t>‹#›</a:t>
            </a:fld>
            <a:endParaRPr lang="en-GB" altLang="en-US"/>
          </a:p>
        </p:txBody>
      </p:sp>
    </p:spTree>
    <p:extLst>
      <p:ext uri="{BB962C8B-B14F-4D97-AF65-F5344CB8AC3E}">
        <p14:creationId xmlns:p14="http://schemas.microsoft.com/office/powerpoint/2010/main" val="3703576213"/>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NZ"/>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Rectangle 4">
            <a:extLst>
              <a:ext uri="{FF2B5EF4-FFF2-40B4-BE49-F238E27FC236}">
                <a16:creationId xmlns:a16="http://schemas.microsoft.com/office/drawing/2014/main" id="{10DC2516-1512-47D5-97FA-958B40DA68C4}"/>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79B1D1D9-3CFE-43B6-842E-23E202D6506B}"/>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BC0C7546-C552-40B4-B973-CE83D857CA38}"/>
              </a:ext>
            </a:extLst>
          </p:cNvPr>
          <p:cNvSpPr>
            <a:spLocks noGrp="1" noChangeArrowheads="1"/>
          </p:cNvSpPr>
          <p:nvPr>
            <p:ph type="sldNum" sz="quarter" idx="12"/>
          </p:nvPr>
        </p:nvSpPr>
        <p:spPr>
          <a:ln/>
        </p:spPr>
        <p:txBody>
          <a:bodyPr/>
          <a:lstStyle>
            <a:lvl1pPr>
              <a:defRPr/>
            </a:lvl1pPr>
          </a:lstStyle>
          <a:p>
            <a:fld id="{B21A5F5B-ABAE-454A-B8C4-DA4E84BE4A86}" type="slidenum">
              <a:rPr lang="en-GB" altLang="en-US"/>
              <a:pPr/>
              <a:t>‹#›</a:t>
            </a:fld>
            <a:endParaRPr lang="en-GB" altLang="en-US"/>
          </a:p>
        </p:txBody>
      </p:sp>
    </p:spTree>
    <p:extLst>
      <p:ext uri="{BB962C8B-B14F-4D97-AF65-F5344CB8AC3E}">
        <p14:creationId xmlns:p14="http://schemas.microsoft.com/office/powerpoint/2010/main" val="50200808"/>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NZ"/>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Rectangle 4">
            <a:extLst>
              <a:ext uri="{FF2B5EF4-FFF2-40B4-BE49-F238E27FC236}">
                <a16:creationId xmlns:a16="http://schemas.microsoft.com/office/drawing/2014/main" id="{6EBBE56C-F53C-4D12-8699-501196B798F6}"/>
              </a:ext>
            </a:extLst>
          </p:cNvPr>
          <p:cNvSpPr>
            <a:spLocks noGrp="1" noChangeArrowheads="1"/>
          </p:cNvSpPr>
          <p:nvPr>
            <p:ph type="dt" sz="half" idx="10"/>
          </p:nvPr>
        </p:nvSpPr>
        <p:spPr>
          <a:ln/>
        </p:spPr>
        <p:txBody>
          <a:bodyPr/>
          <a:lstStyle>
            <a:lvl1pPr>
              <a:defRPr/>
            </a:lvl1pPr>
          </a:lstStyle>
          <a:p>
            <a:pPr>
              <a:defRPr/>
            </a:pPr>
            <a:endParaRPr lang="en-GB"/>
          </a:p>
        </p:txBody>
      </p:sp>
      <p:sp>
        <p:nvSpPr>
          <p:cNvPr id="8" name="Rectangle 5">
            <a:extLst>
              <a:ext uri="{FF2B5EF4-FFF2-40B4-BE49-F238E27FC236}">
                <a16:creationId xmlns:a16="http://schemas.microsoft.com/office/drawing/2014/main" id="{C4BCCA9A-BBCA-474A-AB26-20C4A4FCF1FB}"/>
              </a:ext>
            </a:extLst>
          </p:cNvPr>
          <p:cNvSpPr>
            <a:spLocks noGrp="1" noChangeArrowheads="1"/>
          </p:cNvSpPr>
          <p:nvPr>
            <p:ph type="ftr" sz="quarter" idx="11"/>
          </p:nvPr>
        </p:nvSpPr>
        <p:spPr>
          <a:ln/>
        </p:spPr>
        <p:txBody>
          <a:bodyPr/>
          <a:lstStyle>
            <a:lvl1pPr>
              <a:defRPr/>
            </a:lvl1pPr>
          </a:lstStyle>
          <a:p>
            <a:pPr>
              <a:defRPr/>
            </a:pPr>
            <a:endParaRPr lang="en-GB"/>
          </a:p>
        </p:txBody>
      </p:sp>
      <p:sp>
        <p:nvSpPr>
          <p:cNvPr id="9" name="Rectangle 6">
            <a:extLst>
              <a:ext uri="{FF2B5EF4-FFF2-40B4-BE49-F238E27FC236}">
                <a16:creationId xmlns:a16="http://schemas.microsoft.com/office/drawing/2014/main" id="{7414DAD6-B00B-44E6-9C62-07B91252E151}"/>
              </a:ext>
            </a:extLst>
          </p:cNvPr>
          <p:cNvSpPr>
            <a:spLocks noGrp="1" noChangeArrowheads="1"/>
          </p:cNvSpPr>
          <p:nvPr>
            <p:ph type="sldNum" sz="quarter" idx="12"/>
          </p:nvPr>
        </p:nvSpPr>
        <p:spPr>
          <a:ln/>
        </p:spPr>
        <p:txBody>
          <a:bodyPr/>
          <a:lstStyle>
            <a:lvl1pPr>
              <a:defRPr/>
            </a:lvl1pPr>
          </a:lstStyle>
          <a:p>
            <a:fld id="{E6247CFB-D576-4927-87BE-2DBEAC797D39}" type="slidenum">
              <a:rPr lang="en-GB" altLang="en-US"/>
              <a:pPr/>
              <a:t>‹#›</a:t>
            </a:fld>
            <a:endParaRPr lang="en-GB" altLang="en-US"/>
          </a:p>
        </p:txBody>
      </p:sp>
    </p:spTree>
    <p:extLst>
      <p:ext uri="{BB962C8B-B14F-4D97-AF65-F5344CB8AC3E}">
        <p14:creationId xmlns:p14="http://schemas.microsoft.com/office/powerpoint/2010/main" val="3901379518"/>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NZ"/>
          </a:p>
        </p:txBody>
      </p:sp>
      <p:sp>
        <p:nvSpPr>
          <p:cNvPr id="3" name="Rectangle 4">
            <a:extLst>
              <a:ext uri="{FF2B5EF4-FFF2-40B4-BE49-F238E27FC236}">
                <a16:creationId xmlns:a16="http://schemas.microsoft.com/office/drawing/2014/main" id="{AD63CBEC-9536-4658-B4B3-2BAC1F0C7B7F}"/>
              </a:ext>
            </a:extLst>
          </p:cNvPr>
          <p:cNvSpPr>
            <a:spLocks noGrp="1" noChangeArrowheads="1"/>
          </p:cNvSpPr>
          <p:nvPr>
            <p:ph type="dt" sz="half" idx="10"/>
          </p:nvPr>
        </p:nvSpPr>
        <p:spPr>
          <a:ln/>
        </p:spPr>
        <p:txBody>
          <a:bodyPr/>
          <a:lstStyle>
            <a:lvl1pPr>
              <a:defRPr/>
            </a:lvl1pPr>
          </a:lstStyle>
          <a:p>
            <a:pPr>
              <a:defRPr/>
            </a:pPr>
            <a:endParaRPr lang="en-GB"/>
          </a:p>
        </p:txBody>
      </p:sp>
      <p:sp>
        <p:nvSpPr>
          <p:cNvPr id="4" name="Rectangle 5">
            <a:extLst>
              <a:ext uri="{FF2B5EF4-FFF2-40B4-BE49-F238E27FC236}">
                <a16:creationId xmlns:a16="http://schemas.microsoft.com/office/drawing/2014/main" id="{ECBAE070-D8C1-4D97-91D5-6F5FBED49F10}"/>
              </a:ext>
            </a:extLst>
          </p:cNvPr>
          <p:cNvSpPr>
            <a:spLocks noGrp="1" noChangeArrowheads="1"/>
          </p:cNvSpPr>
          <p:nvPr>
            <p:ph type="ftr" sz="quarter" idx="11"/>
          </p:nvPr>
        </p:nvSpPr>
        <p:spPr>
          <a:ln/>
        </p:spPr>
        <p:txBody>
          <a:bodyPr/>
          <a:lstStyle>
            <a:lvl1pPr>
              <a:defRPr/>
            </a:lvl1pPr>
          </a:lstStyle>
          <a:p>
            <a:pPr>
              <a:defRPr/>
            </a:pPr>
            <a:endParaRPr lang="en-GB"/>
          </a:p>
        </p:txBody>
      </p:sp>
      <p:sp>
        <p:nvSpPr>
          <p:cNvPr id="5" name="Rectangle 6">
            <a:extLst>
              <a:ext uri="{FF2B5EF4-FFF2-40B4-BE49-F238E27FC236}">
                <a16:creationId xmlns:a16="http://schemas.microsoft.com/office/drawing/2014/main" id="{BFC85A44-330B-4F76-A7D0-74C74597975A}"/>
              </a:ext>
            </a:extLst>
          </p:cNvPr>
          <p:cNvSpPr>
            <a:spLocks noGrp="1" noChangeArrowheads="1"/>
          </p:cNvSpPr>
          <p:nvPr>
            <p:ph type="sldNum" sz="quarter" idx="12"/>
          </p:nvPr>
        </p:nvSpPr>
        <p:spPr>
          <a:ln/>
        </p:spPr>
        <p:txBody>
          <a:bodyPr/>
          <a:lstStyle>
            <a:lvl1pPr>
              <a:defRPr/>
            </a:lvl1pPr>
          </a:lstStyle>
          <a:p>
            <a:fld id="{D5E224BE-4439-4910-8AFA-8901925754E5}" type="slidenum">
              <a:rPr lang="en-GB" altLang="en-US"/>
              <a:pPr/>
              <a:t>‹#›</a:t>
            </a:fld>
            <a:endParaRPr lang="en-GB" altLang="en-US"/>
          </a:p>
        </p:txBody>
      </p:sp>
    </p:spTree>
    <p:extLst>
      <p:ext uri="{BB962C8B-B14F-4D97-AF65-F5344CB8AC3E}">
        <p14:creationId xmlns:p14="http://schemas.microsoft.com/office/powerpoint/2010/main" val="26707548"/>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2690032-03A8-4EFA-ADDE-A4FD0B1CDED0}"/>
              </a:ext>
            </a:extLst>
          </p:cNvPr>
          <p:cNvSpPr>
            <a:spLocks noGrp="1" noChangeArrowheads="1"/>
          </p:cNvSpPr>
          <p:nvPr>
            <p:ph type="dt" sz="half" idx="10"/>
          </p:nvPr>
        </p:nvSpPr>
        <p:spPr>
          <a:ln/>
        </p:spPr>
        <p:txBody>
          <a:bodyPr/>
          <a:lstStyle>
            <a:lvl1pPr>
              <a:defRPr/>
            </a:lvl1pPr>
          </a:lstStyle>
          <a:p>
            <a:pPr>
              <a:defRPr/>
            </a:pPr>
            <a:endParaRPr lang="en-GB"/>
          </a:p>
        </p:txBody>
      </p:sp>
      <p:sp>
        <p:nvSpPr>
          <p:cNvPr id="3" name="Rectangle 5">
            <a:extLst>
              <a:ext uri="{FF2B5EF4-FFF2-40B4-BE49-F238E27FC236}">
                <a16:creationId xmlns:a16="http://schemas.microsoft.com/office/drawing/2014/main" id="{ECAF52EB-41B2-4A7F-96ED-D24E5698B884}"/>
              </a:ext>
            </a:extLst>
          </p:cNvPr>
          <p:cNvSpPr>
            <a:spLocks noGrp="1" noChangeArrowheads="1"/>
          </p:cNvSpPr>
          <p:nvPr>
            <p:ph type="ftr" sz="quarter" idx="11"/>
          </p:nvPr>
        </p:nvSpPr>
        <p:spPr>
          <a:ln/>
        </p:spPr>
        <p:txBody>
          <a:bodyPr/>
          <a:lstStyle>
            <a:lvl1pPr>
              <a:defRPr/>
            </a:lvl1pPr>
          </a:lstStyle>
          <a:p>
            <a:pPr>
              <a:defRPr/>
            </a:pPr>
            <a:endParaRPr lang="en-GB"/>
          </a:p>
        </p:txBody>
      </p:sp>
      <p:sp>
        <p:nvSpPr>
          <p:cNvPr id="4" name="Rectangle 6">
            <a:extLst>
              <a:ext uri="{FF2B5EF4-FFF2-40B4-BE49-F238E27FC236}">
                <a16:creationId xmlns:a16="http://schemas.microsoft.com/office/drawing/2014/main" id="{FB4AA639-C3A9-4E7D-B308-A669A8E97C8B}"/>
              </a:ext>
            </a:extLst>
          </p:cNvPr>
          <p:cNvSpPr>
            <a:spLocks noGrp="1" noChangeArrowheads="1"/>
          </p:cNvSpPr>
          <p:nvPr>
            <p:ph type="sldNum" sz="quarter" idx="12"/>
          </p:nvPr>
        </p:nvSpPr>
        <p:spPr>
          <a:ln/>
        </p:spPr>
        <p:txBody>
          <a:bodyPr/>
          <a:lstStyle>
            <a:lvl1pPr>
              <a:defRPr/>
            </a:lvl1pPr>
          </a:lstStyle>
          <a:p>
            <a:fld id="{93A3B347-079A-4D0C-BD19-ADC6CE0DAA84}" type="slidenum">
              <a:rPr lang="en-GB" altLang="en-US"/>
              <a:pPr/>
              <a:t>‹#›</a:t>
            </a:fld>
            <a:endParaRPr lang="en-GB" altLang="en-US"/>
          </a:p>
        </p:txBody>
      </p:sp>
    </p:spTree>
    <p:extLst>
      <p:ext uri="{BB962C8B-B14F-4D97-AF65-F5344CB8AC3E}">
        <p14:creationId xmlns:p14="http://schemas.microsoft.com/office/powerpoint/2010/main" val="1837920343"/>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NZ"/>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D342A71-7C68-4881-8BF9-EE676DFFAC6A}"/>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27518B28-54AF-4C29-9E95-9C3826CA9F8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7A711A6B-0577-4BB3-8637-A73EB6472570}"/>
              </a:ext>
            </a:extLst>
          </p:cNvPr>
          <p:cNvSpPr>
            <a:spLocks noGrp="1" noChangeArrowheads="1"/>
          </p:cNvSpPr>
          <p:nvPr>
            <p:ph type="sldNum" sz="quarter" idx="12"/>
          </p:nvPr>
        </p:nvSpPr>
        <p:spPr>
          <a:ln/>
        </p:spPr>
        <p:txBody>
          <a:bodyPr/>
          <a:lstStyle>
            <a:lvl1pPr>
              <a:defRPr/>
            </a:lvl1pPr>
          </a:lstStyle>
          <a:p>
            <a:fld id="{69BC575C-82F3-4DE3-87E6-BB826693196F}" type="slidenum">
              <a:rPr lang="en-GB" altLang="en-US"/>
              <a:pPr/>
              <a:t>‹#›</a:t>
            </a:fld>
            <a:endParaRPr lang="en-GB" altLang="en-US"/>
          </a:p>
        </p:txBody>
      </p:sp>
    </p:spTree>
    <p:extLst>
      <p:ext uri="{BB962C8B-B14F-4D97-AF65-F5344CB8AC3E}">
        <p14:creationId xmlns:p14="http://schemas.microsoft.com/office/powerpoint/2010/main" val="2828445109"/>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NZ"/>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NZ"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BFC3E88-2B1C-495A-AF4D-F23B08BFFDC2}"/>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77128FA6-FC7C-4FD7-AC4E-C06FFF8CBD23}"/>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A3221A26-5D96-4DB6-A0E1-C141C1EBEF33}"/>
              </a:ext>
            </a:extLst>
          </p:cNvPr>
          <p:cNvSpPr>
            <a:spLocks noGrp="1" noChangeArrowheads="1"/>
          </p:cNvSpPr>
          <p:nvPr>
            <p:ph type="sldNum" sz="quarter" idx="12"/>
          </p:nvPr>
        </p:nvSpPr>
        <p:spPr>
          <a:ln/>
        </p:spPr>
        <p:txBody>
          <a:bodyPr/>
          <a:lstStyle>
            <a:lvl1pPr>
              <a:defRPr/>
            </a:lvl1pPr>
          </a:lstStyle>
          <a:p>
            <a:fld id="{F6B2A914-12DB-46E0-BA91-0949BB1095E3}" type="slidenum">
              <a:rPr lang="en-GB" altLang="en-US"/>
              <a:pPr/>
              <a:t>‹#›</a:t>
            </a:fld>
            <a:endParaRPr lang="en-GB" altLang="en-US"/>
          </a:p>
        </p:txBody>
      </p:sp>
    </p:spTree>
    <p:extLst>
      <p:ext uri="{BB962C8B-B14F-4D97-AF65-F5344CB8AC3E}">
        <p14:creationId xmlns:p14="http://schemas.microsoft.com/office/powerpoint/2010/main" val="3656237147"/>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NZ"/>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Rectangle 4">
            <a:extLst>
              <a:ext uri="{FF2B5EF4-FFF2-40B4-BE49-F238E27FC236}">
                <a16:creationId xmlns:a16="http://schemas.microsoft.com/office/drawing/2014/main" id="{1C3EF683-A860-45BE-BE4C-E77F41C946BA}"/>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8BF0A7A3-1007-452A-9E59-C87CC230ED0A}"/>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71DAE7C8-01FC-4037-BD27-8181068E59CF}"/>
              </a:ext>
            </a:extLst>
          </p:cNvPr>
          <p:cNvSpPr>
            <a:spLocks noGrp="1" noChangeArrowheads="1"/>
          </p:cNvSpPr>
          <p:nvPr>
            <p:ph type="sldNum" sz="quarter" idx="12"/>
          </p:nvPr>
        </p:nvSpPr>
        <p:spPr>
          <a:ln/>
        </p:spPr>
        <p:txBody>
          <a:bodyPr/>
          <a:lstStyle>
            <a:lvl1pPr>
              <a:defRPr/>
            </a:lvl1pPr>
          </a:lstStyle>
          <a:p>
            <a:fld id="{C7B9119D-A095-44DF-9BCC-D4B3D2F9F073}" type="slidenum">
              <a:rPr lang="en-GB" altLang="en-US"/>
              <a:pPr/>
              <a:t>‹#›</a:t>
            </a:fld>
            <a:endParaRPr lang="en-GB" altLang="en-US"/>
          </a:p>
        </p:txBody>
      </p:sp>
    </p:spTree>
    <p:extLst>
      <p:ext uri="{BB962C8B-B14F-4D97-AF65-F5344CB8AC3E}">
        <p14:creationId xmlns:p14="http://schemas.microsoft.com/office/powerpoint/2010/main" val="2838375229"/>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NZ"/>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Rectangle 4">
            <a:extLst>
              <a:ext uri="{FF2B5EF4-FFF2-40B4-BE49-F238E27FC236}">
                <a16:creationId xmlns:a16="http://schemas.microsoft.com/office/drawing/2014/main" id="{F8DF07D6-AA03-4FD9-B06B-4F35F9438754}"/>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BF2C670E-EE3C-4BC6-B087-F75A0D10DD66}"/>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F80E185F-30C5-4C77-BC53-9964733C0A4D}"/>
              </a:ext>
            </a:extLst>
          </p:cNvPr>
          <p:cNvSpPr>
            <a:spLocks noGrp="1" noChangeArrowheads="1"/>
          </p:cNvSpPr>
          <p:nvPr>
            <p:ph type="sldNum" sz="quarter" idx="12"/>
          </p:nvPr>
        </p:nvSpPr>
        <p:spPr>
          <a:ln/>
        </p:spPr>
        <p:txBody>
          <a:bodyPr/>
          <a:lstStyle>
            <a:lvl1pPr>
              <a:defRPr/>
            </a:lvl1pPr>
          </a:lstStyle>
          <a:p>
            <a:fld id="{02B07B23-5ABD-4D84-93C8-30AC362C005C}" type="slidenum">
              <a:rPr lang="en-GB" altLang="en-US"/>
              <a:pPr/>
              <a:t>‹#›</a:t>
            </a:fld>
            <a:endParaRPr lang="en-GB" altLang="en-US"/>
          </a:p>
        </p:txBody>
      </p:sp>
    </p:spTree>
    <p:extLst>
      <p:ext uri="{BB962C8B-B14F-4D97-AF65-F5344CB8AC3E}">
        <p14:creationId xmlns:p14="http://schemas.microsoft.com/office/powerpoint/2010/main" val="1230797819"/>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3" name="Rectangle 4">
            <a:extLst>
              <a:ext uri="{FF2B5EF4-FFF2-40B4-BE49-F238E27FC236}">
                <a16:creationId xmlns:a16="http://schemas.microsoft.com/office/drawing/2014/main" id="{C43E677E-418A-4F38-A8BB-E0EE0BE4D14E}"/>
              </a:ext>
            </a:extLst>
          </p:cNvPr>
          <p:cNvSpPr>
            <a:spLocks noGrp="1" noChangeArrowheads="1"/>
          </p:cNvSpPr>
          <p:nvPr>
            <p:ph type="dt" sz="half" idx="10"/>
          </p:nvPr>
        </p:nvSpPr>
        <p:spPr>
          <a:ln/>
        </p:spPr>
        <p:txBody>
          <a:bodyPr/>
          <a:lstStyle>
            <a:lvl1pPr>
              <a:defRPr/>
            </a:lvl1pPr>
          </a:lstStyle>
          <a:p>
            <a:pPr>
              <a:defRPr/>
            </a:pPr>
            <a:endParaRPr lang="en-GB"/>
          </a:p>
        </p:txBody>
      </p:sp>
      <p:sp>
        <p:nvSpPr>
          <p:cNvPr id="4" name="Rectangle 5">
            <a:extLst>
              <a:ext uri="{FF2B5EF4-FFF2-40B4-BE49-F238E27FC236}">
                <a16:creationId xmlns:a16="http://schemas.microsoft.com/office/drawing/2014/main" id="{E0D6DFF9-14D1-436F-90E4-81EE1146AD5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5" name="Rectangle 6">
            <a:extLst>
              <a:ext uri="{FF2B5EF4-FFF2-40B4-BE49-F238E27FC236}">
                <a16:creationId xmlns:a16="http://schemas.microsoft.com/office/drawing/2014/main" id="{596C6E78-52E6-4E9A-8D80-1C62AD30DED9}"/>
              </a:ext>
            </a:extLst>
          </p:cNvPr>
          <p:cNvSpPr>
            <a:spLocks noGrp="1" noChangeArrowheads="1"/>
          </p:cNvSpPr>
          <p:nvPr>
            <p:ph type="sldNum" sz="quarter" idx="12"/>
          </p:nvPr>
        </p:nvSpPr>
        <p:spPr>
          <a:ln/>
        </p:spPr>
        <p:txBody>
          <a:bodyPr/>
          <a:lstStyle>
            <a:lvl1pPr>
              <a:defRPr/>
            </a:lvl1pPr>
          </a:lstStyle>
          <a:p>
            <a:fld id="{047297C4-66FD-42C1-BDCC-2A0CEA70D48B}" type="slidenum">
              <a:rPr lang="en-GB" altLang="en-US"/>
              <a:pPr/>
              <a:t>‹#›</a:t>
            </a:fld>
            <a:endParaRPr lang="en-GB" altLang="en-US"/>
          </a:p>
        </p:txBody>
      </p:sp>
    </p:spTree>
    <p:extLst>
      <p:ext uri="{BB962C8B-B14F-4D97-AF65-F5344CB8AC3E}">
        <p14:creationId xmlns:p14="http://schemas.microsoft.com/office/powerpoint/2010/main" val="1544669311"/>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NZ"/>
          </a:p>
        </p:txBody>
      </p:sp>
      <p:sp>
        <p:nvSpPr>
          <p:cNvPr id="3" name="Table Placeholder 2"/>
          <p:cNvSpPr>
            <a:spLocks noGrp="1"/>
          </p:cNvSpPr>
          <p:nvPr>
            <p:ph type="tbl" idx="1"/>
          </p:nvPr>
        </p:nvSpPr>
        <p:spPr>
          <a:xfrm>
            <a:off x="609600" y="1600201"/>
            <a:ext cx="10972800" cy="4525963"/>
          </a:xfrm>
        </p:spPr>
        <p:txBody>
          <a:bodyPr/>
          <a:lstStyle/>
          <a:p>
            <a:pPr lvl="0"/>
            <a:endParaRPr lang="en-NZ" noProof="0" dirty="0"/>
          </a:p>
        </p:txBody>
      </p:sp>
      <p:sp>
        <p:nvSpPr>
          <p:cNvPr id="4" name="Rectangle 4">
            <a:extLst>
              <a:ext uri="{FF2B5EF4-FFF2-40B4-BE49-F238E27FC236}">
                <a16:creationId xmlns:a16="http://schemas.microsoft.com/office/drawing/2014/main" id="{80B60B82-1B20-4B14-9D0B-3F7FF91A9CA1}"/>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3F908197-79DE-451D-A1AD-16EC634557DA}"/>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36D546E5-2458-40C7-9A5E-B97F8D635B4A}"/>
              </a:ext>
            </a:extLst>
          </p:cNvPr>
          <p:cNvSpPr>
            <a:spLocks noGrp="1" noChangeArrowheads="1"/>
          </p:cNvSpPr>
          <p:nvPr>
            <p:ph type="sldNum" sz="quarter" idx="12"/>
          </p:nvPr>
        </p:nvSpPr>
        <p:spPr>
          <a:ln/>
        </p:spPr>
        <p:txBody>
          <a:bodyPr/>
          <a:lstStyle>
            <a:lvl1pPr>
              <a:defRPr/>
            </a:lvl1pPr>
          </a:lstStyle>
          <a:p>
            <a:fld id="{22509E05-188D-4270-8F49-01779226BFAA}" type="slidenum">
              <a:rPr lang="en-GB" altLang="en-US"/>
              <a:pPr/>
              <a:t>‹#›</a:t>
            </a:fld>
            <a:endParaRPr lang="en-GB" altLang="en-US"/>
          </a:p>
        </p:txBody>
      </p:sp>
    </p:spTree>
    <p:extLst>
      <p:ext uri="{BB962C8B-B14F-4D97-AF65-F5344CB8AC3E}">
        <p14:creationId xmlns:p14="http://schemas.microsoft.com/office/powerpoint/2010/main" val="2135114727"/>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Title page">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89653" y="130941"/>
            <a:ext cx="11818768" cy="6576572"/>
          </a:xfrm>
          <a:prstGeom prst="rect">
            <a:avLst/>
          </a:prstGeom>
        </p:spPr>
      </p:pic>
      <p:sp>
        <p:nvSpPr>
          <p:cNvPr id="2" name="Title 1"/>
          <p:cNvSpPr>
            <a:spLocks noGrp="1"/>
          </p:cNvSpPr>
          <p:nvPr>
            <p:ph type="title"/>
          </p:nvPr>
        </p:nvSpPr>
        <p:spPr>
          <a:xfrm>
            <a:off x="963085" y="4406909"/>
            <a:ext cx="10363200" cy="1362076"/>
          </a:xfrm>
          <a:prstGeom prst="rect">
            <a:avLst/>
          </a:prstGeom>
        </p:spPr>
        <p:txBody>
          <a:bodyPr lIns="117175" tIns="58586" rIns="117175" bIns="58586" anchor="t"/>
          <a:lstStyle>
            <a:lvl1pPr algn="l">
              <a:defRPr sz="6200" b="1" cap="all"/>
            </a:lvl1pPr>
          </a:lstStyle>
          <a:p>
            <a:r>
              <a:rPr lang="en-US"/>
              <a:t>Click to edit Master title style</a:t>
            </a:r>
            <a:endParaRPr lang="en-US" dirty="0"/>
          </a:p>
        </p:txBody>
      </p:sp>
      <p:sp>
        <p:nvSpPr>
          <p:cNvPr id="3" name="Text Placeholder 2"/>
          <p:cNvSpPr>
            <a:spLocks noGrp="1"/>
          </p:cNvSpPr>
          <p:nvPr>
            <p:ph type="body" idx="1"/>
          </p:nvPr>
        </p:nvSpPr>
        <p:spPr>
          <a:xfrm>
            <a:off x="963085" y="2906713"/>
            <a:ext cx="10363200" cy="1500187"/>
          </a:xfrm>
          <a:prstGeom prst="rect">
            <a:avLst/>
          </a:prstGeom>
        </p:spPr>
        <p:txBody>
          <a:bodyPr lIns="117175" tIns="58586" rIns="117175" bIns="58586" anchor="b"/>
          <a:lstStyle>
            <a:lvl1pPr marL="0" indent="0">
              <a:buNone/>
              <a:defRPr sz="3100">
                <a:solidFill>
                  <a:schemeClr val="bg1"/>
                </a:solidFill>
              </a:defRPr>
            </a:lvl1pPr>
            <a:lvl2pPr marL="702991" indent="0">
              <a:buNone/>
              <a:defRPr sz="2800">
                <a:solidFill>
                  <a:schemeClr val="tx1">
                    <a:tint val="75000"/>
                  </a:schemeClr>
                </a:solidFill>
              </a:defRPr>
            </a:lvl2pPr>
            <a:lvl3pPr marL="1405982" indent="0">
              <a:buNone/>
              <a:defRPr sz="2600">
                <a:solidFill>
                  <a:schemeClr val="tx1">
                    <a:tint val="75000"/>
                  </a:schemeClr>
                </a:solidFill>
              </a:defRPr>
            </a:lvl3pPr>
            <a:lvl4pPr marL="2108972" indent="0">
              <a:buNone/>
              <a:defRPr sz="2200">
                <a:solidFill>
                  <a:schemeClr val="tx1">
                    <a:tint val="75000"/>
                  </a:schemeClr>
                </a:solidFill>
              </a:defRPr>
            </a:lvl4pPr>
            <a:lvl5pPr marL="2811964" indent="0">
              <a:buNone/>
              <a:defRPr sz="2200">
                <a:solidFill>
                  <a:schemeClr val="tx1">
                    <a:tint val="75000"/>
                  </a:schemeClr>
                </a:solidFill>
              </a:defRPr>
            </a:lvl5pPr>
            <a:lvl6pPr marL="3514953" indent="0">
              <a:buNone/>
              <a:defRPr sz="2200">
                <a:solidFill>
                  <a:schemeClr val="tx1">
                    <a:tint val="75000"/>
                  </a:schemeClr>
                </a:solidFill>
              </a:defRPr>
            </a:lvl6pPr>
            <a:lvl7pPr marL="4217952" indent="0">
              <a:buNone/>
              <a:defRPr sz="2200">
                <a:solidFill>
                  <a:schemeClr val="tx1">
                    <a:tint val="75000"/>
                  </a:schemeClr>
                </a:solidFill>
              </a:defRPr>
            </a:lvl7pPr>
            <a:lvl8pPr marL="4920936" indent="0">
              <a:buNone/>
              <a:defRPr sz="2200">
                <a:solidFill>
                  <a:schemeClr val="tx1">
                    <a:tint val="75000"/>
                  </a:schemeClr>
                </a:solidFill>
              </a:defRPr>
            </a:lvl8pPr>
            <a:lvl9pPr marL="5623926" indent="0">
              <a:buNone/>
              <a:defRPr sz="2200">
                <a:solidFill>
                  <a:schemeClr val="tx1">
                    <a:tint val="75000"/>
                  </a:schemeClr>
                </a:solidFill>
              </a:defRPr>
            </a:lvl9pPr>
          </a:lstStyle>
          <a:p>
            <a:pPr lvl="0"/>
            <a:r>
              <a:rPr lang="en-US"/>
              <a:t>Click to edit Master text styles</a:t>
            </a:r>
          </a:p>
        </p:txBody>
      </p:sp>
      <p:sp>
        <p:nvSpPr>
          <p:cNvPr id="9" name="Footer Placeholder 4"/>
          <p:cNvSpPr>
            <a:spLocks noGrp="1"/>
          </p:cNvSpPr>
          <p:nvPr>
            <p:ph type="ftr" sz="quarter" idx="3"/>
          </p:nvPr>
        </p:nvSpPr>
        <p:spPr>
          <a:xfrm>
            <a:off x="6055360" y="6342410"/>
            <a:ext cx="5879253" cy="365125"/>
          </a:xfrm>
          <a:prstGeom prst="rect">
            <a:avLst/>
          </a:prstGeom>
        </p:spPr>
        <p:txBody>
          <a:bodyPr vert="horz" lIns="117175" tIns="58586" rIns="117175" bIns="58586" rtlCol="0" anchor="ctr"/>
          <a:lstStyle>
            <a:lvl1pPr algn="r">
              <a:defRPr sz="1800">
                <a:solidFill>
                  <a:schemeClr val="tx2"/>
                </a:solidFill>
              </a:defRPr>
            </a:lvl1pPr>
          </a:lstStyle>
          <a:p>
            <a:pPr defTabSz="913961"/>
            <a:endParaRPr lang="en-NZ">
              <a:solidFill>
                <a:srgbClr val="666366"/>
              </a:solidFill>
            </a:endParaRPr>
          </a:p>
        </p:txBody>
      </p:sp>
    </p:spTree>
    <p:extLst>
      <p:ext uri="{BB962C8B-B14F-4D97-AF65-F5344CB8AC3E}">
        <p14:creationId xmlns:p14="http://schemas.microsoft.com/office/powerpoint/2010/main" val="821482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pic>
        <p:nvPicPr>
          <p:cNvPr id="6" name="Picture 5"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982538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p:cSld name="Primary text only">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10"/>
            <a:ext cx="2844800" cy="365125"/>
          </a:xfrm>
          <a:prstGeom prst="rect">
            <a:avLst/>
          </a:prstGeom>
        </p:spPr>
        <p:txBody>
          <a:bodyPr lIns="117175" tIns="58586" rIns="117175" bIns="58586" anchor="ctr"/>
          <a:lstStyle>
            <a:lvl1pPr algn="r">
              <a:defRPr sz="1800">
                <a:solidFill>
                  <a:schemeClr val="bg1"/>
                </a:solidFill>
              </a:defRPr>
            </a:lvl1pPr>
          </a:lstStyle>
          <a:p>
            <a:pPr defTabSz="913961"/>
            <a:fld id="{5D762165-7DD1-43A8-AF3E-02B3DB1B40E1}" type="slidenum">
              <a:rPr lang="en-NZ" smtClean="0">
                <a:solidFill>
                  <a:prstClr val="white"/>
                </a:solidFill>
              </a:rPr>
              <a:pPr defTabSz="913961"/>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175" tIns="58586" rIns="117175" bIns="58586"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
        <p:nvSpPr>
          <p:cNvPr id="2" name="TextBox 1"/>
          <p:cNvSpPr txBox="1"/>
          <p:nvPr/>
        </p:nvSpPr>
        <p:spPr>
          <a:xfrm>
            <a:off x="209813" y="1398341"/>
            <a:ext cx="11704320" cy="4644516"/>
          </a:xfrm>
          <a:prstGeom prst="rect">
            <a:avLst/>
          </a:prstGeom>
          <a:noFill/>
        </p:spPr>
        <p:txBody>
          <a:bodyPr wrap="square" lIns="117175" tIns="58586" rIns="117175" bIns="58586" rtlCol="0">
            <a:normAutofit/>
          </a:bodyPr>
          <a:lstStyle/>
          <a:p>
            <a:pPr defTabSz="913961">
              <a:lnSpc>
                <a:spcPct val="130000"/>
              </a:lnSpc>
            </a:pPr>
            <a:r>
              <a:rPr lang="en-US" sz="3700" b="1" dirty="0">
                <a:solidFill>
                  <a:prstClr val="white"/>
                </a:solidFill>
              </a:rPr>
              <a:t>Click to add subhead 01 – Calibri Bold 24pt</a:t>
            </a:r>
          </a:p>
          <a:p>
            <a:pPr defTabSz="913961">
              <a:lnSpc>
                <a:spcPct val="130000"/>
              </a:lnSpc>
            </a:pPr>
            <a:r>
              <a:rPr lang="en-US" sz="3500" dirty="0">
                <a:solidFill>
                  <a:prstClr val="white"/>
                </a:solidFill>
              </a:rPr>
              <a:t>Click to add body text 01 – Calibri 22pt</a:t>
            </a:r>
          </a:p>
          <a:p>
            <a:pPr defTabSz="702991">
              <a:lnSpc>
                <a:spcPct val="130000"/>
              </a:lnSpc>
              <a:defRPr/>
            </a:pPr>
            <a:r>
              <a:rPr lang="en-US" sz="2800" dirty="0">
                <a:solidFill>
                  <a:prstClr val="white"/>
                </a:solidFill>
              </a:rPr>
              <a:t>Click to add body text 02 – Calibri 18pt</a:t>
            </a:r>
          </a:p>
          <a:p>
            <a:pPr defTabSz="913961">
              <a:lnSpc>
                <a:spcPct val="130000"/>
              </a:lnSpc>
            </a:pPr>
            <a:endParaRPr lang="en-US" sz="3500" dirty="0">
              <a:solidFill>
                <a:prstClr val="white"/>
              </a:solidFill>
            </a:endParaRPr>
          </a:p>
        </p:txBody>
      </p:sp>
      <p:pic>
        <p:nvPicPr>
          <p:cNvPr id="9" name="Picture 8"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37165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p:cSld name="Primary bulleted text">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10"/>
            <a:ext cx="2844800" cy="365125"/>
          </a:xfrm>
          <a:prstGeom prst="rect">
            <a:avLst/>
          </a:prstGeom>
        </p:spPr>
        <p:txBody>
          <a:bodyPr lIns="117175" tIns="58586" rIns="117175" bIns="58586" anchor="ctr"/>
          <a:lstStyle>
            <a:lvl1pPr algn="r">
              <a:defRPr sz="1800">
                <a:solidFill>
                  <a:schemeClr val="bg1"/>
                </a:solidFill>
              </a:defRPr>
            </a:lvl1pPr>
          </a:lstStyle>
          <a:p>
            <a:pPr defTabSz="913961"/>
            <a:fld id="{5D762165-7DD1-43A8-AF3E-02B3DB1B40E1}" type="slidenum">
              <a:rPr lang="en-NZ" smtClean="0">
                <a:solidFill>
                  <a:prstClr val="white"/>
                </a:solidFill>
              </a:rPr>
              <a:pPr defTabSz="913961"/>
              <a:t>‹#›</a:t>
            </a:fld>
            <a:endParaRPr lang="en-NZ">
              <a:solidFill>
                <a:prstClr val="white"/>
              </a:solidFill>
            </a:endParaRPr>
          </a:p>
        </p:txBody>
      </p:sp>
      <p:pic>
        <p:nvPicPr>
          <p:cNvPr id="5" name="Picture 4" descr="Green_Panel992x526.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9813" y="1388265"/>
            <a:ext cx="11724800" cy="4654592"/>
          </a:xfrm>
          <a:prstGeom prst="rect">
            <a:avLst/>
          </a:prstGeom>
        </p:spPr>
      </p:pic>
      <p:sp>
        <p:nvSpPr>
          <p:cNvPr id="6" name="Title Placeholder 1"/>
          <p:cNvSpPr>
            <a:spLocks noGrp="1"/>
          </p:cNvSpPr>
          <p:nvPr>
            <p:ph type="title" hasCustomPrompt="1"/>
          </p:nvPr>
        </p:nvSpPr>
        <p:spPr>
          <a:xfrm>
            <a:off x="230293" y="173039"/>
            <a:ext cx="8880000" cy="1143000"/>
          </a:xfrm>
          <a:prstGeom prst="rect">
            <a:avLst/>
          </a:prstGeom>
        </p:spPr>
        <p:txBody>
          <a:bodyPr vert="horz" lIns="117175" tIns="58586" rIns="117175" bIns="58586" rtlCol="0" anchor="ctr">
            <a:normAutofit/>
          </a:bodyPr>
          <a:lstStyle>
            <a:lvl1pPr>
              <a:defRPr>
                <a:solidFill>
                  <a:schemeClr val="tx1"/>
                </a:solidFill>
              </a:defRPr>
            </a:lvl1pPr>
          </a:lstStyle>
          <a:p>
            <a:r>
              <a:rPr lang="en-AU" dirty="0"/>
              <a:t>Click to add title - Calibri 36pt</a:t>
            </a:r>
            <a:endParaRPr lang="en-US" dirty="0"/>
          </a:p>
        </p:txBody>
      </p:sp>
      <p:sp>
        <p:nvSpPr>
          <p:cNvPr id="7"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175" tIns="58586" rIns="117175" bIns="58586" rtlCol="0">
            <a:normAutofit/>
          </a:bodyPr>
          <a:lstStyle>
            <a:lvl1pPr marL="0" indent="0">
              <a:lnSpc>
                <a:spcPct val="120000"/>
              </a:lnSpc>
              <a:buFont typeface="Arial"/>
              <a:buNone/>
              <a:defRPr sz="3700" b="1">
                <a:solidFill>
                  <a:schemeClr val="bg1"/>
                </a:solidFill>
                <a:latin typeface="+mn-lt"/>
              </a:defRPr>
            </a:lvl1pPr>
            <a:lvl2pPr marL="829918" indent="-439364">
              <a:lnSpc>
                <a:spcPct val="120000"/>
              </a:lnSpc>
              <a:buFont typeface="Arial"/>
              <a:buChar char="•"/>
              <a:defRPr sz="3500">
                <a:solidFill>
                  <a:schemeClr val="bg1"/>
                </a:solidFill>
                <a:latin typeface="+mn-lt"/>
              </a:defRPr>
            </a:lvl2pPr>
            <a:lvl3pPr marL="1791649" indent="-527244">
              <a:lnSpc>
                <a:spcPct val="120000"/>
              </a:lnSpc>
              <a:buFont typeface="Arial"/>
              <a:buChar char="•"/>
              <a:defRPr sz="2800">
                <a:solidFill>
                  <a:schemeClr val="bg1"/>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227771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p:cSld name="Secondary full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8" name="Picture 7" descr="Footer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10"/>
            <a:ext cx="2844800" cy="365125"/>
          </a:xfrm>
          <a:prstGeom prst="rect">
            <a:avLst/>
          </a:prstGeom>
        </p:spPr>
        <p:txBody>
          <a:bodyPr lIns="117175" tIns="58586" rIns="117175" bIns="58586" anchor="ctr"/>
          <a:lstStyle>
            <a:lvl1pPr algn="r">
              <a:defRPr sz="1800">
                <a:solidFill>
                  <a:schemeClr val="bg1"/>
                </a:solidFill>
              </a:defRPr>
            </a:lvl1pPr>
          </a:lstStyle>
          <a:p>
            <a:pPr defTabSz="913961"/>
            <a:fld id="{5D762165-7DD1-43A8-AF3E-02B3DB1B40E1}" type="slidenum">
              <a:rPr lang="en-NZ" smtClean="0">
                <a:solidFill>
                  <a:prstClr val="white"/>
                </a:solidFill>
              </a:rPr>
              <a:pPr defTabSz="913961"/>
              <a:t>‹#›</a:t>
            </a:fld>
            <a:endParaRPr lang="en-NZ">
              <a:solidFill>
                <a:prstClr val="white"/>
              </a:solidFill>
            </a:endParaRPr>
          </a:p>
        </p:txBody>
      </p:sp>
      <p:sp>
        <p:nvSpPr>
          <p:cNvPr id="6" name="Title Placeholder 1"/>
          <p:cNvSpPr>
            <a:spLocks noGrp="1"/>
          </p:cNvSpPr>
          <p:nvPr>
            <p:ph type="title"/>
          </p:nvPr>
        </p:nvSpPr>
        <p:spPr>
          <a:xfrm>
            <a:off x="230293" y="173039"/>
            <a:ext cx="8880000" cy="1143000"/>
          </a:xfrm>
          <a:prstGeom prst="rect">
            <a:avLst/>
          </a:prstGeom>
        </p:spPr>
        <p:txBody>
          <a:bodyPr vert="horz" lIns="117175" tIns="58586" rIns="117175" bIns="58586" rtlCol="0" anchor="ctr">
            <a:normAutofit/>
          </a:bodyPr>
          <a:lstStyle/>
          <a:p>
            <a:r>
              <a:rPr lang="en-US"/>
              <a:t>Click to edit Master title style</a:t>
            </a:r>
            <a:endParaRPr lang="en-US" dirty="0"/>
          </a:p>
        </p:txBody>
      </p:sp>
      <p:sp>
        <p:nvSpPr>
          <p:cNvPr id="7"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175" tIns="58586" rIns="117175" bIns="58586" rtlCol="0">
            <a:normAutofit/>
          </a:bodyPr>
          <a:lstStyle>
            <a:lvl1pPr marL="0" indent="0">
              <a:lnSpc>
                <a:spcPct val="120000"/>
              </a:lnSpc>
              <a:buFont typeface="Arial"/>
              <a:buNone/>
              <a:defRPr sz="3700" b="1">
                <a:solidFill>
                  <a:schemeClr val="tx2"/>
                </a:solidFill>
                <a:latin typeface="+mn-lt"/>
              </a:defRPr>
            </a:lvl1pPr>
            <a:lvl2pPr marL="829918" indent="-439364">
              <a:lnSpc>
                <a:spcPct val="120000"/>
              </a:lnSpc>
              <a:buFont typeface="Arial"/>
              <a:buChar char="•"/>
              <a:defRPr sz="3500">
                <a:solidFill>
                  <a:schemeClr val="tx2"/>
                </a:solidFill>
                <a:latin typeface="+mn-lt"/>
              </a:defRPr>
            </a:lvl2pPr>
            <a:lvl3pPr marL="1791649" indent="-527244">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481948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p:cSld name="Secondary half footer">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175" tIns="58586" rIns="117175" bIns="58586"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3" y="1388265"/>
            <a:ext cx="11704320" cy="4654594"/>
          </a:xfrm>
          <a:prstGeom prst="rect">
            <a:avLst/>
          </a:prstGeom>
        </p:spPr>
        <p:txBody>
          <a:bodyPr vert="horz" lIns="117175" tIns="58586" rIns="117175" bIns="58586" rtlCol="0">
            <a:normAutofit/>
          </a:bodyPr>
          <a:lstStyle>
            <a:lvl1pPr marL="0" indent="0">
              <a:lnSpc>
                <a:spcPct val="120000"/>
              </a:lnSpc>
              <a:buFont typeface="Arial"/>
              <a:buNone/>
              <a:defRPr sz="3700" b="1">
                <a:solidFill>
                  <a:schemeClr val="tx2"/>
                </a:solidFill>
                <a:latin typeface="+mn-lt"/>
              </a:defRPr>
            </a:lvl1pPr>
            <a:lvl2pPr marL="829918" indent="-439364">
              <a:lnSpc>
                <a:spcPct val="120000"/>
              </a:lnSpc>
              <a:buFont typeface="Arial"/>
              <a:buChar char="•"/>
              <a:defRPr sz="3500">
                <a:solidFill>
                  <a:schemeClr val="tx2"/>
                </a:solidFill>
                <a:latin typeface="+mn-lt"/>
              </a:defRPr>
            </a:lvl2pPr>
            <a:lvl3pPr marL="1791649" indent="-527244">
              <a:lnSpc>
                <a:spcPct val="120000"/>
              </a:lnSpc>
              <a:buFont typeface="Arial"/>
              <a:buChar char="•"/>
              <a:defRPr sz="2800">
                <a:solidFill>
                  <a:schemeClr val="tx2"/>
                </a:solidFill>
                <a:latin typeface="+mn-lt"/>
              </a:defRPr>
            </a:lvl3pPr>
            <a:lvl4pPr marL="0" indent="0">
              <a:buFont typeface="Arial"/>
              <a:buNone/>
              <a:defRPr sz="3700">
                <a:solidFill>
                  <a:schemeClr val="bg1"/>
                </a:solidFill>
              </a:defRPr>
            </a:lvl4pPr>
          </a:lstStyle>
          <a:p>
            <a:pPr lvl="0"/>
            <a:r>
              <a:rPr lang="en-AU" dirty="0"/>
              <a:t>Click to add subhead Calibri Bold 24pt</a:t>
            </a:r>
          </a:p>
          <a:p>
            <a:pPr lvl="1"/>
            <a:r>
              <a:rPr lang="en-AU" dirty="0"/>
              <a:t>Click to add bullet point level 01 – Calibri 22pt</a:t>
            </a:r>
          </a:p>
          <a:p>
            <a:pPr lvl="2"/>
            <a:r>
              <a:rPr lang="en-AU" dirty="0"/>
              <a:t>Click to add bullet point level 02 – Calibri 18pt</a:t>
            </a:r>
          </a:p>
          <a:p>
            <a:pPr lvl="0"/>
            <a:endParaRPr lang="en-AU" dirty="0"/>
          </a:p>
        </p:txBody>
      </p:sp>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pic>
        <p:nvPicPr>
          <p:cNvPr id="10" name="Picture 9"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791156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p:cSld name="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3838059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p:cSld name="Tertiary values 1">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2241897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p:cSld name="Tertiary values 2">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844590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p:cSld name="Tertiary values 3">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2092222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p:cSld name="Tertiary values 4">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903087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p:cSld name="Tertiary values 5">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1570231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p:cSld name="Tertiary with photos">
    <p:spTree>
      <p:nvGrpSpPr>
        <p:cNvPr id="1" name=""/>
        <p:cNvGrpSpPr/>
        <p:nvPr/>
      </p:nvGrpSpPr>
      <p:grpSpPr>
        <a:xfrm>
          <a:off x="0" y="0"/>
          <a:ext cx="0" cy="0"/>
          <a:chOff x="0" y="0"/>
          <a:chExt cx="0" cy="0"/>
        </a:xfrm>
      </p:grpSpPr>
      <p:pic>
        <p:nvPicPr>
          <p:cNvPr id="2" name="Picture 1"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pic>
        <p:nvPicPr>
          <p:cNvPr id="5" name="Picture 4"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6" name="Title Placeholder 1"/>
          <p:cNvSpPr>
            <a:spLocks noGrp="1"/>
          </p:cNvSpPr>
          <p:nvPr>
            <p:ph type="title"/>
          </p:nvPr>
        </p:nvSpPr>
        <p:spPr>
          <a:xfrm>
            <a:off x="230293" y="173039"/>
            <a:ext cx="8880000" cy="1143000"/>
          </a:xfrm>
          <a:prstGeom prst="rect">
            <a:avLst/>
          </a:prstGeom>
        </p:spPr>
        <p:txBody>
          <a:bodyPr vert="horz" lIns="117175" tIns="58586" rIns="117175" bIns="58586" rtlCol="0" anchor="ctr">
            <a:normAutofit/>
          </a:bodyPr>
          <a:lstStyle/>
          <a:p>
            <a:r>
              <a:rPr lang="en-US"/>
              <a:t>Click to edit Master title style</a:t>
            </a:r>
            <a:endParaRPr lang="en-US" dirty="0"/>
          </a:p>
        </p:txBody>
      </p:sp>
      <p:sp>
        <p:nvSpPr>
          <p:cNvPr id="9" name="Text Placeholder 2"/>
          <p:cNvSpPr>
            <a:spLocks noGrp="1"/>
          </p:cNvSpPr>
          <p:nvPr>
            <p:ph idx="1" hasCustomPrompt="1"/>
          </p:nvPr>
        </p:nvSpPr>
        <p:spPr>
          <a:xfrm>
            <a:off x="230296" y="1388265"/>
            <a:ext cx="5879253" cy="4654594"/>
          </a:xfrm>
          <a:prstGeom prst="rect">
            <a:avLst/>
          </a:prstGeom>
        </p:spPr>
        <p:txBody>
          <a:bodyPr vert="horz" lIns="117175" tIns="58586" rIns="117175" bIns="58586" rtlCol="0">
            <a:normAutofit/>
          </a:bodyPr>
          <a:lstStyle>
            <a:lvl1pPr marL="0" marR="0" indent="0" algn="l" defTabSz="702991" rtl="0" eaLnBrk="1" fontAlgn="auto" latinLnBrk="0" hangingPunct="1">
              <a:lnSpc>
                <a:spcPct val="130000"/>
              </a:lnSpc>
              <a:spcBef>
                <a:spcPct val="0"/>
              </a:spcBef>
              <a:spcAft>
                <a:spcPts val="0"/>
              </a:spcAft>
              <a:buClrTx/>
              <a:buSzTx/>
              <a:buFont typeface="Arial"/>
              <a:buNone/>
              <a:tabLst/>
              <a:defRPr lang="en-AU" sz="3700" smtClean="0">
                <a:effectLst/>
              </a:defRPr>
            </a:lvl1pPr>
            <a:lvl2pPr marL="0" indent="0">
              <a:lnSpc>
                <a:spcPct val="120000"/>
              </a:lnSpc>
              <a:buFont typeface="Arial"/>
              <a:buNone/>
              <a:tabLst/>
              <a:defRPr sz="3500">
                <a:solidFill>
                  <a:schemeClr val="tx2"/>
                </a:solidFill>
                <a:latin typeface="+mn-lt"/>
              </a:defRPr>
            </a:lvl2pPr>
            <a:lvl3pPr marL="439364" indent="-439364">
              <a:lnSpc>
                <a:spcPct val="130000"/>
              </a:lnSpc>
              <a:buFont typeface="Arial"/>
              <a:buChar char="•"/>
              <a:tabLst/>
              <a:defRPr sz="3500" baseline="0">
                <a:solidFill>
                  <a:schemeClr val="tx2"/>
                </a:solidFill>
                <a:latin typeface="+mn-lt"/>
              </a:defRPr>
            </a:lvl3pPr>
            <a:lvl4pPr marL="0" indent="0">
              <a:buFont typeface="Arial"/>
              <a:buNone/>
              <a:defRPr sz="3700">
                <a:solidFill>
                  <a:schemeClr val="bg1"/>
                </a:solidFill>
              </a:defRPr>
            </a:lvl4pPr>
          </a:lstStyle>
          <a:p>
            <a:pPr lvl="0"/>
            <a:r>
              <a:rPr lang="en-AU" dirty="0"/>
              <a:t>Inserting a new slide</a:t>
            </a:r>
          </a:p>
          <a:p>
            <a:pPr lvl="2"/>
            <a:r>
              <a:rPr lang="en-AU" dirty="0"/>
              <a:t>Click the New Slide dropdown on the Home tab</a:t>
            </a:r>
          </a:p>
          <a:p>
            <a:pPr lvl="2"/>
            <a:r>
              <a:rPr lang="en-AU" dirty="0"/>
              <a:t>Select the desired layout</a:t>
            </a:r>
          </a:p>
          <a:p>
            <a:pPr marL="0" marR="0" lvl="0" indent="0" algn="l" defTabSz="702991" rtl="0" eaLnBrk="1" fontAlgn="auto" latinLnBrk="0" hangingPunct="1">
              <a:lnSpc>
                <a:spcPct val="130000"/>
              </a:lnSpc>
              <a:spcBef>
                <a:spcPct val="0"/>
              </a:spcBef>
              <a:spcAft>
                <a:spcPts val="0"/>
              </a:spcAft>
              <a:buClrTx/>
              <a:buSzTx/>
              <a:buFont typeface="Arial"/>
              <a:buNone/>
              <a:tabLst/>
              <a:defRPr/>
            </a:pPr>
            <a:endParaRPr lang="en-AU" sz="1200" dirty="0">
              <a:effectLst/>
              <a:latin typeface="+mn-lt"/>
              <a:ea typeface="ＭＳ 明朝"/>
              <a:cs typeface="Times New Roman"/>
            </a:endParaRPr>
          </a:p>
          <a:p>
            <a:pPr lvl="0"/>
            <a:endParaRPr lang="en-AU" dirty="0"/>
          </a:p>
        </p:txBody>
      </p:sp>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
        <p:nvSpPr>
          <p:cNvPr id="4" name="Picture Placeholder 3"/>
          <p:cNvSpPr>
            <a:spLocks noGrp="1"/>
          </p:cNvSpPr>
          <p:nvPr>
            <p:ph type="pic" sz="quarter" idx="13"/>
          </p:nvPr>
        </p:nvSpPr>
        <p:spPr>
          <a:xfrm>
            <a:off x="6394192" y="1585596"/>
            <a:ext cx="2683104" cy="1990726"/>
          </a:xfrm>
          <a:prstGeom prst="rect">
            <a:avLst/>
          </a:prstGeom>
        </p:spPr>
        <p:txBody>
          <a:bodyPr vert="horz" lIns="117175" tIns="58586" rIns="117175" bIns="58586"/>
          <a:lstStyle/>
          <a:p>
            <a:r>
              <a:rPr lang="en-US"/>
              <a:t>Click icon to add picture</a:t>
            </a:r>
          </a:p>
        </p:txBody>
      </p:sp>
      <p:sp>
        <p:nvSpPr>
          <p:cNvPr id="13" name="Picture Placeholder 3"/>
          <p:cNvSpPr>
            <a:spLocks noGrp="1"/>
          </p:cNvSpPr>
          <p:nvPr>
            <p:ph type="pic" sz="quarter" idx="14"/>
          </p:nvPr>
        </p:nvSpPr>
        <p:spPr>
          <a:xfrm>
            <a:off x="9320320" y="1585596"/>
            <a:ext cx="2648325" cy="1990726"/>
          </a:xfrm>
          <a:prstGeom prst="rect">
            <a:avLst/>
          </a:prstGeom>
        </p:spPr>
        <p:txBody>
          <a:bodyPr vert="horz" lIns="117175" tIns="58586" rIns="117175" bIns="58586"/>
          <a:lstStyle/>
          <a:p>
            <a:r>
              <a:rPr lang="en-US"/>
              <a:t>Click icon to add picture</a:t>
            </a:r>
          </a:p>
        </p:txBody>
      </p:sp>
      <p:pic>
        <p:nvPicPr>
          <p:cNvPr id="15" name="Picture 14"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380045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8.xml><?xml version="1.0" encoding="utf-8"?>
<p:sldLayout xmlns:a="http://schemas.openxmlformats.org/drawingml/2006/main" xmlns:r="http://schemas.openxmlformats.org/officeDocument/2006/relationships" xmlns:p="http://schemas.openxmlformats.org/presentationml/2006/main" type="twoTxTwoObj" preserve="1">
  <p:cSld name="Tertiary 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0293" y="173039"/>
            <a:ext cx="8880000" cy="1143000"/>
          </a:xfrm>
          <a:prstGeom prst="rect">
            <a:avLst/>
          </a:prstGeom>
        </p:spPr>
        <p:txBody>
          <a:bodyPr lIns="117175" tIns="58586" rIns="117175" bIns="58586" anchor="ctr"/>
          <a:lstStyle>
            <a:lvl1pPr>
              <a:defRPr/>
            </a:lvl1pPr>
          </a:lstStyle>
          <a:p>
            <a:r>
              <a:rPr lang="en-US"/>
              <a:t>Click to edit Master title style</a:t>
            </a:r>
            <a:endParaRPr lang="en-US" dirty="0"/>
          </a:p>
        </p:txBody>
      </p:sp>
      <p:pic>
        <p:nvPicPr>
          <p:cNvPr id="10" name="Picture 9" descr="Grey_Panel992x52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3200" y="1388265"/>
            <a:ext cx="11704325" cy="4654594"/>
          </a:xfrm>
          <a:prstGeom prst="rect">
            <a:avLst/>
          </a:prstGeom>
        </p:spPr>
      </p:pic>
      <p:sp>
        <p:nvSpPr>
          <p:cNvPr id="3" name="Text Placeholder 2"/>
          <p:cNvSpPr>
            <a:spLocks noGrp="1"/>
          </p:cNvSpPr>
          <p:nvPr>
            <p:ph type="body" idx="1"/>
          </p:nvPr>
        </p:nvSpPr>
        <p:spPr>
          <a:xfrm>
            <a:off x="379309" y="1535117"/>
            <a:ext cx="5617211" cy="639763"/>
          </a:xfrm>
          <a:prstGeom prst="rect">
            <a:avLst/>
          </a:prstGeom>
        </p:spPr>
        <p:txBody>
          <a:bodyPr lIns="117175" tIns="58586" rIns="117175" bIns="58586" anchor="b"/>
          <a:lstStyle>
            <a:lvl1pPr marL="0" indent="0">
              <a:buNone/>
              <a:defRPr sz="3700" b="1">
                <a:solidFill>
                  <a:schemeClr val="accent1"/>
                </a:solidFill>
              </a:defRPr>
            </a:lvl1pPr>
            <a:lvl2pPr marL="702991" indent="0">
              <a:buNone/>
              <a:defRPr sz="3100" b="1"/>
            </a:lvl2pPr>
            <a:lvl3pPr marL="1405982" indent="0">
              <a:buNone/>
              <a:defRPr sz="2800" b="1"/>
            </a:lvl3pPr>
            <a:lvl4pPr marL="2108972" indent="0">
              <a:buNone/>
              <a:defRPr sz="2600" b="1"/>
            </a:lvl4pPr>
            <a:lvl5pPr marL="2811964" indent="0">
              <a:buNone/>
              <a:defRPr sz="2600" b="1"/>
            </a:lvl5pPr>
            <a:lvl6pPr marL="3514953" indent="0">
              <a:buNone/>
              <a:defRPr sz="2600" b="1"/>
            </a:lvl6pPr>
            <a:lvl7pPr marL="4217952" indent="0">
              <a:buNone/>
              <a:defRPr sz="2600" b="1"/>
            </a:lvl7pPr>
            <a:lvl8pPr marL="4920936" indent="0">
              <a:buNone/>
              <a:defRPr sz="2600" b="1"/>
            </a:lvl8pPr>
            <a:lvl9pPr marL="5623926" indent="0">
              <a:buNone/>
              <a:defRPr sz="2600" b="1"/>
            </a:lvl9pPr>
          </a:lstStyle>
          <a:p>
            <a:pPr lvl="0"/>
            <a:r>
              <a:rPr lang="en-US"/>
              <a:t>Click to edit Master text styles</a:t>
            </a:r>
          </a:p>
        </p:txBody>
      </p:sp>
      <p:sp>
        <p:nvSpPr>
          <p:cNvPr id="4" name="Content Placeholder 3"/>
          <p:cNvSpPr>
            <a:spLocks noGrp="1"/>
          </p:cNvSpPr>
          <p:nvPr>
            <p:ph sz="half" idx="2"/>
          </p:nvPr>
        </p:nvSpPr>
        <p:spPr>
          <a:xfrm>
            <a:off x="379309" y="2174891"/>
            <a:ext cx="5617211" cy="3717925"/>
          </a:xfrm>
          <a:prstGeom prst="rect">
            <a:avLst/>
          </a:prstGeom>
        </p:spPr>
        <p:txBody>
          <a:bodyPr lIns="117175" tIns="58586" rIns="117175" bIns="58586"/>
          <a:lstStyle>
            <a:lvl1pPr>
              <a:defRPr sz="3500" b="0">
                <a:solidFill>
                  <a:srgbClr val="666366"/>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sp>
        <p:nvSpPr>
          <p:cNvPr id="5" name="Text Placeholder 4"/>
          <p:cNvSpPr>
            <a:spLocks noGrp="1"/>
          </p:cNvSpPr>
          <p:nvPr>
            <p:ph type="body" sz="quarter" idx="3"/>
          </p:nvPr>
        </p:nvSpPr>
        <p:spPr>
          <a:xfrm>
            <a:off x="6193402" y="1535117"/>
            <a:ext cx="5619327" cy="639763"/>
          </a:xfrm>
          <a:prstGeom prst="rect">
            <a:avLst/>
          </a:prstGeom>
        </p:spPr>
        <p:txBody>
          <a:bodyPr lIns="117175" tIns="58586" rIns="117175" bIns="58586" anchor="b"/>
          <a:lstStyle>
            <a:lvl1pPr marL="0" indent="0">
              <a:buNone/>
              <a:defRPr sz="3700" b="1">
                <a:solidFill>
                  <a:srgbClr val="009645"/>
                </a:solidFill>
              </a:defRPr>
            </a:lvl1pPr>
            <a:lvl2pPr marL="702991" indent="0">
              <a:buNone/>
              <a:defRPr sz="3100" b="1"/>
            </a:lvl2pPr>
            <a:lvl3pPr marL="1405982" indent="0">
              <a:buNone/>
              <a:defRPr sz="2800" b="1"/>
            </a:lvl3pPr>
            <a:lvl4pPr marL="2108972" indent="0">
              <a:buNone/>
              <a:defRPr sz="2600" b="1"/>
            </a:lvl4pPr>
            <a:lvl5pPr marL="2811964" indent="0">
              <a:buNone/>
              <a:defRPr sz="2600" b="1"/>
            </a:lvl5pPr>
            <a:lvl6pPr marL="3514953" indent="0">
              <a:buNone/>
              <a:defRPr sz="2600" b="1"/>
            </a:lvl6pPr>
            <a:lvl7pPr marL="4217952" indent="0">
              <a:buNone/>
              <a:defRPr sz="2600" b="1"/>
            </a:lvl7pPr>
            <a:lvl8pPr marL="4920936" indent="0">
              <a:buNone/>
              <a:defRPr sz="2600" b="1"/>
            </a:lvl8pPr>
            <a:lvl9pPr marL="5623926" indent="0">
              <a:buNone/>
              <a:defRPr sz="2600" b="1"/>
            </a:lvl9pPr>
          </a:lstStyle>
          <a:p>
            <a:pPr lvl="0"/>
            <a:r>
              <a:rPr lang="en-US"/>
              <a:t>Click to edit Master text styles</a:t>
            </a:r>
          </a:p>
        </p:txBody>
      </p:sp>
      <p:sp>
        <p:nvSpPr>
          <p:cNvPr id="6" name="Content Placeholder 5"/>
          <p:cNvSpPr>
            <a:spLocks noGrp="1"/>
          </p:cNvSpPr>
          <p:nvPr>
            <p:ph sz="quarter" idx="4"/>
          </p:nvPr>
        </p:nvSpPr>
        <p:spPr>
          <a:xfrm>
            <a:off x="6193402" y="2174891"/>
            <a:ext cx="5619327" cy="3717925"/>
          </a:xfrm>
          <a:prstGeom prst="rect">
            <a:avLst/>
          </a:prstGeom>
        </p:spPr>
        <p:txBody>
          <a:bodyPr lIns="117175" tIns="58586" rIns="117175" bIns="58586"/>
          <a:lstStyle>
            <a:lvl1pPr>
              <a:defRPr sz="3500" b="0">
                <a:solidFill>
                  <a:schemeClr val="tx2"/>
                </a:solidFill>
              </a:defRPr>
            </a:lvl1pPr>
            <a:lvl2pPr>
              <a:defRPr sz="3100"/>
            </a:lvl2pPr>
            <a:lvl3pPr>
              <a:defRPr sz="28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p:txBody>
      </p:sp>
      <p:pic>
        <p:nvPicPr>
          <p:cNvPr id="12" name="Picture 11" descr="Footer03_1024x74.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13"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4" name="Footer Placeholder 4"/>
          <p:cNvSpPr>
            <a:spLocks noGrp="1"/>
          </p:cNvSpPr>
          <p:nvPr>
            <p:ph type="ftr" sz="quarter" idx="1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pic>
        <p:nvPicPr>
          <p:cNvPr id="16" name="Picture 15" descr="Logo 1024x700.jp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740522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p:cSld name="Tertiary chart">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3" name="Picture 2" descr="Grey_Panel992x662.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30319" y="162561"/>
            <a:ext cx="11748751" cy="5880298"/>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
        <p:nvSpPr>
          <p:cNvPr id="7" name="Chart Placeholder 6"/>
          <p:cNvSpPr>
            <a:spLocks noGrp="1"/>
          </p:cNvSpPr>
          <p:nvPr>
            <p:ph type="chart" sz="quarter" idx="13"/>
          </p:nvPr>
        </p:nvSpPr>
        <p:spPr>
          <a:xfrm>
            <a:off x="230724" y="161931"/>
            <a:ext cx="11747501" cy="5881688"/>
          </a:xfrm>
          <a:prstGeom prst="rect">
            <a:avLst/>
          </a:prstGeom>
        </p:spPr>
        <p:txBody>
          <a:bodyPr vert="horz" lIns="117175" tIns="58586" rIns="117175" bIns="58586"/>
          <a:lstStyle/>
          <a:p>
            <a:r>
              <a:rPr lang="en-US"/>
              <a:t>Click icon to add chart</a:t>
            </a:r>
            <a:endParaRPr lang="en-US" dirty="0"/>
          </a:p>
        </p:txBody>
      </p:sp>
    </p:spTree>
    <p:extLst>
      <p:ext uri="{BB962C8B-B14F-4D97-AF65-F5344CB8AC3E}">
        <p14:creationId xmlns:p14="http://schemas.microsoft.com/office/powerpoint/2010/main" val="4178336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p:cSld name="2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Tree>
    <p:extLst>
      <p:ext uri="{BB962C8B-B14F-4D97-AF65-F5344CB8AC3E}">
        <p14:creationId xmlns:p14="http://schemas.microsoft.com/office/powerpoint/2010/main" val="213247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p:cSld name="1_Tertiary lead brand image">
    <p:spTree>
      <p:nvGrpSpPr>
        <p:cNvPr id="1" name=""/>
        <p:cNvGrpSpPr/>
        <p:nvPr/>
      </p:nvGrpSpPr>
      <p:grpSpPr>
        <a:xfrm>
          <a:off x="0" y="0"/>
          <a:ext cx="0" cy="0"/>
          <a:chOff x="0" y="0"/>
          <a:chExt cx="0" cy="0"/>
        </a:xfrm>
      </p:grpSpPr>
      <p:pic>
        <p:nvPicPr>
          <p:cNvPr id="5" name="Picture 4"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pic>
        <p:nvPicPr>
          <p:cNvPr id="6" name="Picture 5"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964194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p:cSld name="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10"/>
            <a:ext cx="2844800" cy="365125"/>
          </a:xfrm>
          <a:prstGeom prst="rect">
            <a:avLst/>
          </a:prstGeom>
        </p:spPr>
        <p:txBody>
          <a:bodyPr lIns="117175" tIns="58586" rIns="117175" bIns="58586" anchor="ctr"/>
          <a:lstStyle>
            <a:lvl1pPr algn="r">
              <a:defRPr sz="1800">
                <a:solidFill>
                  <a:schemeClr val="bg1"/>
                </a:solidFill>
              </a:defRPr>
            </a:lvl1pPr>
          </a:lstStyle>
          <a:p>
            <a:pPr defTabSz="913961"/>
            <a:fld id="{5D762165-7DD1-43A8-AF3E-02B3DB1B40E1}" type="slidenum">
              <a:rPr lang="en-NZ" smtClean="0">
                <a:solidFill>
                  <a:prstClr val="white"/>
                </a:solidFill>
              </a:rPr>
              <a:pPr defTabSz="913961"/>
              <a:t>‹#›</a:t>
            </a:fld>
            <a:endParaRPr lang="en-NZ">
              <a:solidFill>
                <a:prstClr val="white"/>
              </a:solidFill>
            </a:endParaRPr>
          </a:p>
        </p:txBody>
      </p:sp>
      <p:sp>
        <p:nvSpPr>
          <p:cNvPr id="7"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307753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p:cSld name="1_Tertiary blank">
    <p:spTree>
      <p:nvGrpSpPr>
        <p:cNvPr id="1" name=""/>
        <p:cNvGrpSpPr/>
        <p:nvPr/>
      </p:nvGrpSpPr>
      <p:grpSpPr>
        <a:xfrm>
          <a:off x="0" y="0"/>
          <a:ext cx="0" cy="0"/>
          <a:chOff x="0" y="0"/>
          <a:chExt cx="0" cy="0"/>
        </a:xfrm>
      </p:grpSpPr>
      <p:pic>
        <p:nvPicPr>
          <p:cNvPr id="8" name="Picture 7" descr="Footer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2"/>
            <a:ext cx="12192000" cy="660797"/>
          </a:xfrm>
          <a:prstGeom prst="rect">
            <a:avLst/>
          </a:prstGeom>
        </p:spPr>
      </p:pic>
      <p:sp>
        <p:nvSpPr>
          <p:cNvPr id="4" name="Slide Number Placeholder 3"/>
          <p:cNvSpPr>
            <a:spLocks noGrp="1"/>
          </p:cNvSpPr>
          <p:nvPr>
            <p:ph type="sldNum" sz="quarter" idx="12"/>
          </p:nvPr>
        </p:nvSpPr>
        <p:spPr>
          <a:xfrm>
            <a:off x="9089813" y="6342410"/>
            <a:ext cx="2844800" cy="365125"/>
          </a:xfrm>
          <a:prstGeom prst="rect">
            <a:avLst/>
          </a:prstGeom>
        </p:spPr>
        <p:txBody>
          <a:bodyPr lIns="117175" tIns="58586" rIns="117175" bIns="58586" anchor="ctr"/>
          <a:lstStyle>
            <a:lvl1pPr algn="r">
              <a:defRPr sz="1800">
                <a:solidFill>
                  <a:schemeClr val="bg1"/>
                </a:solidFill>
              </a:defRPr>
            </a:lvl1pPr>
          </a:lstStyle>
          <a:p>
            <a:pPr defTabSz="913961"/>
            <a:fld id="{5D762165-7DD1-43A8-AF3E-02B3DB1B40E1}" type="slidenum">
              <a:rPr lang="en-NZ" smtClean="0">
                <a:solidFill>
                  <a:prstClr val="white"/>
                </a:solidFill>
              </a:rPr>
              <a:pPr defTabSz="913961"/>
              <a:t>‹#›</a:t>
            </a:fld>
            <a:endParaRPr lang="en-NZ">
              <a:solidFill>
                <a:prstClr val="white"/>
              </a:solidFill>
            </a:endParaRPr>
          </a:p>
        </p:txBody>
      </p:sp>
      <p:sp>
        <p:nvSpPr>
          <p:cNvPr id="7"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pic>
        <p:nvPicPr>
          <p:cNvPr id="9" name="Picture 8"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98553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4.xml><?xml version="1.0" encoding="utf-8"?>
<p:sldLayout xmlns:a="http://schemas.openxmlformats.org/drawingml/2006/main" xmlns:r="http://schemas.openxmlformats.org/officeDocument/2006/relationships" xmlns:p="http://schemas.openxmlformats.org/presentationml/2006/main" type="secHead" preserve="1">
  <p:cSld name="1_Title page">
    <p:spTree>
      <p:nvGrpSpPr>
        <p:cNvPr id="1" name=""/>
        <p:cNvGrpSpPr/>
        <p:nvPr/>
      </p:nvGrpSpPr>
      <p:grpSpPr>
        <a:xfrm>
          <a:off x="0" y="0"/>
          <a:ext cx="0" cy="0"/>
          <a:chOff x="0" y="0"/>
          <a:chExt cx="0" cy="0"/>
        </a:xfrm>
      </p:grpSpPr>
      <p:pic>
        <p:nvPicPr>
          <p:cNvPr id="7" name="Picture 6" descr="GreenEnd992x736.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8232" y="176969"/>
            <a:ext cx="11706381" cy="6514036"/>
          </a:xfrm>
          <a:prstGeom prst="rect">
            <a:avLst/>
          </a:prstGeom>
        </p:spPr>
      </p:pic>
      <p:sp>
        <p:nvSpPr>
          <p:cNvPr id="2" name="Title 1"/>
          <p:cNvSpPr>
            <a:spLocks noGrp="1"/>
          </p:cNvSpPr>
          <p:nvPr>
            <p:ph type="title" hasCustomPrompt="1"/>
          </p:nvPr>
        </p:nvSpPr>
        <p:spPr>
          <a:xfrm>
            <a:off x="448311" y="1289055"/>
            <a:ext cx="10363200" cy="673100"/>
          </a:xfrm>
          <a:prstGeom prst="rect">
            <a:avLst/>
          </a:prstGeom>
        </p:spPr>
        <p:txBody>
          <a:bodyPr lIns="117175" tIns="58586" rIns="117175" bIns="58586" anchor="t"/>
          <a:lstStyle>
            <a:lvl1pPr algn="l">
              <a:defRPr sz="5500" b="0" cap="none" baseline="0">
                <a:solidFill>
                  <a:schemeClr val="bg1"/>
                </a:solidFill>
              </a:defRPr>
            </a:lvl1pPr>
          </a:lstStyle>
          <a:p>
            <a:r>
              <a:rPr lang="en-AU" dirty="0"/>
              <a:t>Client brand promise, Calibri 36pt</a:t>
            </a:r>
            <a:endParaRPr lang="en-US" dirty="0"/>
          </a:p>
        </p:txBody>
      </p:sp>
      <p:sp>
        <p:nvSpPr>
          <p:cNvPr id="3" name="Text Placeholder 2"/>
          <p:cNvSpPr>
            <a:spLocks noGrp="1"/>
          </p:cNvSpPr>
          <p:nvPr>
            <p:ph type="body" idx="1" hasCustomPrompt="1"/>
          </p:nvPr>
        </p:nvSpPr>
        <p:spPr>
          <a:xfrm>
            <a:off x="448311" y="4862837"/>
            <a:ext cx="10363200" cy="515620"/>
          </a:xfrm>
          <a:prstGeom prst="rect">
            <a:avLst/>
          </a:prstGeom>
        </p:spPr>
        <p:txBody>
          <a:bodyPr lIns="117175" tIns="58586" rIns="117175" bIns="58586" anchor="b"/>
          <a:lstStyle>
            <a:lvl1pPr marL="0" indent="0">
              <a:buNone/>
              <a:defRPr sz="2800" b="0" baseline="0">
                <a:solidFill>
                  <a:schemeClr val="bg1"/>
                </a:solidFill>
              </a:defRPr>
            </a:lvl1pPr>
            <a:lvl2pPr marL="702991" indent="0">
              <a:buNone/>
              <a:defRPr sz="2800">
                <a:solidFill>
                  <a:schemeClr val="tx1">
                    <a:tint val="75000"/>
                  </a:schemeClr>
                </a:solidFill>
              </a:defRPr>
            </a:lvl2pPr>
            <a:lvl3pPr marL="1405982" indent="0">
              <a:buNone/>
              <a:defRPr sz="2600">
                <a:solidFill>
                  <a:schemeClr val="tx1">
                    <a:tint val="75000"/>
                  </a:schemeClr>
                </a:solidFill>
              </a:defRPr>
            </a:lvl3pPr>
            <a:lvl4pPr marL="2108972" indent="0">
              <a:buNone/>
              <a:defRPr sz="2200">
                <a:solidFill>
                  <a:schemeClr val="tx1">
                    <a:tint val="75000"/>
                  </a:schemeClr>
                </a:solidFill>
              </a:defRPr>
            </a:lvl4pPr>
            <a:lvl5pPr marL="2811964" indent="0">
              <a:buNone/>
              <a:defRPr sz="2200">
                <a:solidFill>
                  <a:schemeClr val="tx1">
                    <a:tint val="75000"/>
                  </a:schemeClr>
                </a:solidFill>
              </a:defRPr>
            </a:lvl5pPr>
            <a:lvl6pPr marL="3514953" indent="0">
              <a:buNone/>
              <a:defRPr sz="2200">
                <a:solidFill>
                  <a:schemeClr val="tx1">
                    <a:tint val="75000"/>
                  </a:schemeClr>
                </a:solidFill>
              </a:defRPr>
            </a:lvl6pPr>
            <a:lvl7pPr marL="4217952" indent="0">
              <a:buNone/>
              <a:defRPr sz="2200">
                <a:solidFill>
                  <a:schemeClr val="tx1">
                    <a:tint val="75000"/>
                  </a:schemeClr>
                </a:solidFill>
              </a:defRPr>
            </a:lvl7pPr>
            <a:lvl8pPr marL="4920936" indent="0">
              <a:buNone/>
              <a:defRPr sz="2200">
                <a:solidFill>
                  <a:schemeClr val="tx1">
                    <a:tint val="75000"/>
                  </a:schemeClr>
                </a:solidFill>
              </a:defRPr>
            </a:lvl8pPr>
            <a:lvl9pPr marL="5623926" indent="0">
              <a:buNone/>
              <a:defRPr sz="2200">
                <a:solidFill>
                  <a:schemeClr val="tx1">
                    <a:tint val="75000"/>
                  </a:schemeClr>
                </a:solidFill>
              </a:defRPr>
            </a:lvl9pPr>
          </a:lstStyle>
          <a:p>
            <a:pPr lvl="0"/>
            <a:r>
              <a:rPr lang="en-AU" dirty="0"/>
              <a:t>Click to add subhead, Calibri 18pt</a:t>
            </a:r>
          </a:p>
        </p:txBody>
      </p:sp>
      <p:sp>
        <p:nvSpPr>
          <p:cNvPr id="6" name="Footer Placeholder 4"/>
          <p:cNvSpPr>
            <a:spLocks noGrp="1"/>
          </p:cNvSpPr>
          <p:nvPr>
            <p:ph type="ftr" sz="quarter" idx="3"/>
          </p:nvPr>
        </p:nvSpPr>
        <p:spPr>
          <a:xfrm>
            <a:off x="230296" y="6356381"/>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Tree>
    <p:extLst>
      <p:ext uri="{BB962C8B-B14F-4D97-AF65-F5344CB8AC3E}">
        <p14:creationId xmlns:p14="http://schemas.microsoft.com/office/powerpoint/2010/main" val="2738944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55"/>
            <a:ext cx="10363200" cy="1470025"/>
          </a:xfrm>
          <a:prstGeom prst="rect">
            <a:avLst/>
          </a:prstGeom>
        </p:spPr>
        <p:txBody>
          <a:bodyPr lIns="117175" tIns="58586" rIns="117175" bIns="58586"/>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lIns="117175" tIns="58586" rIns="117175" bIns="58586"/>
          <a:lstStyle>
            <a:lvl1pPr marL="0" indent="0" algn="ctr">
              <a:buNone/>
              <a:defRPr>
                <a:solidFill>
                  <a:schemeClr val="tx1">
                    <a:tint val="75000"/>
                  </a:schemeClr>
                </a:solidFill>
              </a:defRPr>
            </a:lvl1pPr>
            <a:lvl2pPr marL="702991" indent="0" algn="ctr">
              <a:buNone/>
              <a:defRPr>
                <a:solidFill>
                  <a:schemeClr val="tx1">
                    <a:tint val="75000"/>
                  </a:schemeClr>
                </a:solidFill>
              </a:defRPr>
            </a:lvl2pPr>
            <a:lvl3pPr marL="1405982" indent="0" algn="ctr">
              <a:buNone/>
              <a:defRPr>
                <a:solidFill>
                  <a:schemeClr val="tx1">
                    <a:tint val="75000"/>
                  </a:schemeClr>
                </a:solidFill>
              </a:defRPr>
            </a:lvl3pPr>
            <a:lvl4pPr marL="2108972" indent="0" algn="ctr">
              <a:buNone/>
              <a:defRPr>
                <a:solidFill>
                  <a:schemeClr val="tx1">
                    <a:tint val="75000"/>
                  </a:schemeClr>
                </a:solidFill>
              </a:defRPr>
            </a:lvl4pPr>
            <a:lvl5pPr marL="2811964" indent="0" algn="ctr">
              <a:buNone/>
              <a:defRPr>
                <a:solidFill>
                  <a:schemeClr val="tx1">
                    <a:tint val="75000"/>
                  </a:schemeClr>
                </a:solidFill>
              </a:defRPr>
            </a:lvl5pPr>
            <a:lvl6pPr marL="3514953" indent="0" algn="ctr">
              <a:buNone/>
              <a:defRPr>
                <a:solidFill>
                  <a:schemeClr val="tx1">
                    <a:tint val="75000"/>
                  </a:schemeClr>
                </a:solidFill>
              </a:defRPr>
            </a:lvl6pPr>
            <a:lvl7pPr marL="4217952" indent="0" algn="ctr">
              <a:buNone/>
              <a:defRPr>
                <a:solidFill>
                  <a:schemeClr val="tx1">
                    <a:tint val="75000"/>
                  </a:schemeClr>
                </a:solidFill>
              </a:defRPr>
            </a:lvl7pPr>
            <a:lvl8pPr marL="4920936" indent="0" algn="ctr">
              <a:buNone/>
              <a:defRPr>
                <a:solidFill>
                  <a:schemeClr val="tx1">
                    <a:tint val="75000"/>
                  </a:schemeClr>
                </a:solidFill>
              </a:defRPr>
            </a:lvl8pPr>
            <a:lvl9pPr marL="562392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230293" y="6356381"/>
            <a:ext cx="2844800" cy="365125"/>
          </a:xfrm>
          <a:prstGeom prst="rect">
            <a:avLst/>
          </a:prstGeom>
        </p:spPr>
        <p:txBody>
          <a:bodyPr lIns="117175" tIns="58586" rIns="117175" bIns="58586"/>
          <a:lstStyle/>
          <a:p>
            <a:pPr defTabSz="913961"/>
            <a:fld id="{505B9593-95F5-4191-8057-F1E447DD5737}" type="datetimeFigureOut">
              <a:rPr lang="en-NZ" smtClean="0">
                <a:solidFill>
                  <a:srgbClr val="1A472B"/>
                </a:solidFill>
              </a:rPr>
              <a:pPr defTabSz="913961"/>
              <a:t>16/07/2024</a:t>
            </a:fld>
            <a:endParaRPr lang="en-NZ">
              <a:solidFill>
                <a:srgbClr val="1A472B"/>
              </a:solidFill>
            </a:endParaRPr>
          </a:p>
        </p:txBody>
      </p:sp>
      <p:sp>
        <p:nvSpPr>
          <p:cNvPr id="5" name="Footer Placeholder 4"/>
          <p:cNvSpPr>
            <a:spLocks noGrp="1"/>
          </p:cNvSpPr>
          <p:nvPr>
            <p:ph type="ftr" sz="quarter" idx="11"/>
          </p:nvPr>
        </p:nvSpPr>
        <p:spPr>
          <a:xfrm>
            <a:off x="3075096" y="6356381"/>
            <a:ext cx="5879253" cy="365125"/>
          </a:xfrm>
          <a:prstGeom prst="rect">
            <a:avLst/>
          </a:prstGeom>
        </p:spPr>
        <p:txBody>
          <a:bodyPr lIns="117175" tIns="58586" rIns="117175" bIns="58586"/>
          <a:lstStyle/>
          <a:p>
            <a:pPr defTabSz="913961"/>
            <a:endParaRPr lang="en-NZ">
              <a:solidFill>
                <a:srgbClr val="1A472B"/>
              </a:solidFill>
            </a:endParaRPr>
          </a:p>
        </p:txBody>
      </p:sp>
      <p:sp>
        <p:nvSpPr>
          <p:cNvPr id="6" name="Slide Number Placeholder 5"/>
          <p:cNvSpPr>
            <a:spLocks noGrp="1"/>
          </p:cNvSpPr>
          <p:nvPr>
            <p:ph type="sldNum" sz="quarter" idx="12"/>
          </p:nvPr>
        </p:nvSpPr>
        <p:spPr>
          <a:xfrm>
            <a:off x="9089813" y="6342410"/>
            <a:ext cx="2844800" cy="365125"/>
          </a:xfrm>
          <a:prstGeom prst="rect">
            <a:avLst/>
          </a:prstGeom>
        </p:spPr>
        <p:txBody>
          <a:bodyPr lIns="117175" tIns="58586" rIns="117175" bIns="58586"/>
          <a:lstStyle/>
          <a:p>
            <a:pPr defTabSz="913961"/>
            <a:fld id="{5D762165-7DD1-43A8-AF3E-02B3DB1B40E1}" type="slidenum">
              <a:rPr lang="en-NZ" smtClean="0">
                <a:solidFill>
                  <a:srgbClr val="1A472B"/>
                </a:solidFill>
              </a:rPr>
              <a:pPr defTabSz="913961"/>
              <a:t>‹#›</a:t>
            </a:fld>
            <a:endParaRPr lang="en-NZ">
              <a:solidFill>
                <a:srgbClr val="1A472B"/>
              </a:solidFill>
            </a:endParaRPr>
          </a:p>
        </p:txBody>
      </p:sp>
    </p:spTree>
    <p:extLst>
      <p:ext uri="{BB962C8B-B14F-4D97-AF65-F5344CB8AC3E}">
        <p14:creationId xmlns:p14="http://schemas.microsoft.com/office/powerpoint/2010/main" val="2729915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lIns="117175" tIns="58586" rIns="117175" bIns="58586"/>
          <a:lstStyle/>
          <a:p>
            <a:r>
              <a:rPr lang="en-US"/>
              <a:t>Click to edit Master title style</a:t>
            </a:r>
            <a:endParaRPr lang="en-NZ"/>
          </a:p>
        </p:txBody>
      </p:sp>
      <p:sp>
        <p:nvSpPr>
          <p:cNvPr id="3" name="Content Placeholder 2"/>
          <p:cNvSpPr>
            <a:spLocks noGrp="1"/>
          </p:cNvSpPr>
          <p:nvPr>
            <p:ph idx="1"/>
          </p:nvPr>
        </p:nvSpPr>
        <p:spPr>
          <a:xfrm>
            <a:off x="609600" y="1600206"/>
            <a:ext cx="10972800" cy="4525963"/>
          </a:xfrm>
          <a:prstGeom prst="rect">
            <a:avLst/>
          </a:prstGeom>
        </p:spPr>
        <p:txBody>
          <a:bodyPr lIns="117175" tIns="58586" rIns="117175" bIns="58586"/>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p:cNvSpPr>
            <a:spLocks noGrp="1"/>
          </p:cNvSpPr>
          <p:nvPr>
            <p:ph type="dt" sz="half" idx="10"/>
          </p:nvPr>
        </p:nvSpPr>
        <p:spPr>
          <a:xfrm>
            <a:off x="609600" y="6356380"/>
            <a:ext cx="2844800" cy="365125"/>
          </a:xfrm>
          <a:prstGeom prst="rect">
            <a:avLst/>
          </a:prstGeom>
        </p:spPr>
        <p:txBody>
          <a:bodyPr lIns="117175" tIns="58586" rIns="117175" bIns="58586"/>
          <a:lstStyle/>
          <a:p>
            <a:pPr defTabSz="913961"/>
            <a:fld id="{505B9593-95F5-4191-8057-F1E447DD5737}" type="datetimeFigureOut">
              <a:rPr lang="en-NZ" smtClean="0">
                <a:solidFill>
                  <a:srgbClr val="1A472B"/>
                </a:solidFill>
              </a:rPr>
              <a:pPr defTabSz="913961"/>
              <a:t>16/07/2024</a:t>
            </a:fld>
            <a:endParaRPr lang="en-NZ">
              <a:solidFill>
                <a:srgbClr val="1A472B"/>
              </a:solidFill>
            </a:endParaRPr>
          </a:p>
        </p:txBody>
      </p:sp>
      <p:sp>
        <p:nvSpPr>
          <p:cNvPr id="5" name="Footer Placeholder 4"/>
          <p:cNvSpPr>
            <a:spLocks noGrp="1"/>
          </p:cNvSpPr>
          <p:nvPr>
            <p:ph type="ftr" sz="quarter" idx="11"/>
          </p:nvPr>
        </p:nvSpPr>
        <p:spPr>
          <a:xfrm>
            <a:off x="4165600" y="6356380"/>
            <a:ext cx="3860800" cy="365125"/>
          </a:xfrm>
          <a:prstGeom prst="rect">
            <a:avLst/>
          </a:prstGeom>
        </p:spPr>
        <p:txBody>
          <a:bodyPr lIns="117175" tIns="58586" rIns="117175" bIns="58586"/>
          <a:lstStyle/>
          <a:p>
            <a:pPr defTabSz="913961"/>
            <a:endParaRPr lang="en-NZ">
              <a:solidFill>
                <a:srgbClr val="1A472B"/>
              </a:solidFill>
            </a:endParaRPr>
          </a:p>
        </p:txBody>
      </p:sp>
      <p:sp>
        <p:nvSpPr>
          <p:cNvPr id="6" name="Slide Number Placeholder 5"/>
          <p:cNvSpPr>
            <a:spLocks noGrp="1"/>
          </p:cNvSpPr>
          <p:nvPr>
            <p:ph type="sldNum" sz="quarter" idx="12"/>
          </p:nvPr>
        </p:nvSpPr>
        <p:spPr>
          <a:xfrm>
            <a:off x="8737600" y="6356380"/>
            <a:ext cx="2844800" cy="365125"/>
          </a:xfrm>
          <a:prstGeom prst="rect">
            <a:avLst/>
          </a:prstGeom>
        </p:spPr>
        <p:txBody>
          <a:bodyPr lIns="117175" tIns="58586" rIns="117175" bIns="58586"/>
          <a:lstStyle/>
          <a:p>
            <a:pPr defTabSz="913961"/>
            <a:fld id="{5D762165-7DD1-43A8-AF3E-02B3DB1B40E1}" type="slidenum">
              <a:rPr lang="en-NZ" smtClean="0">
                <a:solidFill>
                  <a:srgbClr val="1A472B"/>
                </a:solidFill>
              </a:rPr>
              <a:pPr defTabSz="913961"/>
              <a:t>‹#›</a:t>
            </a:fld>
            <a:endParaRPr lang="en-NZ">
              <a:solidFill>
                <a:srgbClr val="1A472B"/>
              </a:solidFill>
            </a:endParaRPr>
          </a:p>
        </p:txBody>
      </p:sp>
    </p:spTree>
    <p:extLst>
      <p:ext uri="{BB962C8B-B14F-4D97-AF65-F5344CB8AC3E}">
        <p14:creationId xmlns:p14="http://schemas.microsoft.com/office/powerpoint/2010/main" val="2300413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7.xml><?xml version="1.0" encoding="utf-8"?>
<p:sldLayout xmlns:a="http://schemas.openxmlformats.org/drawingml/2006/main" xmlns:r="http://schemas.openxmlformats.org/officeDocument/2006/relationships" xmlns:p="http://schemas.openxmlformats.org/presentationml/2006/main">
  <p:cSld name="Main content w kowhaiwhai_Print option">
    <p:spTree>
      <p:nvGrpSpPr>
        <p:cNvPr id="1" name=""/>
        <p:cNvGrpSpPr/>
        <p:nvPr/>
      </p:nvGrpSpPr>
      <p:grpSpPr>
        <a:xfrm>
          <a:off x="0" y="0"/>
          <a:ext cx="0" cy="0"/>
          <a:chOff x="0" y="0"/>
          <a:chExt cx="0" cy="0"/>
        </a:xfrm>
      </p:grpSpPr>
      <p:pic>
        <p:nvPicPr>
          <p:cNvPr id="14" name="Picture 13" descr="Footer03_1024x74.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97211"/>
            <a:ext cx="12192000" cy="144860"/>
          </a:xfrm>
          <a:prstGeom prst="rect">
            <a:avLst/>
          </a:prstGeom>
        </p:spPr>
      </p:pic>
      <p:pic>
        <p:nvPicPr>
          <p:cNvPr id="5" name="Picture 4" descr="Logo177x78.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9561784" y="302885"/>
            <a:ext cx="2372829" cy="784241"/>
          </a:xfrm>
          <a:prstGeom prst="rect">
            <a:avLst/>
          </a:prstGeom>
        </p:spPr>
      </p:pic>
      <p:sp>
        <p:nvSpPr>
          <p:cNvPr id="8" name="Title Placeholder 1"/>
          <p:cNvSpPr>
            <a:spLocks noGrp="1"/>
          </p:cNvSpPr>
          <p:nvPr>
            <p:ph type="title" hasCustomPrompt="1"/>
          </p:nvPr>
        </p:nvSpPr>
        <p:spPr>
          <a:xfrm>
            <a:off x="230293" y="173038"/>
            <a:ext cx="8880000" cy="1143000"/>
          </a:xfrm>
          <a:prstGeom prst="rect">
            <a:avLst/>
          </a:prstGeom>
        </p:spPr>
        <p:txBody>
          <a:bodyPr vert="horz" lIns="117175" tIns="58586" rIns="117175" bIns="58586" rtlCol="0" anchor="ctr">
            <a:normAutofit/>
          </a:bodyPr>
          <a:lstStyle>
            <a:lvl1pPr>
              <a:defRPr>
                <a:solidFill>
                  <a:schemeClr val="tx1"/>
                </a:solidFill>
              </a:defRPr>
            </a:lvl1pPr>
          </a:lstStyle>
          <a:p>
            <a:r>
              <a:rPr lang="en-AU" dirty="0"/>
              <a:t>Click to add title - Calibri 36pt</a:t>
            </a:r>
            <a:endParaRPr lang="en-US" dirty="0"/>
          </a:p>
        </p:txBody>
      </p:sp>
      <p:sp>
        <p:nvSpPr>
          <p:cNvPr id="3" name="Text Placeholder 2"/>
          <p:cNvSpPr>
            <a:spLocks noGrp="1"/>
          </p:cNvSpPr>
          <p:nvPr>
            <p:ph type="body" sz="quarter" idx="13" hasCustomPrompt="1"/>
          </p:nvPr>
        </p:nvSpPr>
        <p:spPr>
          <a:xfrm>
            <a:off x="230742" y="1419235"/>
            <a:ext cx="11703049" cy="4702175"/>
          </a:xfrm>
          <a:prstGeom prst="rect">
            <a:avLst/>
          </a:prstGeom>
        </p:spPr>
        <p:txBody>
          <a:bodyPr vert="horz" lIns="117175" tIns="58586" rIns="117175" bIns="58586"/>
          <a:lstStyle>
            <a:lvl1pPr>
              <a:defRPr baseline="0">
                <a:solidFill>
                  <a:schemeClr val="tx1"/>
                </a:solidFill>
              </a:defRPr>
            </a:lvl1pPr>
            <a:lvl2pPr marL="0" indent="0">
              <a:tabLst/>
              <a:defRPr>
                <a:solidFill>
                  <a:schemeClr val="tx1"/>
                </a:solidFill>
              </a:defRPr>
            </a:lvl2pPr>
            <a:lvl3pPr>
              <a:defRPr>
                <a:solidFill>
                  <a:schemeClr val="tx1"/>
                </a:solidFill>
              </a:defRPr>
            </a:lvl3pPr>
            <a:lvl4pPr>
              <a:defRPr>
                <a:solidFill>
                  <a:schemeClr val="tx1"/>
                </a:solidFill>
              </a:defRPr>
            </a:lvl4pPr>
            <a:lvl5pPr marL="2094325" indent="-439364">
              <a:buFont typeface="Arial"/>
              <a:buChar char="•"/>
              <a:defRPr>
                <a:solidFill>
                  <a:schemeClr val="tx1"/>
                </a:solidFill>
              </a:defRPr>
            </a:lvl5pPr>
          </a:lstStyle>
          <a:p>
            <a:pPr lvl="0"/>
            <a:r>
              <a:rPr lang="en-AU" dirty="0"/>
              <a:t>Click to add text. Sub heading – Calibri Bold 24pt</a:t>
            </a:r>
          </a:p>
          <a:p>
            <a:pPr lvl="1"/>
            <a:r>
              <a:rPr lang="en-AU" dirty="0"/>
              <a:t>Second level – Calibri 24pt</a:t>
            </a:r>
          </a:p>
          <a:p>
            <a:pPr lvl="2"/>
            <a:r>
              <a:rPr lang="en-AU" dirty="0"/>
              <a:t>Third level – Calibri Bold 22pt</a:t>
            </a:r>
          </a:p>
          <a:p>
            <a:pPr lvl="3"/>
            <a:r>
              <a:rPr lang="en-AU" dirty="0"/>
              <a:t>Fourth level – Calibri 18pt</a:t>
            </a:r>
          </a:p>
          <a:p>
            <a:pPr lvl="4"/>
            <a:r>
              <a:rPr lang="en-AU" dirty="0"/>
              <a:t>Fifth level – Calibri 16pt</a:t>
            </a:r>
            <a:endParaRPr lang="en-US" dirty="0"/>
          </a:p>
          <a:p>
            <a:pPr lvl="0"/>
            <a:endParaRPr lang="en-US" dirty="0"/>
          </a:p>
        </p:txBody>
      </p:sp>
      <p:sp>
        <p:nvSpPr>
          <p:cNvPr id="9" name="Text Placeholder 8"/>
          <p:cNvSpPr>
            <a:spLocks noGrp="1"/>
          </p:cNvSpPr>
          <p:nvPr>
            <p:ph type="body" sz="quarter" idx="14" hasCustomPrompt="1"/>
          </p:nvPr>
        </p:nvSpPr>
        <p:spPr>
          <a:xfrm>
            <a:off x="230720" y="6342093"/>
            <a:ext cx="4995333" cy="365125"/>
          </a:xfrm>
          <a:prstGeom prst="rect">
            <a:avLst/>
          </a:prstGeom>
        </p:spPr>
        <p:txBody>
          <a:bodyPr vert="horz" lIns="117175" tIns="58586" rIns="117175" bIns="58586" anchor="ctr" anchorCtr="0"/>
          <a:lstStyle>
            <a:lvl1pPr marL="0" marR="0" indent="0" algn="l" defTabSz="702991" rtl="0" eaLnBrk="1" fontAlgn="auto" latinLnBrk="0" hangingPunct="1">
              <a:lnSpc>
                <a:spcPct val="100000"/>
              </a:lnSpc>
              <a:spcBef>
                <a:spcPct val="20000"/>
              </a:spcBef>
              <a:spcAft>
                <a:spcPts val="0"/>
              </a:spcAft>
              <a:buClrTx/>
              <a:buSzTx/>
              <a:buFont typeface="Courier New"/>
              <a:buNone/>
              <a:tabLst/>
              <a:defRPr sz="1800" b="0">
                <a:solidFill>
                  <a:schemeClr val="tx1"/>
                </a:solidFill>
              </a:defRPr>
            </a:lvl1pPr>
          </a:lstStyle>
          <a:p>
            <a:pPr marL="0" marR="0" lvl="0" indent="0" algn="l" defTabSz="702991" rtl="0" eaLnBrk="1" fontAlgn="auto" latinLnBrk="0" hangingPunct="1">
              <a:lnSpc>
                <a:spcPct val="100000"/>
              </a:lnSpc>
              <a:spcBef>
                <a:spcPct val="20000"/>
              </a:spcBef>
              <a:spcAft>
                <a:spcPts val="0"/>
              </a:spcAft>
              <a:buClrTx/>
              <a:buSzTx/>
              <a:buFont typeface="Courier New"/>
              <a:buNone/>
              <a:tabLst/>
              <a:defRPr/>
            </a:pPr>
            <a:r>
              <a:rPr lang="en-US" dirty="0">
                <a:solidFill>
                  <a:srgbClr val="1A472B"/>
                </a:solidFill>
              </a:rPr>
              <a:t>Click to add title in Calibri 12pt</a:t>
            </a:r>
            <a:endParaRPr lang="en-US" dirty="0">
              <a:solidFill>
                <a:schemeClr val="bg2"/>
              </a:solidFill>
            </a:endParaRPr>
          </a:p>
        </p:txBody>
      </p:sp>
      <p:sp>
        <p:nvSpPr>
          <p:cNvPr id="13" name="Text Placeholder 12"/>
          <p:cNvSpPr>
            <a:spLocks noGrp="1"/>
          </p:cNvSpPr>
          <p:nvPr>
            <p:ph type="body" sz="quarter" idx="15" hasCustomPrompt="1"/>
          </p:nvPr>
        </p:nvSpPr>
        <p:spPr>
          <a:xfrm>
            <a:off x="11430878" y="6342093"/>
            <a:ext cx="503767" cy="347663"/>
          </a:xfrm>
          <a:prstGeom prst="rect">
            <a:avLst/>
          </a:prstGeom>
        </p:spPr>
        <p:txBody>
          <a:bodyPr vert="horz" lIns="117175" tIns="58586" rIns="117175" bIns="58586" anchor="ctr" anchorCtr="0"/>
          <a:lstStyle>
            <a:lvl1pPr algn="r">
              <a:defRPr sz="1800">
                <a:solidFill>
                  <a:schemeClr val="tx1"/>
                </a:solidFill>
              </a:defRPr>
            </a:lvl1pPr>
          </a:lstStyle>
          <a:p>
            <a:pPr lvl="0"/>
            <a:fld id="{4D4F556E-231C-B544-9E8A-43AA8493A8CA}" type="slidenum">
              <a:rPr lang="en-US" smtClean="0"/>
              <a:t>‹#›</a:t>
            </a:fld>
            <a:endParaRPr lang="en-US" dirty="0"/>
          </a:p>
        </p:txBody>
      </p:sp>
    </p:spTree>
    <p:extLst>
      <p:ext uri="{BB962C8B-B14F-4D97-AF65-F5344CB8AC3E}">
        <p14:creationId xmlns:p14="http://schemas.microsoft.com/office/powerpoint/2010/main" val="2797935647"/>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p:cSld name="Plain content">
    <p:spTree>
      <p:nvGrpSpPr>
        <p:cNvPr id="1" name=""/>
        <p:cNvGrpSpPr/>
        <p:nvPr/>
      </p:nvGrpSpPr>
      <p:grpSpPr>
        <a:xfrm>
          <a:off x="0" y="0"/>
          <a:ext cx="0" cy="0"/>
          <a:chOff x="0" y="0"/>
          <a:chExt cx="0" cy="0"/>
        </a:xfrm>
      </p:grpSpPr>
      <p:pic>
        <p:nvPicPr>
          <p:cNvPr id="7" name="Picture 6" descr="Footer03_1024x74.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97211"/>
            <a:ext cx="12192000" cy="660797"/>
          </a:xfrm>
          <a:prstGeom prst="rect">
            <a:avLst/>
          </a:prstGeom>
        </p:spPr>
      </p:pic>
      <p:sp>
        <p:nvSpPr>
          <p:cNvPr id="11" name="Slide Number Placeholder 3"/>
          <p:cNvSpPr>
            <a:spLocks noGrp="1"/>
          </p:cNvSpPr>
          <p:nvPr>
            <p:ph type="sldNum" sz="quarter" idx="12"/>
          </p:nvPr>
        </p:nvSpPr>
        <p:spPr>
          <a:xfrm>
            <a:off x="9123845" y="6342410"/>
            <a:ext cx="2844800" cy="365125"/>
          </a:xfrm>
          <a:prstGeom prst="rect">
            <a:avLst/>
          </a:prstGeom>
        </p:spPr>
        <p:txBody>
          <a:bodyPr lIns="117175" tIns="58586" rIns="117175" bIns="58586" anchor="ctr"/>
          <a:lstStyle>
            <a:lvl1pPr algn="r">
              <a:defRPr sz="1800">
                <a:solidFill>
                  <a:schemeClr val="tx1"/>
                </a:solidFill>
              </a:defRPr>
            </a:lvl1pPr>
          </a:lstStyle>
          <a:p>
            <a:pPr defTabSz="913961"/>
            <a:fld id="{5D762165-7DD1-43A8-AF3E-02B3DB1B40E1}" type="slidenum">
              <a:rPr lang="en-NZ" smtClean="0">
                <a:solidFill>
                  <a:srgbClr val="1A472B"/>
                </a:solidFill>
              </a:rPr>
              <a:pPr defTabSz="913961"/>
              <a:t>‹#›</a:t>
            </a:fld>
            <a:endParaRPr lang="en-NZ">
              <a:solidFill>
                <a:srgbClr val="1A472B"/>
              </a:solidFill>
            </a:endParaRPr>
          </a:p>
        </p:txBody>
      </p:sp>
      <p:sp>
        <p:nvSpPr>
          <p:cNvPr id="12" name="Footer Placeholder 4"/>
          <p:cNvSpPr>
            <a:spLocks noGrp="1"/>
          </p:cNvSpPr>
          <p:nvPr>
            <p:ph type="ftr" sz="quarter" idx="3"/>
          </p:nvPr>
        </p:nvSpPr>
        <p:spPr>
          <a:xfrm>
            <a:off x="230296" y="6356380"/>
            <a:ext cx="5879253" cy="365125"/>
          </a:xfrm>
          <a:prstGeom prst="rect">
            <a:avLst/>
          </a:prstGeom>
        </p:spPr>
        <p:txBody>
          <a:bodyPr vert="horz" lIns="117175" tIns="58586" rIns="117175" bIns="58586" rtlCol="0" anchor="ctr"/>
          <a:lstStyle>
            <a:lvl1pPr algn="l">
              <a:defRPr sz="1800">
                <a:solidFill>
                  <a:schemeClr val="tx1">
                    <a:tint val="75000"/>
                  </a:schemeClr>
                </a:solidFill>
              </a:defRPr>
            </a:lvl1pPr>
          </a:lstStyle>
          <a:p>
            <a:pPr defTabSz="913961"/>
            <a:endParaRPr lang="en-NZ">
              <a:solidFill>
                <a:srgbClr val="1A472B">
                  <a:tint val="75000"/>
                </a:srgbClr>
              </a:solidFill>
            </a:endParaRPr>
          </a:p>
        </p:txBody>
      </p:sp>
      <p:sp>
        <p:nvSpPr>
          <p:cNvPr id="8" name="Title Placeholder 1"/>
          <p:cNvSpPr>
            <a:spLocks noGrp="1"/>
          </p:cNvSpPr>
          <p:nvPr>
            <p:ph type="title" hasCustomPrompt="1"/>
          </p:nvPr>
        </p:nvSpPr>
        <p:spPr>
          <a:xfrm>
            <a:off x="230293" y="173038"/>
            <a:ext cx="8880000" cy="1143000"/>
          </a:xfrm>
          <a:prstGeom prst="rect">
            <a:avLst/>
          </a:prstGeom>
        </p:spPr>
        <p:txBody>
          <a:bodyPr vert="horz" lIns="117175" tIns="58586" rIns="117175" bIns="58586" rtlCol="0" anchor="ctr">
            <a:normAutofit/>
          </a:bodyPr>
          <a:lstStyle>
            <a:lvl1pPr>
              <a:defRPr>
                <a:solidFill>
                  <a:schemeClr val="tx1"/>
                </a:solidFill>
              </a:defRPr>
            </a:lvl1pPr>
          </a:lstStyle>
          <a:p>
            <a:r>
              <a:rPr lang="en-AU" dirty="0"/>
              <a:t>Click to add title - Calibri 36pt</a:t>
            </a:r>
            <a:endParaRPr lang="en-US" dirty="0"/>
          </a:p>
        </p:txBody>
      </p:sp>
      <p:pic>
        <p:nvPicPr>
          <p:cNvPr id="10" name="Picture 9" descr="Logo 1024x700.jpg"/>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2908246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9.xml><?xml version="1.0" encoding="utf-8"?>
<p:sldLayout xmlns:a="http://schemas.openxmlformats.org/drawingml/2006/main" xmlns:r="http://schemas.openxmlformats.org/officeDocument/2006/relationships" xmlns:p="http://schemas.openxmlformats.org/presentationml/2006/main">
  <p:cSld name="Logo with no footer for pictur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0293" y="173038"/>
            <a:ext cx="8880000" cy="1143000"/>
          </a:xfrm>
          <a:prstGeom prst="rect">
            <a:avLst/>
          </a:prstGeom>
        </p:spPr>
        <p:txBody>
          <a:bodyPr lIns="117175" tIns="58586" rIns="117175" bIns="58586" anchor="ctr"/>
          <a:lstStyle>
            <a:lvl1pPr>
              <a:defRPr/>
            </a:lvl1pPr>
          </a:lstStyle>
          <a:p>
            <a:r>
              <a:rPr lang="en-AU" dirty="0"/>
              <a:t>Click to add title - Calibri 36pt</a:t>
            </a:r>
            <a:endParaRPr lang="en-US" dirty="0"/>
          </a:p>
        </p:txBody>
      </p:sp>
      <p:pic>
        <p:nvPicPr>
          <p:cNvPr id="4" name="Picture 3" descr="Logo 1024x700.jp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110293" y="190975"/>
            <a:ext cx="2896883" cy="1002384"/>
          </a:xfrm>
          <a:prstGeom prst="rect">
            <a:avLst/>
          </a:prstGeom>
        </p:spPr>
      </p:pic>
    </p:spTree>
    <p:extLst>
      <p:ext uri="{BB962C8B-B14F-4D97-AF65-F5344CB8AC3E}">
        <p14:creationId xmlns:p14="http://schemas.microsoft.com/office/powerpoint/2010/main" val="1515475985"/>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cxnSp>
        <p:nvCxnSpPr>
          <p:cNvPr id="2" name="Straight Connector 1"/>
          <p:cNvCxnSpPr/>
          <p:nvPr userDrawn="1"/>
        </p:nvCxnSpPr>
        <p:spPr>
          <a:xfrm>
            <a:off x="0" y="620713"/>
            <a:ext cx="121920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Picture 7" descr="K:\Projects\IIRC\Production\Design\Logos\logo-colour.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1054" y="141288"/>
            <a:ext cx="366183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0621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theme" Target="../theme/theme2.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slideLayout" Target="../slideLayouts/slideLayout74.xml"/><Relationship Id="rId26" Type="http://schemas.openxmlformats.org/officeDocument/2006/relationships/slideLayout" Target="../slideLayouts/slideLayout82.xml"/><Relationship Id="rId3" Type="http://schemas.openxmlformats.org/officeDocument/2006/relationships/slideLayout" Target="../slideLayouts/slideLayout59.xml"/><Relationship Id="rId21" Type="http://schemas.openxmlformats.org/officeDocument/2006/relationships/slideLayout" Target="../slideLayouts/slideLayout77.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slideLayout" Target="../slideLayouts/slideLayout76.xml"/><Relationship Id="rId29" Type="http://schemas.openxmlformats.org/officeDocument/2006/relationships/theme" Target="../theme/theme3.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28" Type="http://schemas.openxmlformats.org/officeDocument/2006/relationships/slideLayout" Target="../slideLayouts/slideLayout84.xml"/><Relationship Id="rId10" Type="http://schemas.openxmlformats.org/officeDocument/2006/relationships/slideLayout" Target="../slideLayouts/slideLayout66.xml"/><Relationship Id="rId19" Type="http://schemas.openxmlformats.org/officeDocument/2006/relationships/slideLayout" Target="../slideLayouts/slideLayout75.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slideLayout" Target="../slideLayouts/slideLayout8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slideLayout" Target="../slideLayouts/slideLayout110.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34" Type="http://schemas.openxmlformats.org/officeDocument/2006/relationships/slideLayout" Target="../slideLayouts/slideLayout118.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33" Type="http://schemas.openxmlformats.org/officeDocument/2006/relationships/slideLayout" Target="../slideLayouts/slideLayout117.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29" Type="http://schemas.openxmlformats.org/officeDocument/2006/relationships/slideLayout" Target="../slideLayouts/slideLayout113.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32" Type="http://schemas.openxmlformats.org/officeDocument/2006/relationships/slideLayout" Target="../slideLayouts/slideLayout116.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slideLayout" Target="../slideLayouts/slideLayout112.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31" Type="http://schemas.openxmlformats.org/officeDocument/2006/relationships/slideLayout" Target="../slideLayouts/slideLayout115.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slideLayout" Target="../slideLayouts/slideLayout111.xml"/><Relationship Id="rId30" Type="http://schemas.openxmlformats.org/officeDocument/2006/relationships/slideLayout" Target="../slideLayouts/slideLayout114.xml"/><Relationship Id="rId35"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26.xml"/><Relationship Id="rId13" Type="http://schemas.openxmlformats.org/officeDocument/2006/relationships/slideLayout" Target="../slideLayouts/slideLayout131.xml"/><Relationship Id="rId18" Type="http://schemas.openxmlformats.org/officeDocument/2006/relationships/slideLayout" Target="../slideLayouts/slideLayout136.xml"/><Relationship Id="rId26" Type="http://schemas.openxmlformats.org/officeDocument/2006/relationships/slideLayout" Target="../slideLayouts/slideLayout144.xml"/><Relationship Id="rId3" Type="http://schemas.openxmlformats.org/officeDocument/2006/relationships/slideLayout" Target="../slideLayouts/slideLayout121.xml"/><Relationship Id="rId21" Type="http://schemas.openxmlformats.org/officeDocument/2006/relationships/slideLayout" Target="../slideLayouts/slideLayout139.xml"/><Relationship Id="rId7" Type="http://schemas.openxmlformats.org/officeDocument/2006/relationships/slideLayout" Target="../slideLayouts/slideLayout125.xml"/><Relationship Id="rId12" Type="http://schemas.openxmlformats.org/officeDocument/2006/relationships/slideLayout" Target="../slideLayouts/slideLayout130.xml"/><Relationship Id="rId17" Type="http://schemas.openxmlformats.org/officeDocument/2006/relationships/slideLayout" Target="../slideLayouts/slideLayout135.xml"/><Relationship Id="rId25" Type="http://schemas.openxmlformats.org/officeDocument/2006/relationships/slideLayout" Target="../slideLayouts/slideLayout143.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20" Type="http://schemas.openxmlformats.org/officeDocument/2006/relationships/slideLayout" Target="../slideLayouts/slideLayout138.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openxmlformats.org/officeDocument/2006/relationships/slideLayout" Target="../slideLayouts/slideLayout129.xml"/><Relationship Id="rId24" Type="http://schemas.openxmlformats.org/officeDocument/2006/relationships/slideLayout" Target="../slideLayouts/slideLayout142.xml"/><Relationship Id="rId5" Type="http://schemas.openxmlformats.org/officeDocument/2006/relationships/slideLayout" Target="../slideLayouts/slideLayout123.xml"/><Relationship Id="rId15" Type="http://schemas.openxmlformats.org/officeDocument/2006/relationships/slideLayout" Target="../slideLayouts/slideLayout133.xml"/><Relationship Id="rId23" Type="http://schemas.openxmlformats.org/officeDocument/2006/relationships/slideLayout" Target="../slideLayouts/slideLayout141.xml"/><Relationship Id="rId28" Type="http://schemas.openxmlformats.org/officeDocument/2006/relationships/theme" Target="../theme/theme5.xml"/><Relationship Id="rId10" Type="http://schemas.openxmlformats.org/officeDocument/2006/relationships/slideLayout" Target="../slideLayouts/slideLayout128.xml"/><Relationship Id="rId19" Type="http://schemas.openxmlformats.org/officeDocument/2006/relationships/slideLayout" Target="../slideLayouts/slideLayout137.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14" Type="http://schemas.openxmlformats.org/officeDocument/2006/relationships/slideLayout" Target="../slideLayouts/slideLayout132.xml"/><Relationship Id="rId22" Type="http://schemas.openxmlformats.org/officeDocument/2006/relationships/slideLayout" Target="../slideLayouts/slideLayout140.xml"/><Relationship Id="rId27" Type="http://schemas.openxmlformats.org/officeDocument/2006/relationships/slideLayout" Target="../slideLayouts/slideLayout14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53.xml"/><Relationship Id="rId13" Type="http://schemas.openxmlformats.org/officeDocument/2006/relationships/slideLayout" Target="../slideLayouts/slideLayout158.xml"/><Relationship Id="rId18" Type="http://schemas.openxmlformats.org/officeDocument/2006/relationships/slideLayout" Target="../slideLayouts/slideLayout163.xml"/><Relationship Id="rId26" Type="http://schemas.openxmlformats.org/officeDocument/2006/relationships/slideLayout" Target="../slideLayouts/slideLayout171.xml"/><Relationship Id="rId3" Type="http://schemas.openxmlformats.org/officeDocument/2006/relationships/slideLayout" Target="../slideLayouts/slideLayout148.xml"/><Relationship Id="rId21" Type="http://schemas.openxmlformats.org/officeDocument/2006/relationships/slideLayout" Target="../slideLayouts/slideLayout166.xml"/><Relationship Id="rId7" Type="http://schemas.openxmlformats.org/officeDocument/2006/relationships/slideLayout" Target="../slideLayouts/slideLayout152.xml"/><Relationship Id="rId12" Type="http://schemas.openxmlformats.org/officeDocument/2006/relationships/slideLayout" Target="../slideLayouts/slideLayout157.xml"/><Relationship Id="rId17" Type="http://schemas.openxmlformats.org/officeDocument/2006/relationships/slideLayout" Target="../slideLayouts/slideLayout162.xml"/><Relationship Id="rId25" Type="http://schemas.openxmlformats.org/officeDocument/2006/relationships/slideLayout" Target="../slideLayouts/slideLayout170.xml"/><Relationship Id="rId2" Type="http://schemas.openxmlformats.org/officeDocument/2006/relationships/slideLayout" Target="../slideLayouts/slideLayout147.xml"/><Relationship Id="rId16" Type="http://schemas.openxmlformats.org/officeDocument/2006/relationships/slideLayout" Target="../slideLayouts/slideLayout161.xml"/><Relationship Id="rId20" Type="http://schemas.openxmlformats.org/officeDocument/2006/relationships/slideLayout" Target="../slideLayouts/slideLayout165.xml"/><Relationship Id="rId29" Type="http://schemas.openxmlformats.org/officeDocument/2006/relationships/theme" Target="../theme/theme6.xml"/><Relationship Id="rId1" Type="http://schemas.openxmlformats.org/officeDocument/2006/relationships/slideLayout" Target="../slideLayouts/slideLayout146.xml"/><Relationship Id="rId6" Type="http://schemas.openxmlformats.org/officeDocument/2006/relationships/slideLayout" Target="../slideLayouts/slideLayout151.xml"/><Relationship Id="rId11" Type="http://schemas.openxmlformats.org/officeDocument/2006/relationships/slideLayout" Target="../slideLayouts/slideLayout156.xml"/><Relationship Id="rId24" Type="http://schemas.openxmlformats.org/officeDocument/2006/relationships/slideLayout" Target="../slideLayouts/slideLayout169.xml"/><Relationship Id="rId5" Type="http://schemas.openxmlformats.org/officeDocument/2006/relationships/slideLayout" Target="../slideLayouts/slideLayout150.xml"/><Relationship Id="rId15" Type="http://schemas.openxmlformats.org/officeDocument/2006/relationships/slideLayout" Target="../slideLayouts/slideLayout160.xml"/><Relationship Id="rId23" Type="http://schemas.openxmlformats.org/officeDocument/2006/relationships/slideLayout" Target="../slideLayouts/slideLayout168.xml"/><Relationship Id="rId28" Type="http://schemas.openxmlformats.org/officeDocument/2006/relationships/slideLayout" Target="../slideLayouts/slideLayout173.xml"/><Relationship Id="rId10" Type="http://schemas.openxmlformats.org/officeDocument/2006/relationships/slideLayout" Target="../slideLayouts/slideLayout155.xml"/><Relationship Id="rId19" Type="http://schemas.openxmlformats.org/officeDocument/2006/relationships/slideLayout" Target="../slideLayouts/slideLayout164.xml"/><Relationship Id="rId4" Type="http://schemas.openxmlformats.org/officeDocument/2006/relationships/slideLayout" Target="../slideLayouts/slideLayout149.xml"/><Relationship Id="rId9" Type="http://schemas.openxmlformats.org/officeDocument/2006/relationships/slideLayout" Target="../slideLayouts/slideLayout154.xml"/><Relationship Id="rId14" Type="http://schemas.openxmlformats.org/officeDocument/2006/relationships/slideLayout" Target="../slideLayouts/slideLayout159.xml"/><Relationship Id="rId22" Type="http://schemas.openxmlformats.org/officeDocument/2006/relationships/slideLayout" Target="../slideLayouts/slideLayout167.xml"/><Relationship Id="rId27" Type="http://schemas.openxmlformats.org/officeDocument/2006/relationships/slideLayout" Target="../slideLayouts/slideLayout17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81.xml"/><Relationship Id="rId13" Type="http://schemas.openxmlformats.org/officeDocument/2006/relationships/slideLayout" Target="../slideLayouts/slideLayout186.xml"/><Relationship Id="rId18" Type="http://schemas.openxmlformats.org/officeDocument/2006/relationships/slideLayout" Target="../slideLayouts/slideLayout191.xml"/><Relationship Id="rId26" Type="http://schemas.openxmlformats.org/officeDocument/2006/relationships/slideLayout" Target="../slideLayouts/slideLayout199.xml"/><Relationship Id="rId3" Type="http://schemas.openxmlformats.org/officeDocument/2006/relationships/slideLayout" Target="../slideLayouts/slideLayout176.xml"/><Relationship Id="rId21" Type="http://schemas.openxmlformats.org/officeDocument/2006/relationships/slideLayout" Target="../slideLayouts/slideLayout194.xml"/><Relationship Id="rId7" Type="http://schemas.openxmlformats.org/officeDocument/2006/relationships/slideLayout" Target="../slideLayouts/slideLayout180.xml"/><Relationship Id="rId12" Type="http://schemas.openxmlformats.org/officeDocument/2006/relationships/slideLayout" Target="../slideLayouts/slideLayout185.xml"/><Relationship Id="rId17" Type="http://schemas.openxmlformats.org/officeDocument/2006/relationships/slideLayout" Target="../slideLayouts/slideLayout190.xml"/><Relationship Id="rId25" Type="http://schemas.openxmlformats.org/officeDocument/2006/relationships/slideLayout" Target="../slideLayouts/slideLayout198.xml"/><Relationship Id="rId2" Type="http://schemas.openxmlformats.org/officeDocument/2006/relationships/slideLayout" Target="../slideLayouts/slideLayout175.xml"/><Relationship Id="rId16" Type="http://schemas.openxmlformats.org/officeDocument/2006/relationships/slideLayout" Target="../slideLayouts/slideLayout189.xml"/><Relationship Id="rId20" Type="http://schemas.openxmlformats.org/officeDocument/2006/relationships/slideLayout" Target="../slideLayouts/slideLayout193.xml"/><Relationship Id="rId1" Type="http://schemas.openxmlformats.org/officeDocument/2006/relationships/slideLayout" Target="../slideLayouts/slideLayout174.xml"/><Relationship Id="rId6" Type="http://schemas.openxmlformats.org/officeDocument/2006/relationships/slideLayout" Target="../slideLayouts/slideLayout179.xml"/><Relationship Id="rId11" Type="http://schemas.openxmlformats.org/officeDocument/2006/relationships/slideLayout" Target="../slideLayouts/slideLayout184.xml"/><Relationship Id="rId24" Type="http://schemas.openxmlformats.org/officeDocument/2006/relationships/slideLayout" Target="../slideLayouts/slideLayout197.xml"/><Relationship Id="rId5" Type="http://schemas.openxmlformats.org/officeDocument/2006/relationships/slideLayout" Target="../slideLayouts/slideLayout178.xml"/><Relationship Id="rId15" Type="http://schemas.openxmlformats.org/officeDocument/2006/relationships/slideLayout" Target="../slideLayouts/slideLayout188.xml"/><Relationship Id="rId23" Type="http://schemas.openxmlformats.org/officeDocument/2006/relationships/slideLayout" Target="../slideLayouts/slideLayout196.xml"/><Relationship Id="rId28" Type="http://schemas.openxmlformats.org/officeDocument/2006/relationships/theme" Target="../theme/theme7.xml"/><Relationship Id="rId10" Type="http://schemas.openxmlformats.org/officeDocument/2006/relationships/slideLayout" Target="../slideLayouts/slideLayout183.xml"/><Relationship Id="rId19" Type="http://schemas.openxmlformats.org/officeDocument/2006/relationships/slideLayout" Target="../slideLayouts/slideLayout192.xml"/><Relationship Id="rId4" Type="http://schemas.openxmlformats.org/officeDocument/2006/relationships/slideLayout" Target="../slideLayouts/slideLayout177.xml"/><Relationship Id="rId9" Type="http://schemas.openxmlformats.org/officeDocument/2006/relationships/slideLayout" Target="../slideLayouts/slideLayout182.xml"/><Relationship Id="rId14" Type="http://schemas.openxmlformats.org/officeDocument/2006/relationships/slideLayout" Target="../slideLayouts/slideLayout187.xml"/><Relationship Id="rId22" Type="http://schemas.openxmlformats.org/officeDocument/2006/relationships/slideLayout" Target="../slideLayouts/slideLayout195.xml"/><Relationship Id="rId27" Type="http://schemas.openxmlformats.org/officeDocument/2006/relationships/slideLayout" Target="../slideLayouts/slideLayout200.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208.xml"/><Relationship Id="rId13" Type="http://schemas.openxmlformats.org/officeDocument/2006/relationships/slideLayout" Target="../slideLayouts/slideLayout213.xml"/><Relationship Id="rId18" Type="http://schemas.openxmlformats.org/officeDocument/2006/relationships/slideLayout" Target="../slideLayouts/slideLayout218.xml"/><Relationship Id="rId26" Type="http://schemas.openxmlformats.org/officeDocument/2006/relationships/slideLayout" Target="../slideLayouts/slideLayout226.xml"/><Relationship Id="rId3" Type="http://schemas.openxmlformats.org/officeDocument/2006/relationships/slideLayout" Target="../slideLayouts/slideLayout203.xml"/><Relationship Id="rId21" Type="http://schemas.openxmlformats.org/officeDocument/2006/relationships/slideLayout" Target="../slideLayouts/slideLayout221.xml"/><Relationship Id="rId7" Type="http://schemas.openxmlformats.org/officeDocument/2006/relationships/slideLayout" Target="../slideLayouts/slideLayout207.xml"/><Relationship Id="rId12" Type="http://schemas.openxmlformats.org/officeDocument/2006/relationships/slideLayout" Target="../slideLayouts/slideLayout212.xml"/><Relationship Id="rId17" Type="http://schemas.openxmlformats.org/officeDocument/2006/relationships/slideLayout" Target="../slideLayouts/slideLayout217.xml"/><Relationship Id="rId25" Type="http://schemas.openxmlformats.org/officeDocument/2006/relationships/slideLayout" Target="../slideLayouts/slideLayout225.xml"/><Relationship Id="rId2" Type="http://schemas.openxmlformats.org/officeDocument/2006/relationships/slideLayout" Target="../slideLayouts/slideLayout202.xml"/><Relationship Id="rId16" Type="http://schemas.openxmlformats.org/officeDocument/2006/relationships/slideLayout" Target="../slideLayouts/slideLayout216.xml"/><Relationship Id="rId20" Type="http://schemas.openxmlformats.org/officeDocument/2006/relationships/slideLayout" Target="../slideLayouts/slideLayout220.xml"/><Relationship Id="rId1" Type="http://schemas.openxmlformats.org/officeDocument/2006/relationships/slideLayout" Target="../slideLayouts/slideLayout201.xml"/><Relationship Id="rId6" Type="http://schemas.openxmlformats.org/officeDocument/2006/relationships/slideLayout" Target="../slideLayouts/slideLayout206.xml"/><Relationship Id="rId11" Type="http://schemas.openxmlformats.org/officeDocument/2006/relationships/slideLayout" Target="../slideLayouts/slideLayout211.xml"/><Relationship Id="rId24" Type="http://schemas.openxmlformats.org/officeDocument/2006/relationships/slideLayout" Target="../slideLayouts/slideLayout224.xml"/><Relationship Id="rId5" Type="http://schemas.openxmlformats.org/officeDocument/2006/relationships/slideLayout" Target="../slideLayouts/slideLayout205.xml"/><Relationship Id="rId15" Type="http://schemas.openxmlformats.org/officeDocument/2006/relationships/slideLayout" Target="../slideLayouts/slideLayout215.xml"/><Relationship Id="rId23" Type="http://schemas.openxmlformats.org/officeDocument/2006/relationships/slideLayout" Target="../slideLayouts/slideLayout223.xml"/><Relationship Id="rId10" Type="http://schemas.openxmlformats.org/officeDocument/2006/relationships/slideLayout" Target="../slideLayouts/slideLayout210.xml"/><Relationship Id="rId19" Type="http://schemas.openxmlformats.org/officeDocument/2006/relationships/slideLayout" Target="../slideLayouts/slideLayout219.xml"/><Relationship Id="rId4" Type="http://schemas.openxmlformats.org/officeDocument/2006/relationships/slideLayout" Target="../slideLayouts/slideLayout204.xml"/><Relationship Id="rId9" Type="http://schemas.openxmlformats.org/officeDocument/2006/relationships/slideLayout" Target="../slideLayouts/slideLayout209.xml"/><Relationship Id="rId14" Type="http://schemas.openxmlformats.org/officeDocument/2006/relationships/slideLayout" Target="../slideLayouts/slideLayout214.xml"/><Relationship Id="rId22" Type="http://schemas.openxmlformats.org/officeDocument/2006/relationships/slideLayout" Target="../slideLayouts/slideLayout222.xml"/><Relationship Id="rId27"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234.xml"/><Relationship Id="rId13" Type="http://schemas.openxmlformats.org/officeDocument/2006/relationships/slideLayout" Target="../slideLayouts/slideLayout239.xml"/><Relationship Id="rId18" Type="http://schemas.openxmlformats.org/officeDocument/2006/relationships/slideLayout" Target="../slideLayouts/slideLayout244.xml"/><Relationship Id="rId26" Type="http://schemas.openxmlformats.org/officeDocument/2006/relationships/slideLayout" Target="../slideLayouts/slideLayout252.xml"/><Relationship Id="rId3" Type="http://schemas.openxmlformats.org/officeDocument/2006/relationships/slideLayout" Target="../slideLayouts/slideLayout229.xml"/><Relationship Id="rId21" Type="http://schemas.openxmlformats.org/officeDocument/2006/relationships/slideLayout" Target="../slideLayouts/slideLayout247.xml"/><Relationship Id="rId7" Type="http://schemas.openxmlformats.org/officeDocument/2006/relationships/slideLayout" Target="../slideLayouts/slideLayout233.xml"/><Relationship Id="rId12" Type="http://schemas.openxmlformats.org/officeDocument/2006/relationships/slideLayout" Target="../slideLayouts/slideLayout238.xml"/><Relationship Id="rId17" Type="http://schemas.openxmlformats.org/officeDocument/2006/relationships/slideLayout" Target="../slideLayouts/slideLayout243.xml"/><Relationship Id="rId25" Type="http://schemas.openxmlformats.org/officeDocument/2006/relationships/slideLayout" Target="../slideLayouts/slideLayout251.xml"/><Relationship Id="rId2" Type="http://schemas.openxmlformats.org/officeDocument/2006/relationships/slideLayout" Target="../slideLayouts/slideLayout228.xml"/><Relationship Id="rId16" Type="http://schemas.openxmlformats.org/officeDocument/2006/relationships/slideLayout" Target="../slideLayouts/slideLayout242.xml"/><Relationship Id="rId20" Type="http://schemas.openxmlformats.org/officeDocument/2006/relationships/slideLayout" Target="../slideLayouts/slideLayout246.xml"/><Relationship Id="rId1" Type="http://schemas.openxmlformats.org/officeDocument/2006/relationships/slideLayout" Target="../slideLayouts/slideLayout227.xml"/><Relationship Id="rId6" Type="http://schemas.openxmlformats.org/officeDocument/2006/relationships/slideLayout" Target="../slideLayouts/slideLayout232.xml"/><Relationship Id="rId11" Type="http://schemas.openxmlformats.org/officeDocument/2006/relationships/slideLayout" Target="../slideLayouts/slideLayout237.xml"/><Relationship Id="rId24" Type="http://schemas.openxmlformats.org/officeDocument/2006/relationships/slideLayout" Target="../slideLayouts/slideLayout250.xml"/><Relationship Id="rId5" Type="http://schemas.openxmlformats.org/officeDocument/2006/relationships/slideLayout" Target="../slideLayouts/slideLayout231.xml"/><Relationship Id="rId15" Type="http://schemas.openxmlformats.org/officeDocument/2006/relationships/slideLayout" Target="../slideLayouts/slideLayout241.xml"/><Relationship Id="rId23" Type="http://schemas.openxmlformats.org/officeDocument/2006/relationships/slideLayout" Target="../slideLayouts/slideLayout249.xml"/><Relationship Id="rId10" Type="http://schemas.openxmlformats.org/officeDocument/2006/relationships/slideLayout" Target="../slideLayouts/slideLayout236.xml"/><Relationship Id="rId19" Type="http://schemas.openxmlformats.org/officeDocument/2006/relationships/slideLayout" Target="../slideLayouts/slideLayout245.xml"/><Relationship Id="rId4" Type="http://schemas.openxmlformats.org/officeDocument/2006/relationships/slideLayout" Target="../slideLayouts/slideLayout230.xml"/><Relationship Id="rId9" Type="http://schemas.openxmlformats.org/officeDocument/2006/relationships/slideLayout" Target="../slideLayouts/slideLayout235.xml"/><Relationship Id="rId14" Type="http://schemas.openxmlformats.org/officeDocument/2006/relationships/slideLayout" Target="../slideLayouts/slideLayout240.xml"/><Relationship Id="rId22" Type="http://schemas.openxmlformats.org/officeDocument/2006/relationships/slideLayout" Target="../slideLayouts/slideLayout248.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260.xml"/><Relationship Id="rId13" Type="http://schemas.openxmlformats.org/officeDocument/2006/relationships/slideLayout" Target="../slideLayouts/slideLayout265.xml"/><Relationship Id="rId18" Type="http://schemas.openxmlformats.org/officeDocument/2006/relationships/slideLayout" Target="../slideLayouts/slideLayout270.xml"/><Relationship Id="rId26" Type="http://schemas.openxmlformats.org/officeDocument/2006/relationships/slideLayout" Target="../slideLayouts/slideLayout278.xml"/><Relationship Id="rId3" Type="http://schemas.openxmlformats.org/officeDocument/2006/relationships/slideLayout" Target="../slideLayouts/slideLayout255.xml"/><Relationship Id="rId21" Type="http://schemas.openxmlformats.org/officeDocument/2006/relationships/slideLayout" Target="../slideLayouts/slideLayout273.xml"/><Relationship Id="rId7" Type="http://schemas.openxmlformats.org/officeDocument/2006/relationships/slideLayout" Target="../slideLayouts/slideLayout259.xml"/><Relationship Id="rId12" Type="http://schemas.openxmlformats.org/officeDocument/2006/relationships/slideLayout" Target="../slideLayouts/slideLayout264.xml"/><Relationship Id="rId17" Type="http://schemas.openxmlformats.org/officeDocument/2006/relationships/slideLayout" Target="../slideLayouts/slideLayout269.xml"/><Relationship Id="rId25" Type="http://schemas.openxmlformats.org/officeDocument/2006/relationships/slideLayout" Target="../slideLayouts/slideLayout277.xml"/><Relationship Id="rId2" Type="http://schemas.openxmlformats.org/officeDocument/2006/relationships/slideLayout" Target="../slideLayouts/slideLayout254.xml"/><Relationship Id="rId16" Type="http://schemas.openxmlformats.org/officeDocument/2006/relationships/slideLayout" Target="../slideLayouts/slideLayout268.xml"/><Relationship Id="rId20" Type="http://schemas.openxmlformats.org/officeDocument/2006/relationships/slideLayout" Target="../slideLayouts/slideLayout272.xml"/><Relationship Id="rId1" Type="http://schemas.openxmlformats.org/officeDocument/2006/relationships/slideLayout" Target="../slideLayouts/slideLayout253.xml"/><Relationship Id="rId6" Type="http://schemas.openxmlformats.org/officeDocument/2006/relationships/slideLayout" Target="../slideLayouts/slideLayout258.xml"/><Relationship Id="rId11" Type="http://schemas.openxmlformats.org/officeDocument/2006/relationships/slideLayout" Target="../slideLayouts/slideLayout263.xml"/><Relationship Id="rId24" Type="http://schemas.openxmlformats.org/officeDocument/2006/relationships/slideLayout" Target="../slideLayouts/slideLayout276.xml"/><Relationship Id="rId5" Type="http://schemas.openxmlformats.org/officeDocument/2006/relationships/slideLayout" Target="../slideLayouts/slideLayout257.xml"/><Relationship Id="rId15" Type="http://schemas.openxmlformats.org/officeDocument/2006/relationships/slideLayout" Target="../slideLayouts/slideLayout267.xml"/><Relationship Id="rId23" Type="http://schemas.openxmlformats.org/officeDocument/2006/relationships/slideLayout" Target="../slideLayouts/slideLayout275.xml"/><Relationship Id="rId10" Type="http://schemas.openxmlformats.org/officeDocument/2006/relationships/slideLayout" Target="../slideLayouts/slideLayout262.xml"/><Relationship Id="rId19" Type="http://schemas.openxmlformats.org/officeDocument/2006/relationships/slideLayout" Target="../slideLayouts/slideLayout271.xml"/><Relationship Id="rId4" Type="http://schemas.openxmlformats.org/officeDocument/2006/relationships/slideLayout" Target="../slideLayouts/slideLayout256.xml"/><Relationship Id="rId9" Type="http://schemas.openxmlformats.org/officeDocument/2006/relationships/slideLayout" Target="../slideLayouts/slideLayout261.xml"/><Relationship Id="rId14" Type="http://schemas.openxmlformats.org/officeDocument/2006/relationships/slideLayout" Target="../slideLayouts/slideLayout266.xml"/><Relationship Id="rId22" Type="http://schemas.openxmlformats.org/officeDocument/2006/relationships/slideLayout" Target="../slideLayouts/slideLayout274.xml"/><Relationship Id="rId27"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86.xml"/><Relationship Id="rId13" Type="http://schemas.openxmlformats.org/officeDocument/2006/relationships/slideLayout" Target="../slideLayouts/slideLayout291.xml"/><Relationship Id="rId18" Type="http://schemas.openxmlformats.org/officeDocument/2006/relationships/slideLayout" Target="../slideLayouts/slideLayout296.xml"/><Relationship Id="rId26" Type="http://schemas.openxmlformats.org/officeDocument/2006/relationships/slideLayout" Target="../slideLayouts/slideLayout304.xml"/><Relationship Id="rId3" Type="http://schemas.openxmlformats.org/officeDocument/2006/relationships/slideLayout" Target="../slideLayouts/slideLayout281.xml"/><Relationship Id="rId21" Type="http://schemas.openxmlformats.org/officeDocument/2006/relationships/slideLayout" Target="../slideLayouts/slideLayout299.xml"/><Relationship Id="rId34" Type="http://schemas.openxmlformats.org/officeDocument/2006/relationships/slideLayout" Target="../slideLayouts/slideLayout312.xml"/><Relationship Id="rId7" Type="http://schemas.openxmlformats.org/officeDocument/2006/relationships/slideLayout" Target="../slideLayouts/slideLayout285.xml"/><Relationship Id="rId12" Type="http://schemas.openxmlformats.org/officeDocument/2006/relationships/slideLayout" Target="../slideLayouts/slideLayout290.xml"/><Relationship Id="rId17" Type="http://schemas.openxmlformats.org/officeDocument/2006/relationships/slideLayout" Target="../slideLayouts/slideLayout295.xml"/><Relationship Id="rId25" Type="http://schemas.openxmlformats.org/officeDocument/2006/relationships/slideLayout" Target="../slideLayouts/slideLayout303.xml"/><Relationship Id="rId33" Type="http://schemas.openxmlformats.org/officeDocument/2006/relationships/slideLayout" Target="../slideLayouts/slideLayout311.xml"/><Relationship Id="rId2" Type="http://schemas.openxmlformats.org/officeDocument/2006/relationships/slideLayout" Target="../slideLayouts/slideLayout280.xml"/><Relationship Id="rId16" Type="http://schemas.openxmlformats.org/officeDocument/2006/relationships/slideLayout" Target="../slideLayouts/slideLayout294.xml"/><Relationship Id="rId20" Type="http://schemas.openxmlformats.org/officeDocument/2006/relationships/slideLayout" Target="../slideLayouts/slideLayout298.xml"/><Relationship Id="rId29" Type="http://schemas.openxmlformats.org/officeDocument/2006/relationships/slideLayout" Target="../slideLayouts/slideLayout307.xml"/><Relationship Id="rId1" Type="http://schemas.openxmlformats.org/officeDocument/2006/relationships/slideLayout" Target="../slideLayouts/slideLayout279.xml"/><Relationship Id="rId6" Type="http://schemas.openxmlformats.org/officeDocument/2006/relationships/slideLayout" Target="../slideLayouts/slideLayout284.xml"/><Relationship Id="rId11" Type="http://schemas.openxmlformats.org/officeDocument/2006/relationships/slideLayout" Target="../slideLayouts/slideLayout289.xml"/><Relationship Id="rId24" Type="http://schemas.openxmlformats.org/officeDocument/2006/relationships/slideLayout" Target="../slideLayouts/slideLayout302.xml"/><Relationship Id="rId32" Type="http://schemas.openxmlformats.org/officeDocument/2006/relationships/slideLayout" Target="../slideLayouts/slideLayout310.xml"/><Relationship Id="rId5" Type="http://schemas.openxmlformats.org/officeDocument/2006/relationships/slideLayout" Target="../slideLayouts/slideLayout283.xml"/><Relationship Id="rId15" Type="http://schemas.openxmlformats.org/officeDocument/2006/relationships/slideLayout" Target="../slideLayouts/slideLayout293.xml"/><Relationship Id="rId23" Type="http://schemas.openxmlformats.org/officeDocument/2006/relationships/slideLayout" Target="../slideLayouts/slideLayout301.xml"/><Relationship Id="rId28" Type="http://schemas.openxmlformats.org/officeDocument/2006/relationships/slideLayout" Target="../slideLayouts/slideLayout306.xml"/><Relationship Id="rId10" Type="http://schemas.openxmlformats.org/officeDocument/2006/relationships/slideLayout" Target="../slideLayouts/slideLayout288.xml"/><Relationship Id="rId19" Type="http://schemas.openxmlformats.org/officeDocument/2006/relationships/slideLayout" Target="../slideLayouts/slideLayout297.xml"/><Relationship Id="rId31" Type="http://schemas.openxmlformats.org/officeDocument/2006/relationships/slideLayout" Target="../slideLayouts/slideLayout309.xml"/><Relationship Id="rId4" Type="http://schemas.openxmlformats.org/officeDocument/2006/relationships/slideLayout" Target="../slideLayouts/slideLayout282.xml"/><Relationship Id="rId9" Type="http://schemas.openxmlformats.org/officeDocument/2006/relationships/slideLayout" Target="../slideLayouts/slideLayout287.xml"/><Relationship Id="rId14" Type="http://schemas.openxmlformats.org/officeDocument/2006/relationships/slideLayout" Target="../slideLayouts/slideLayout292.xml"/><Relationship Id="rId22" Type="http://schemas.openxmlformats.org/officeDocument/2006/relationships/slideLayout" Target="../slideLayouts/slideLayout300.xml"/><Relationship Id="rId27" Type="http://schemas.openxmlformats.org/officeDocument/2006/relationships/slideLayout" Target="../slideLayouts/slideLayout305.xml"/><Relationship Id="rId30" Type="http://schemas.openxmlformats.org/officeDocument/2006/relationships/slideLayout" Target="../slideLayouts/slideLayout308.xml"/><Relationship Id="rId35"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320.xml"/><Relationship Id="rId13" Type="http://schemas.openxmlformats.org/officeDocument/2006/relationships/slideLayout" Target="../slideLayouts/slideLayout325.xml"/><Relationship Id="rId18" Type="http://schemas.openxmlformats.org/officeDocument/2006/relationships/theme" Target="../theme/theme12.xml"/><Relationship Id="rId3" Type="http://schemas.openxmlformats.org/officeDocument/2006/relationships/slideLayout" Target="../slideLayouts/slideLayout315.xml"/><Relationship Id="rId7" Type="http://schemas.openxmlformats.org/officeDocument/2006/relationships/slideLayout" Target="../slideLayouts/slideLayout319.xml"/><Relationship Id="rId12" Type="http://schemas.openxmlformats.org/officeDocument/2006/relationships/slideLayout" Target="../slideLayouts/slideLayout324.xml"/><Relationship Id="rId17" Type="http://schemas.openxmlformats.org/officeDocument/2006/relationships/slideLayout" Target="../slideLayouts/slideLayout329.xml"/><Relationship Id="rId2" Type="http://schemas.openxmlformats.org/officeDocument/2006/relationships/slideLayout" Target="../slideLayouts/slideLayout314.xml"/><Relationship Id="rId16" Type="http://schemas.openxmlformats.org/officeDocument/2006/relationships/slideLayout" Target="../slideLayouts/slideLayout328.xml"/><Relationship Id="rId1" Type="http://schemas.openxmlformats.org/officeDocument/2006/relationships/slideLayout" Target="../slideLayouts/slideLayout313.xml"/><Relationship Id="rId6" Type="http://schemas.openxmlformats.org/officeDocument/2006/relationships/slideLayout" Target="../slideLayouts/slideLayout318.xml"/><Relationship Id="rId11" Type="http://schemas.openxmlformats.org/officeDocument/2006/relationships/slideLayout" Target="../slideLayouts/slideLayout323.xml"/><Relationship Id="rId5" Type="http://schemas.openxmlformats.org/officeDocument/2006/relationships/slideLayout" Target="../slideLayouts/slideLayout317.xml"/><Relationship Id="rId15" Type="http://schemas.openxmlformats.org/officeDocument/2006/relationships/slideLayout" Target="../slideLayouts/slideLayout327.xml"/><Relationship Id="rId10" Type="http://schemas.openxmlformats.org/officeDocument/2006/relationships/slideLayout" Target="../slideLayouts/slideLayout322.xml"/><Relationship Id="rId4" Type="http://schemas.openxmlformats.org/officeDocument/2006/relationships/slideLayout" Target="../slideLayouts/slideLayout316.xml"/><Relationship Id="rId9" Type="http://schemas.openxmlformats.org/officeDocument/2006/relationships/slideLayout" Target="../slideLayouts/slideLayout321.xml"/><Relationship Id="rId14" Type="http://schemas.openxmlformats.org/officeDocument/2006/relationships/slideLayout" Target="../slideLayouts/slideLayout326.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337.xml"/><Relationship Id="rId13" Type="http://schemas.openxmlformats.org/officeDocument/2006/relationships/theme" Target="../theme/theme13.xml"/><Relationship Id="rId3" Type="http://schemas.openxmlformats.org/officeDocument/2006/relationships/slideLayout" Target="../slideLayouts/slideLayout332.xml"/><Relationship Id="rId7" Type="http://schemas.openxmlformats.org/officeDocument/2006/relationships/slideLayout" Target="../slideLayouts/slideLayout336.xml"/><Relationship Id="rId12" Type="http://schemas.openxmlformats.org/officeDocument/2006/relationships/slideLayout" Target="../slideLayouts/slideLayout341.xml"/><Relationship Id="rId2" Type="http://schemas.openxmlformats.org/officeDocument/2006/relationships/slideLayout" Target="../slideLayouts/slideLayout331.xml"/><Relationship Id="rId1" Type="http://schemas.openxmlformats.org/officeDocument/2006/relationships/slideLayout" Target="../slideLayouts/slideLayout330.xml"/><Relationship Id="rId6" Type="http://schemas.openxmlformats.org/officeDocument/2006/relationships/slideLayout" Target="../slideLayouts/slideLayout335.xml"/><Relationship Id="rId11" Type="http://schemas.openxmlformats.org/officeDocument/2006/relationships/slideLayout" Target="../slideLayouts/slideLayout340.xml"/><Relationship Id="rId5" Type="http://schemas.openxmlformats.org/officeDocument/2006/relationships/slideLayout" Target="../slideLayouts/slideLayout334.xml"/><Relationship Id="rId10" Type="http://schemas.openxmlformats.org/officeDocument/2006/relationships/slideLayout" Target="../slideLayouts/slideLayout339.xml"/><Relationship Id="rId4" Type="http://schemas.openxmlformats.org/officeDocument/2006/relationships/slideLayout" Target="../slideLayouts/slideLayout333.xml"/><Relationship Id="rId9" Type="http://schemas.openxmlformats.org/officeDocument/2006/relationships/slideLayout" Target="../slideLayouts/slideLayout338.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349.xml"/><Relationship Id="rId13" Type="http://schemas.openxmlformats.org/officeDocument/2006/relationships/slideLayout" Target="../slideLayouts/slideLayout354.xml"/><Relationship Id="rId3" Type="http://schemas.openxmlformats.org/officeDocument/2006/relationships/slideLayout" Target="../slideLayouts/slideLayout344.xml"/><Relationship Id="rId7" Type="http://schemas.openxmlformats.org/officeDocument/2006/relationships/slideLayout" Target="../slideLayouts/slideLayout348.xml"/><Relationship Id="rId12" Type="http://schemas.openxmlformats.org/officeDocument/2006/relationships/slideLayout" Target="../slideLayouts/slideLayout353.xml"/><Relationship Id="rId2" Type="http://schemas.openxmlformats.org/officeDocument/2006/relationships/slideLayout" Target="../slideLayouts/slideLayout343.xml"/><Relationship Id="rId1" Type="http://schemas.openxmlformats.org/officeDocument/2006/relationships/slideLayout" Target="../slideLayouts/slideLayout342.xml"/><Relationship Id="rId6" Type="http://schemas.openxmlformats.org/officeDocument/2006/relationships/slideLayout" Target="../slideLayouts/slideLayout347.xml"/><Relationship Id="rId11" Type="http://schemas.openxmlformats.org/officeDocument/2006/relationships/slideLayout" Target="../slideLayouts/slideLayout352.xml"/><Relationship Id="rId5" Type="http://schemas.openxmlformats.org/officeDocument/2006/relationships/slideLayout" Target="../slideLayouts/slideLayout346.xml"/><Relationship Id="rId15" Type="http://schemas.openxmlformats.org/officeDocument/2006/relationships/image" Target="../media/image17.jpeg"/><Relationship Id="rId10" Type="http://schemas.openxmlformats.org/officeDocument/2006/relationships/slideLayout" Target="../slideLayouts/slideLayout351.xml"/><Relationship Id="rId4" Type="http://schemas.openxmlformats.org/officeDocument/2006/relationships/slideLayout" Target="../slideLayouts/slideLayout345.xml"/><Relationship Id="rId9" Type="http://schemas.openxmlformats.org/officeDocument/2006/relationships/slideLayout" Target="../slideLayouts/slideLayout350.xml"/><Relationship Id="rId14" Type="http://schemas.openxmlformats.org/officeDocument/2006/relationships/theme" Target="../theme/theme14.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362.xml"/><Relationship Id="rId13" Type="http://schemas.openxmlformats.org/officeDocument/2006/relationships/slideLayout" Target="../slideLayouts/slideLayout367.xml"/><Relationship Id="rId18" Type="http://schemas.openxmlformats.org/officeDocument/2006/relationships/slideLayout" Target="../slideLayouts/slideLayout372.xml"/><Relationship Id="rId26" Type="http://schemas.openxmlformats.org/officeDocument/2006/relationships/slideLayout" Target="../slideLayouts/slideLayout380.xml"/><Relationship Id="rId3" Type="http://schemas.openxmlformats.org/officeDocument/2006/relationships/slideLayout" Target="../slideLayouts/slideLayout357.xml"/><Relationship Id="rId21" Type="http://schemas.openxmlformats.org/officeDocument/2006/relationships/slideLayout" Target="../slideLayouts/slideLayout375.xml"/><Relationship Id="rId7" Type="http://schemas.openxmlformats.org/officeDocument/2006/relationships/slideLayout" Target="../slideLayouts/slideLayout361.xml"/><Relationship Id="rId12" Type="http://schemas.openxmlformats.org/officeDocument/2006/relationships/slideLayout" Target="../slideLayouts/slideLayout366.xml"/><Relationship Id="rId17" Type="http://schemas.openxmlformats.org/officeDocument/2006/relationships/slideLayout" Target="../slideLayouts/slideLayout371.xml"/><Relationship Id="rId25" Type="http://schemas.openxmlformats.org/officeDocument/2006/relationships/slideLayout" Target="../slideLayouts/slideLayout379.xml"/><Relationship Id="rId2" Type="http://schemas.openxmlformats.org/officeDocument/2006/relationships/slideLayout" Target="../slideLayouts/slideLayout356.xml"/><Relationship Id="rId16" Type="http://schemas.openxmlformats.org/officeDocument/2006/relationships/slideLayout" Target="../slideLayouts/slideLayout370.xml"/><Relationship Id="rId20" Type="http://schemas.openxmlformats.org/officeDocument/2006/relationships/slideLayout" Target="../slideLayouts/slideLayout374.xml"/><Relationship Id="rId1" Type="http://schemas.openxmlformats.org/officeDocument/2006/relationships/slideLayout" Target="../slideLayouts/slideLayout355.xml"/><Relationship Id="rId6" Type="http://schemas.openxmlformats.org/officeDocument/2006/relationships/slideLayout" Target="../slideLayouts/slideLayout360.xml"/><Relationship Id="rId11" Type="http://schemas.openxmlformats.org/officeDocument/2006/relationships/slideLayout" Target="../slideLayouts/slideLayout365.xml"/><Relationship Id="rId24" Type="http://schemas.openxmlformats.org/officeDocument/2006/relationships/slideLayout" Target="../slideLayouts/slideLayout378.xml"/><Relationship Id="rId5" Type="http://schemas.openxmlformats.org/officeDocument/2006/relationships/slideLayout" Target="../slideLayouts/slideLayout359.xml"/><Relationship Id="rId15" Type="http://schemas.openxmlformats.org/officeDocument/2006/relationships/slideLayout" Target="../slideLayouts/slideLayout369.xml"/><Relationship Id="rId23" Type="http://schemas.openxmlformats.org/officeDocument/2006/relationships/slideLayout" Target="../slideLayouts/slideLayout377.xml"/><Relationship Id="rId10" Type="http://schemas.openxmlformats.org/officeDocument/2006/relationships/slideLayout" Target="../slideLayouts/slideLayout364.xml"/><Relationship Id="rId19" Type="http://schemas.openxmlformats.org/officeDocument/2006/relationships/slideLayout" Target="../slideLayouts/slideLayout373.xml"/><Relationship Id="rId4" Type="http://schemas.openxmlformats.org/officeDocument/2006/relationships/slideLayout" Target="../slideLayouts/slideLayout358.xml"/><Relationship Id="rId9" Type="http://schemas.openxmlformats.org/officeDocument/2006/relationships/slideLayout" Target="../slideLayouts/slideLayout363.xml"/><Relationship Id="rId14" Type="http://schemas.openxmlformats.org/officeDocument/2006/relationships/slideLayout" Target="../slideLayouts/slideLayout368.xml"/><Relationship Id="rId22" Type="http://schemas.openxmlformats.org/officeDocument/2006/relationships/slideLayout" Target="../slideLayouts/slideLayout376.xml"/><Relationship Id="rId27" Type="http://schemas.openxmlformats.org/officeDocument/2006/relationships/theme" Target="../theme/theme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82409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4074" r:id="rId27"/>
    <p:sldLayoutId id="2147484075"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701469" rtl="0" eaLnBrk="1" latinLnBrk="0" hangingPunct="1">
        <a:spcBef>
          <a:spcPct val="0"/>
        </a:spcBef>
        <a:buNone/>
        <a:defRPr sz="5500" b="0" kern="1200">
          <a:solidFill>
            <a:schemeClr val="tx1"/>
          </a:solidFill>
          <a:latin typeface="+mj-lt"/>
          <a:ea typeface="+mj-ea"/>
          <a:cs typeface="+mj-cs"/>
        </a:defRPr>
      </a:lvl1pPr>
    </p:titleStyle>
    <p:bodyStyle>
      <a:lvl1pPr marL="0" indent="0" algn="l" defTabSz="701469" rtl="0" eaLnBrk="1" latinLnBrk="0" hangingPunct="1">
        <a:spcBef>
          <a:spcPct val="20000"/>
        </a:spcBef>
        <a:buFont typeface="Courier New"/>
        <a:buNone/>
        <a:defRPr sz="3700" b="1" kern="1200">
          <a:solidFill>
            <a:srgbClr val="FFFFFF"/>
          </a:solidFill>
          <a:latin typeface="+mn-lt"/>
          <a:ea typeface="+mn-ea"/>
          <a:cs typeface="+mn-cs"/>
        </a:defRPr>
      </a:lvl1pPr>
      <a:lvl2pPr marL="701469" indent="0" algn="l" defTabSz="701469" rtl="0" eaLnBrk="1" latinLnBrk="0" hangingPunct="1">
        <a:spcBef>
          <a:spcPct val="20000"/>
        </a:spcBef>
        <a:buFont typeface="Arial"/>
        <a:buNone/>
        <a:defRPr sz="3700" kern="1200">
          <a:solidFill>
            <a:schemeClr val="tx1"/>
          </a:solidFill>
          <a:latin typeface="+mn-lt"/>
          <a:ea typeface="+mn-ea"/>
          <a:cs typeface="+mn-cs"/>
        </a:defRPr>
      </a:lvl2pPr>
      <a:lvl3pPr marL="679548" indent="-350732" algn="l" defTabSz="701469" rtl="0" eaLnBrk="1" latinLnBrk="0" hangingPunct="1">
        <a:spcBef>
          <a:spcPct val="20000"/>
        </a:spcBef>
        <a:buFont typeface="Arial"/>
        <a:buChar char="•"/>
        <a:defRPr sz="3100" b="1" kern="1200">
          <a:solidFill>
            <a:schemeClr val="bg1"/>
          </a:solidFill>
          <a:latin typeface="+mn-lt"/>
          <a:ea typeface="+mn-ea"/>
          <a:cs typeface="+mn-cs"/>
        </a:defRPr>
      </a:lvl3pPr>
      <a:lvl4pPr marL="1363984" indent="-350732" algn="l" defTabSz="701469" rtl="0" eaLnBrk="1" latinLnBrk="0" hangingPunct="1">
        <a:spcBef>
          <a:spcPct val="20000"/>
        </a:spcBef>
        <a:buFont typeface="Arial"/>
        <a:buChar char="•"/>
        <a:tabLst/>
        <a:defRPr sz="2800" kern="1200">
          <a:solidFill>
            <a:srgbClr val="FFFFFF"/>
          </a:solidFill>
          <a:latin typeface="+mn-lt"/>
          <a:ea typeface="+mn-ea"/>
          <a:cs typeface="+mn-cs"/>
        </a:defRPr>
      </a:lvl4pPr>
      <a:lvl5pPr marL="1651392" indent="0" algn="l" defTabSz="701469" rtl="0" eaLnBrk="1" latinLnBrk="0" hangingPunct="1">
        <a:spcBef>
          <a:spcPct val="20000"/>
        </a:spcBef>
        <a:buFont typeface="Arial"/>
        <a:buNone/>
        <a:defRPr sz="2600" kern="1200">
          <a:solidFill>
            <a:schemeClr val="tx1"/>
          </a:solidFill>
          <a:latin typeface="+mn-lt"/>
          <a:ea typeface="+mn-ea"/>
          <a:cs typeface="+mn-cs"/>
        </a:defRPr>
      </a:lvl5pPr>
      <a:lvl6pPr marL="3858102" indent="-350732" algn="l" defTabSz="701469" rtl="0" eaLnBrk="1" latinLnBrk="0" hangingPunct="1">
        <a:spcBef>
          <a:spcPct val="20000"/>
        </a:spcBef>
        <a:buFont typeface="Arial"/>
        <a:buChar char="•"/>
        <a:defRPr sz="3100" kern="1200">
          <a:solidFill>
            <a:schemeClr val="tx1"/>
          </a:solidFill>
          <a:latin typeface="+mn-lt"/>
          <a:ea typeface="+mn-ea"/>
          <a:cs typeface="+mn-cs"/>
        </a:defRPr>
      </a:lvl6pPr>
      <a:lvl7pPr marL="4559604" indent="-350732" algn="l" defTabSz="701469" rtl="0" eaLnBrk="1" latinLnBrk="0" hangingPunct="1">
        <a:spcBef>
          <a:spcPct val="20000"/>
        </a:spcBef>
        <a:buFont typeface="Arial"/>
        <a:buChar char="•"/>
        <a:defRPr sz="3100" kern="1200">
          <a:solidFill>
            <a:schemeClr val="tx1"/>
          </a:solidFill>
          <a:latin typeface="+mn-lt"/>
          <a:ea typeface="+mn-ea"/>
          <a:cs typeface="+mn-cs"/>
        </a:defRPr>
      </a:lvl7pPr>
      <a:lvl8pPr marL="5261063" indent="-350732" algn="l" defTabSz="701469" rtl="0" eaLnBrk="1" latinLnBrk="0" hangingPunct="1">
        <a:spcBef>
          <a:spcPct val="20000"/>
        </a:spcBef>
        <a:buFont typeface="Arial"/>
        <a:buChar char="•"/>
        <a:defRPr sz="3100" kern="1200">
          <a:solidFill>
            <a:schemeClr val="tx1"/>
          </a:solidFill>
          <a:latin typeface="+mn-lt"/>
          <a:ea typeface="+mn-ea"/>
          <a:cs typeface="+mn-cs"/>
        </a:defRPr>
      </a:lvl8pPr>
      <a:lvl9pPr marL="5962531" indent="-350732" algn="l" defTabSz="701469" rtl="0" eaLnBrk="1" latinLnBrk="0" hangingPunct="1">
        <a:spcBef>
          <a:spcPct val="20000"/>
        </a:spcBef>
        <a:buFont typeface="Arial"/>
        <a:buChar char="•"/>
        <a:defRPr sz="3100" kern="1200">
          <a:solidFill>
            <a:schemeClr val="tx1"/>
          </a:solidFill>
          <a:latin typeface="+mn-lt"/>
          <a:ea typeface="+mn-ea"/>
          <a:cs typeface="+mn-cs"/>
        </a:defRPr>
      </a:lvl9pPr>
    </p:bodyStyle>
    <p:otherStyle>
      <a:defPPr>
        <a:defRPr lang="en-US"/>
      </a:defPPr>
      <a:lvl1pPr marL="0" algn="l" defTabSz="701469" rtl="0" eaLnBrk="1" latinLnBrk="0" hangingPunct="1">
        <a:defRPr sz="2800" kern="1200">
          <a:solidFill>
            <a:schemeClr val="tx1"/>
          </a:solidFill>
          <a:latin typeface="+mn-lt"/>
          <a:ea typeface="+mn-ea"/>
          <a:cs typeface="+mn-cs"/>
        </a:defRPr>
      </a:lvl1pPr>
      <a:lvl2pPr marL="701469" algn="l" defTabSz="701469" rtl="0" eaLnBrk="1" latinLnBrk="0" hangingPunct="1">
        <a:defRPr sz="2800" kern="1200">
          <a:solidFill>
            <a:schemeClr val="tx1"/>
          </a:solidFill>
          <a:latin typeface="+mn-lt"/>
          <a:ea typeface="+mn-ea"/>
          <a:cs typeface="+mn-cs"/>
        </a:defRPr>
      </a:lvl2pPr>
      <a:lvl3pPr marL="1402946" algn="l" defTabSz="701469" rtl="0" eaLnBrk="1" latinLnBrk="0" hangingPunct="1">
        <a:defRPr sz="2800" kern="1200">
          <a:solidFill>
            <a:schemeClr val="tx1"/>
          </a:solidFill>
          <a:latin typeface="+mn-lt"/>
          <a:ea typeface="+mn-ea"/>
          <a:cs typeface="+mn-cs"/>
        </a:defRPr>
      </a:lvl3pPr>
      <a:lvl4pPr marL="2104422" algn="l" defTabSz="701469" rtl="0" eaLnBrk="1" latinLnBrk="0" hangingPunct="1">
        <a:defRPr sz="2800" kern="1200">
          <a:solidFill>
            <a:schemeClr val="tx1"/>
          </a:solidFill>
          <a:latin typeface="+mn-lt"/>
          <a:ea typeface="+mn-ea"/>
          <a:cs typeface="+mn-cs"/>
        </a:defRPr>
      </a:lvl4pPr>
      <a:lvl5pPr marL="2805890" algn="l" defTabSz="701469" rtl="0" eaLnBrk="1" latinLnBrk="0" hangingPunct="1">
        <a:defRPr sz="2800" kern="1200">
          <a:solidFill>
            <a:schemeClr val="tx1"/>
          </a:solidFill>
          <a:latin typeface="+mn-lt"/>
          <a:ea typeface="+mn-ea"/>
          <a:cs typeface="+mn-cs"/>
        </a:defRPr>
      </a:lvl5pPr>
      <a:lvl6pPr marL="3507344" algn="l" defTabSz="701469" rtl="0" eaLnBrk="1" latinLnBrk="0" hangingPunct="1">
        <a:defRPr sz="2800" kern="1200">
          <a:solidFill>
            <a:schemeClr val="tx1"/>
          </a:solidFill>
          <a:latin typeface="+mn-lt"/>
          <a:ea typeface="+mn-ea"/>
          <a:cs typeface="+mn-cs"/>
        </a:defRPr>
      </a:lvl6pPr>
      <a:lvl7pPr marL="4208870" algn="l" defTabSz="701469" rtl="0" eaLnBrk="1" latinLnBrk="0" hangingPunct="1">
        <a:defRPr sz="2800" kern="1200">
          <a:solidFill>
            <a:schemeClr val="tx1"/>
          </a:solidFill>
          <a:latin typeface="+mn-lt"/>
          <a:ea typeface="+mn-ea"/>
          <a:cs typeface="+mn-cs"/>
        </a:defRPr>
      </a:lvl7pPr>
      <a:lvl8pPr marL="4910323" algn="l" defTabSz="701469" rtl="0" eaLnBrk="1" latinLnBrk="0" hangingPunct="1">
        <a:defRPr sz="2800" kern="1200">
          <a:solidFill>
            <a:schemeClr val="tx1"/>
          </a:solidFill>
          <a:latin typeface="+mn-lt"/>
          <a:ea typeface="+mn-ea"/>
          <a:cs typeface="+mn-cs"/>
        </a:defRPr>
      </a:lvl8pPr>
      <a:lvl9pPr marL="5611787" algn="l" defTabSz="701469" rtl="0" eaLnBrk="1" latinLnBrk="0" hangingPunct="1">
        <a:defRPr sz="2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6978254"/>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4061" r:id="rId27"/>
    <p:sldLayoutId id="2147484073"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701525" rtl="0" eaLnBrk="1" latinLnBrk="0" hangingPunct="1">
        <a:spcBef>
          <a:spcPct val="0"/>
        </a:spcBef>
        <a:buNone/>
        <a:defRPr sz="5500" b="0" kern="1200">
          <a:solidFill>
            <a:schemeClr val="tx1"/>
          </a:solidFill>
          <a:latin typeface="+mj-lt"/>
          <a:ea typeface="+mj-ea"/>
          <a:cs typeface="+mj-cs"/>
        </a:defRPr>
      </a:lvl1pPr>
    </p:titleStyle>
    <p:bodyStyle>
      <a:lvl1pPr marL="0" indent="0" algn="l" defTabSz="701525" rtl="0" eaLnBrk="1" latinLnBrk="0" hangingPunct="1">
        <a:spcBef>
          <a:spcPct val="20000"/>
        </a:spcBef>
        <a:buFont typeface="Courier New"/>
        <a:buNone/>
        <a:defRPr sz="3700" b="1" kern="1200">
          <a:solidFill>
            <a:srgbClr val="FFFFFF"/>
          </a:solidFill>
          <a:latin typeface="+mn-lt"/>
          <a:ea typeface="+mn-ea"/>
          <a:cs typeface="+mn-cs"/>
        </a:defRPr>
      </a:lvl1pPr>
      <a:lvl2pPr marL="701525" indent="0" algn="l" defTabSz="701525" rtl="0" eaLnBrk="1" latinLnBrk="0" hangingPunct="1">
        <a:spcBef>
          <a:spcPct val="20000"/>
        </a:spcBef>
        <a:buFont typeface="Arial"/>
        <a:buNone/>
        <a:defRPr sz="3700" kern="1200">
          <a:solidFill>
            <a:schemeClr val="tx1"/>
          </a:solidFill>
          <a:latin typeface="+mn-lt"/>
          <a:ea typeface="+mn-ea"/>
          <a:cs typeface="+mn-cs"/>
        </a:defRPr>
      </a:lvl2pPr>
      <a:lvl3pPr marL="679602" indent="-350760" algn="l" defTabSz="701525" rtl="0" eaLnBrk="1" latinLnBrk="0" hangingPunct="1">
        <a:spcBef>
          <a:spcPct val="20000"/>
        </a:spcBef>
        <a:buFont typeface="Arial"/>
        <a:buChar char="•"/>
        <a:defRPr sz="3100" b="1" kern="1200">
          <a:solidFill>
            <a:schemeClr val="bg1"/>
          </a:solidFill>
          <a:latin typeface="+mn-lt"/>
          <a:ea typeface="+mn-ea"/>
          <a:cs typeface="+mn-cs"/>
        </a:defRPr>
      </a:lvl3pPr>
      <a:lvl4pPr marL="1364093" indent="-350760" algn="l" defTabSz="701525" rtl="0" eaLnBrk="1" latinLnBrk="0" hangingPunct="1">
        <a:spcBef>
          <a:spcPct val="20000"/>
        </a:spcBef>
        <a:buFont typeface="Arial"/>
        <a:buChar char="•"/>
        <a:tabLst/>
        <a:defRPr sz="2800" kern="1200">
          <a:solidFill>
            <a:srgbClr val="FFFFFF"/>
          </a:solidFill>
          <a:latin typeface="+mn-lt"/>
          <a:ea typeface="+mn-ea"/>
          <a:cs typeface="+mn-cs"/>
        </a:defRPr>
      </a:lvl4pPr>
      <a:lvl5pPr marL="1651524" indent="0" algn="l" defTabSz="701525" rtl="0" eaLnBrk="1" latinLnBrk="0" hangingPunct="1">
        <a:spcBef>
          <a:spcPct val="20000"/>
        </a:spcBef>
        <a:buFont typeface="Arial"/>
        <a:buNone/>
        <a:defRPr sz="2600" kern="1200">
          <a:solidFill>
            <a:schemeClr val="tx1"/>
          </a:solidFill>
          <a:latin typeface="+mn-lt"/>
          <a:ea typeface="+mn-ea"/>
          <a:cs typeface="+mn-cs"/>
        </a:defRPr>
      </a:lvl5pPr>
      <a:lvl6pPr marL="3858411" indent="-350760" algn="l" defTabSz="701525" rtl="0" eaLnBrk="1" latinLnBrk="0" hangingPunct="1">
        <a:spcBef>
          <a:spcPct val="20000"/>
        </a:spcBef>
        <a:buFont typeface="Arial"/>
        <a:buChar char="•"/>
        <a:defRPr sz="3100" kern="1200">
          <a:solidFill>
            <a:schemeClr val="tx1"/>
          </a:solidFill>
          <a:latin typeface="+mn-lt"/>
          <a:ea typeface="+mn-ea"/>
          <a:cs typeface="+mn-cs"/>
        </a:defRPr>
      </a:lvl6pPr>
      <a:lvl7pPr marL="4559968" indent="-350760" algn="l" defTabSz="701525" rtl="0" eaLnBrk="1" latinLnBrk="0" hangingPunct="1">
        <a:spcBef>
          <a:spcPct val="20000"/>
        </a:spcBef>
        <a:buFont typeface="Arial"/>
        <a:buChar char="•"/>
        <a:defRPr sz="3100" kern="1200">
          <a:solidFill>
            <a:schemeClr val="tx1"/>
          </a:solidFill>
          <a:latin typeface="+mn-lt"/>
          <a:ea typeface="+mn-ea"/>
          <a:cs typeface="+mn-cs"/>
        </a:defRPr>
      </a:lvl7pPr>
      <a:lvl8pPr marL="5261483" indent="-350760" algn="l" defTabSz="701525" rtl="0" eaLnBrk="1" latinLnBrk="0" hangingPunct="1">
        <a:spcBef>
          <a:spcPct val="20000"/>
        </a:spcBef>
        <a:buFont typeface="Arial"/>
        <a:buChar char="•"/>
        <a:defRPr sz="3100" kern="1200">
          <a:solidFill>
            <a:schemeClr val="tx1"/>
          </a:solidFill>
          <a:latin typeface="+mn-lt"/>
          <a:ea typeface="+mn-ea"/>
          <a:cs typeface="+mn-cs"/>
        </a:defRPr>
      </a:lvl8pPr>
      <a:lvl9pPr marL="5963008" indent="-350760" algn="l" defTabSz="701525" rtl="0" eaLnBrk="1" latinLnBrk="0" hangingPunct="1">
        <a:spcBef>
          <a:spcPct val="20000"/>
        </a:spcBef>
        <a:buFont typeface="Arial"/>
        <a:buChar char="•"/>
        <a:defRPr sz="3100" kern="1200">
          <a:solidFill>
            <a:schemeClr val="tx1"/>
          </a:solidFill>
          <a:latin typeface="+mn-lt"/>
          <a:ea typeface="+mn-ea"/>
          <a:cs typeface="+mn-cs"/>
        </a:defRPr>
      </a:lvl9pPr>
    </p:bodyStyle>
    <p:otherStyle>
      <a:defPPr>
        <a:defRPr lang="en-US"/>
      </a:defPPr>
      <a:lvl1pPr marL="0" algn="l" defTabSz="701525" rtl="0" eaLnBrk="1" latinLnBrk="0" hangingPunct="1">
        <a:defRPr sz="2800" kern="1200">
          <a:solidFill>
            <a:schemeClr val="tx1"/>
          </a:solidFill>
          <a:latin typeface="+mn-lt"/>
          <a:ea typeface="+mn-ea"/>
          <a:cs typeface="+mn-cs"/>
        </a:defRPr>
      </a:lvl1pPr>
      <a:lvl2pPr marL="701525" algn="l" defTabSz="701525" rtl="0" eaLnBrk="1" latinLnBrk="0" hangingPunct="1">
        <a:defRPr sz="2800" kern="1200">
          <a:solidFill>
            <a:schemeClr val="tx1"/>
          </a:solidFill>
          <a:latin typeface="+mn-lt"/>
          <a:ea typeface="+mn-ea"/>
          <a:cs typeface="+mn-cs"/>
        </a:defRPr>
      </a:lvl2pPr>
      <a:lvl3pPr marL="1403058" algn="l" defTabSz="701525" rtl="0" eaLnBrk="1" latinLnBrk="0" hangingPunct="1">
        <a:defRPr sz="2800" kern="1200">
          <a:solidFill>
            <a:schemeClr val="tx1"/>
          </a:solidFill>
          <a:latin typeface="+mn-lt"/>
          <a:ea typeface="+mn-ea"/>
          <a:cs typeface="+mn-cs"/>
        </a:defRPr>
      </a:lvl3pPr>
      <a:lvl4pPr marL="2104591" algn="l" defTabSz="701525" rtl="0" eaLnBrk="1" latinLnBrk="0" hangingPunct="1">
        <a:defRPr sz="2800" kern="1200">
          <a:solidFill>
            <a:schemeClr val="tx1"/>
          </a:solidFill>
          <a:latin typeface="+mn-lt"/>
          <a:ea typeface="+mn-ea"/>
          <a:cs typeface="+mn-cs"/>
        </a:defRPr>
      </a:lvl4pPr>
      <a:lvl5pPr marL="2806115" algn="l" defTabSz="701525" rtl="0" eaLnBrk="1" latinLnBrk="0" hangingPunct="1">
        <a:defRPr sz="2800" kern="1200">
          <a:solidFill>
            <a:schemeClr val="tx1"/>
          </a:solidFill>
          <a:latin typeface="+mn-lt"/>
          <a:ea typeface="+mn-ea"/>
          <a:cs typeface="+mn-cs"/>
        </a:defRPr>
      </a:lvl5pPr>
      <a:lvl6pPr marL="3507625" algn="l" defTabSz="701525" rtl="0" eaLnBrk="1" latinLnBrk="0" hangingPunct="1">
        <a:defRPr sz="2800" kern="1200">
          <a:solidFill>
            <a:schemeClr val="tx1"/>
          </a:solidFill>
          <a:latin typeface="+mn-lt"/>
          <a:ea typeface="+mn-ea"/>
          <a:cs typeface="+mn-cs"/>
        </a:defRPr>
      </a:lvl6pPr>
      <a:lvl7pPr marL="4209207" algn="l" defTabSz="701525" rtl="0" eaLnBrk="1" latinLnBrk="0" hangingPunct="1">
        <a:defRPr sz="2800" kern="1200">
          <a:solidFill>
            <a:schemeClr val="tx1"/>
          </a:solidFill>
          <a:latin typeface="+mn-lt"/>
          <a:ea typeface="+mn-ea"/>
          <a:cs typeface="+mn-cs"/>
        </a:defRPr>
      </a:lvl7pPr>
      <a:lvl8pPr marL="4910716" algn="l" defTabSz="701525" rtl="0" eaLnBrk="1" latinLnBrk="0" hangingPunct="1">
        <a:defRPr sz="2800" kern="1200">
          <a:solidFill>
            <a:schemeClr val="tx1"/>
          </a:solidFill>
          <a:latin typeface="+mn-lt"/>
          <a:ea typeface="+mn-ea"/>
          <a:cs typeface="+mn-cs"/>
        </a:defRPr>
      </a:lvl8pPr>
      <a:lvl9pPr marL="5612236" algn="l" defTabSz="701525" rtl="0" eaLnBrk="1" latinLnBrk="0" hangingPunct="1">
        <a:defRPr sz="2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9751471"/>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 id="2147483751" r:id="rId25"/>
    <p:sldLayoutId id="2147483752" r:id="rId26"/>
    <p:sldLayoutId id="2147484071" r:id="rId27"/>
    <p:sldLayoutId id="2147484072"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701750" rtl="0" eaLnBrk="1" latinLnBrk="0" hangingPunct="1">
        <a:spcBef>
          <a:spcPct val="0"/>
        </a:spcBef>
        <a:buNone/>
        <a:defRPr sz="5500" b="0" kern="1200">
          <a:solidFill>
            <a:schemeClr val="tx1"/>
          </a:solidFill>
          <a:latin typeface="+mj-lt"/>
          <a:ea typeface="+mj-ea"/>
          <a:cs typeface="+mj-cs"/>
        </a:defRPr>
      </a:lvl1pPr>
    </p:titleStyle>
    <p:bodyStyle>
      <a:lvl1pPr marL="0" indent="0" algn="l" defTabSz="701750" rtl="0" eaLnBrk="1" latinLnBrk="0" hangingPunct="1">
        <a:spcBef>
          <a:spcPct val="20000"/>
        </a:spcBef>
        <a:buFont typeface="Courier New"/>
        <a:buNone/>
        <a:defRPr sz="3700" b="1" kern="1200">
          <a:solidFill>
            <a:srgbClr val="FFFFFF"/>
          </a:solidFill>
          <a:latin typeface="+mn-lt"/>
          <a:ea typeface="+mn-ea"/>
          <a:cs typeface="+mn-cs"/>
        </a:defRPr>
      </a:lvl1pPr>
      <a:lvl2pPr marL="701750" indent="0" algn="l" defTabSz="701750" rtl="0" eaLnBrk="1" latinLnBrk="0" hangingPunct="1">
        <a:spcBef>
          <a:spcPct val="20000"/>
        </a:spcBef>
        <a:buFont typeface="Arial"/>
        <a:buNone/>
        <a:defRPr sz="3700" kern="1200">
          <a:solidFill>
            <a:schemeClr val="tx1"/>
          </a:solidFill>
          <a:latin typeface="+mn-lt"/>
          <a:ea typeface="+mn-ea"/>
          <a:cs typeface="+mn-cs"/>
        </a:defRPr>
      </a:lvl2pPr>
      <a:lvl3pPr marL="679820" indent="-350873" algn="l" defTabSz="701750" rtl="0" eaLnBrk="1" latinLnBrk="0" hangingPunct="1">
        <a:spcBef>
          <a:spcPct val="20000"/>
        </a:spcBef>
        <a:buFont typeface="Arial"/>
        <a:buChar char="•"/>
        <a:defRPr sz="3100" b="1" kern="1200">
          <a:solidFill>
            <a:schemeClr val="bg1"/>
          </a:solidFill>
          <a:latin typeface="+mn-lt"/>
          <a:ea typeface="+mn-ea"/>
          <a:cs typeface="+mn-cs"/>
        </a:defRPr>
      </a:lvl3pPr>
      <a:lvl4pPr marL="1364530" indent="-350873" algn="l" defTabSz="701750" rtl="0" eaLnBrk="1" latinLnBrk="0" hangingPunct="1">
        <a:spcBef>
          <a:spcPct val="20000"/>
        </a:spcBef>
        <a:buFont typeface="Arial"/>
        <a:buChar char="•"/>
        <a:tabLst/>
        <a:defRPr sz="2800" kern="1200">
          <a:solidFill>
            <a:srgbClr val="FFFFFF"/>
          </a:solidFill>
          <a:latin typeface="+mn-lt"/>
          <a:ea typeface="+mn-ea"/>
          <a:cs typeface="+mn-cs"/>
        </a:defRPr>
      </a:lvl4pPr>
      <a:lvl5pPr marL="1652053" indent="0" algn="l" defTabSz="701750" rtl="0" eaLnBrk="1" latinLnBrk="0" hangingPunct="1">
        <a:spcBef>
          <a:spcPct val="20000"/>
        </a:spcBef>
        <a:buFont typeface="Arial"/>
        <a:buNone/>
        <a:defRPr sz="2600" kern="1200">
          <a:solidFill>
            <a:schemeClr val="tx1"/>
          </a:solidFill>
          <a:latin typeface="+mn-lt"/>
          <a:ea typeface="+mn-ea"/>
          <a:cs typeface="+mn-cs"/>
        </a:defRPr>
      </a:lvl5pPr>
      <a:lvl6pPr marL="3859648" indent="-350873" algn="l" defTabSz="701750" rtl="0" eaLnBrk="1" latinLnBrk="0" hangingPunct="1">
        <a:spcBef>
          <a:spcPct val="20000"/>
        </a:spcBef>
        <a:buFont typeface="Arial"/>
        <a:buChar char="•"/>
        <a:defRPr sz="3100" kern="1200">
          <a:solidFill>
            <a:schemeClr val="tx1"/>
          </a:solidFill>
          <a:latin typeface="+mn-lt"/>
          <a:ea typeface="+mn-ea"/>
          <a:cs typeface="+mn-cs"/>
        </a:defRPr>
      </a:lvl6pPr>
      <a:lvl7pPr marL="4561424" indent="-350873" algn="l" defTabSz="701750" rtl="0" eaLnBrk="1" latinLnBrk="0" hangingPunct="1">
        <a:spcBef>
          <a:spcPct val="20000"/>
        </a:spcBef>
        <a:buFont typeface="Arial"/>
        <a:buChar char="•"/>
        <a:defRPr sz="3100" kern="1200">
          <a:solidFill>
            <a:schemeClr val="tx1"/>
          </a:solidFill>
          <a:latin typeface="+mn-lt"/>
          <a:ea typeface="+mn-ea"/>
          <a:cs typeface="+mn-cs"/>
        </a:defRPr>
      </a:lvl7pPr>
      <a:lvl8pPr marL="5263165" indent="-350873" algn="l" defTabSz="701750" rtl="0" eaLnBrk="1" latinLnBrk="0" hangingPunct="1">
        <a:spcBef>
          <a:spcPct val="20000"/>
        </a:spcBef>
        <a:buFont typeface="Arial"/>
        <a:buChar char="•"/>
        <a:defRPr sz="3100" kern="1200">
          <a:solidFill>
            <a:schemeClr val="tx1"/>
          </a:solidFill>
          <a:latin typeface="+mn-lt"/>
          <a:ea typeface="+mn-ea"/>
          <a:cs typeface="+mn-cs"/>
        </a:defRPr>
      </a:lvl8pPr>
      <a:lvl9pPr marL="5964915" indent="-350873" algn="l" defTabSz="701750" rtl="0" eaLnBrk="1" latinLnBrk="0" hangingPunct="1">
        <a:spcBef>
          <a:spcPct val="20000"/>
        </a:spcBef>
        <a:buFont typeface="Arial"/>
        <a:buChar char="•"/>
        <a:defRPr sz="3100" kern="1200">
          <a:solidFill>
            <a:schemeClr val="tx1"/>
          </a:solidFill>
          <a:latin typeface="+mn-lt"/>
          <a:ea typeface="+mn-ea"/>
          <a:cs typeface="+mn-cs"/>
        </a:defRPr>
      </a:lvl9pPr>
    </p:bodyStyle>
    <p:otherStyle>
      <a:defPPr>
        <a:defRPr lang="en-US"/>
      </a:defPPr>
      <a:lvl1pPr marL="0" algn="l" defTabSz="701750" rtl="0" eaLnBrk="1" latinLnBrk="0" hangingPunct="1">
        <a:defRPr sz="2800" kern="1200">
          <a:solidFill>
            <a:schemeClr val="tx1"/>
          </a:solidFill>
          <a:latin typeface="+mn-lt"/>
          <a:ea typeface="+mn-ea"/>
          <a:cs typeface="+mn-cs"/>
        </a:defRPr>
      </a:lvl1pPr>
      <a:lvl2pPr marL="701750" algn="l" defTabSz="701750" rtl="0" eaLnBrk="1" latinLnBrk="0" hangingPunct="1">
        <a:defRPr sz="2800" kern="1200">
          <a:solidFill>
            <a:schemeClr val="tx1"/>
          </a:solidFill>
          <a:latin typeface="+mn-lt"/>
          <a:ea typeface="+mn-ea"/>
          <a:cs typeface="+mn-cs"/>
        </a:defRPr>
      </a:lvl2pPr>
      <a:lvl3pPr marL="1403507" algn="l" defTabSz="701750" rtl="0" eaLnBrk="1" latinLnBrk="0" hangingPunct="1">
        <a:defRPr sz="2800" kern="1200">
          <a:solidFill>
            <a:schemeClr val="tx1"/>
          </a:solidFill>
          <a:latin typeface="+mn-lt"/>
          <a:ea typeface="+mn-ea"/>
          <a:cs typeface="+mn-cs"/>
        </a:defRPr>
      </a:lvl3pPr>
      <a:lvl4pPr marL="2105263" algn="l" defTabSz="701750" rtl="0" eaLnBrk="1" latinLnBrk="0" hangingPunct="1">
        <a:defRPr sz="2800" kern="1200">
          <a:solidFill>
            <a:schemeClr val="tx1"/>
          </a:solidFill>
          <a:latin typeface="+mn-lt"/>
          <a:ea typeface="+mn-ea"/>
          <a:cs typeface="+mn-cs"/>
        </a:defRPr>
      </a:lvl4pPr>
      <a:lvl5pPr marL="2807015" algn="l" defTabSz="701750" rtl="0" eaLnBrk="1" latinLnBrk="0" hangingPunct="1">
        <a:defRPr sz="2800" kern="1200">
          <a:solidFill>
            <a:schemeClr val="tx1"/>
          </a:solidFill>
          <a:latin typeface="+mn-lt"/>
          <a:ea typeface="+mn-ea"/>
          <a:cs typeface="+mn-cs"/>
        </a:defRPr>
      </a:lvl5pPr>
      <a:lvl6pPr marL="3508753" algn="l" defTabSz="701750" rtl="0" eaLnBrk="1" latinLnBrk="0" hangingPunct="1">
        <a:defRPr sz="2800" kern="1200">
          <a:solidFill>
            <a:schemeClr val="tx1"/>
          </a:solidFill>
          <a:latin typeface="+mn-lt"/>
          <a:ea typeface="+mn-ea"/>
          <a:cs typeface="+mn-cs"/>
        </a:defRPr>
      </a:lvl6pPr>
      <a:lvl7pPr marL="4210552" algn="l" defTabSz="701750" rtl="0" eaLnBrk="1" latinLnBrk="0" hangingPunct="1">
        <a:defRPr sz="2800" kern="1200">
          <a:solidFill>
            <a:schemeClr val="tx1"/>
          </a:solidFill>
          <a:latin typeface="+mn-lt"/>
          <a:ea typeface="+mn-ea"/>
          <a:cs typeface="+mn-cs"/>
        </a:defRPr>
      </a:lvl7pPr>
      <a:lvl8pPr marL="4912287" algn="l" defTabSz="701750" rtl="0" eaLnBrk="1" latinLnBrk="0" hangingPunct="1">
        <a:defRPr sz="2800" kern="1200">
          <a:solidFill>
            <a:schemeClr val="tx1"/>
          </a:solidFill>
          <a:latin typeface="+mn-lt"/>
          <a:ea typeface="+mn-ea"/>
          <a:cs typeface="+mn-cs"/>
        </a:defRPr>
      </a:lvl8pPr>
      <a:lvl9pPr marL="5614032" algn="l" defTabSz="701750" rtl="0" eaLnBrk="1" latinLnBrk="0" hangingPunct="1">
        <a:defRPr sz="2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9398743"/>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 id="2147483771" r:id="rId18"/>
    <p:sldLayoutId id="2147483772" r:id="rId19"/>
    <p:sldLayoutId id="2147483773" r:id="rId20"/>
    <p:sldLayoutId id="2147483774" r:id="rId21"/>
    <p:sldLayoutId id="2147483775" r:id="rId22"/>
    <p:sldLayoutId id="2147483776" r:id="rId23"/>
    <p:sldLayoutId id="2147483777" r:id="rId24"/>
    <p:sldLayoutId id="2147483778" r:id="rId25"/>
    <p:sldLayoutId id="2147483779" r:id="rId26"/>
    <p:sldLayoutId id="2147484069" r:id="rId27"/>
    <p:sldLayoutId id="2147484070" r:id="rId28"/>
    <p:sldLayoutId id="2147483984" r:id="rId29"/>
    <p:sldLayoutId id="2147483986" r:id="rId30"/>
    <p:sldLayoutId id="2147483987" r:id="rId31"/>
    <p:sldLayoutId id="2147483998" r:id="rId32"/>
    <p:sldLayoutId id="2147484000" r:id="rId33"/>
    <p:sldLayoutId id="2147484068"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701863" rtl="0" eaLnBrk="1" latinLnBrk="0" hangingPunct="1">
        <a:spcBef>
          <a:spcPct val="0"/>
        </a:spcBef>
        <a:buNone/>
        <a:defRPr sz="5500" b="0" kern="1200">
          <a:solidFill>
            <a:schemeClr val="tx1"/>
          </a:solidFill>
          <a:latin typeface="+mj-lt"/>
          <a:ea typeface="+mj-ea"/>
          <a:cs typeface="+mj-cs"/>
        </a:defRPr>
      </a:lvl1pPr>
    </p:titleStyle>
    <p:bodyStyle>
      <a:lvl1pPr marL="0" indent="0" algn="l" defTabSz="701863" rtl="0" eaLnBrk="1" latinLnBrk="0" hangingPunct="1">
        <a:spcBef>
          <a:spcPct val="20000"/>
        </a:spcBef>
        <a:buFont typeface="Courier New"/>
        <a:buNone/>
        <a:defRPr sz="3700" b="1" kern="1200">
          <a:solidFill>
            <a:srgbClr val="FFFFFF"/>
          </a:solidFill>
          <a:latin typeface="+mn-lt"/>
          <a:ea typeface="+mn-ea"/>
          <a:cs typeface="+mn-cs"/>
        </a:defRPr>
      </a:lvl1pPr>
      <a:lvl2pPr marL="701863" indent="0" algn="l" defTabSz="701863" rtl="0" eaLnBrk="1" latinLnBrk="0" hangingPunct="1">
        <a:spcBef>
          <a:spcPct val="20000"/>
        </a:spcBef>
        <a:buFont typeface="Arial"/>
        <a:buNone/>
        <a:defRPr sz="3700" kern="1200">
          <a:solidFill>
            <a:schemeClr val="tx1"/>
          </a:solidFill>
          <a:latin typeface="+mn-lt"/>
          <a:ea typeface="+mn-ea"/>
          <a:cs typeface="+mn-cs"/>
        </a:defRPr>
      </a:lvl2pPr>
      <a:lvl3pPr marL="679929" indent="-350930" algn="l" defTabSz="701863" rtl="0" eaLnBrk="1" latinLnBrk="0" hangingPunct="1">
        <a:spcBef>
          <a:spcPct val="20000"/>
        </a:spcBef>
        <a:buFont typeface="Arial"/>
        <a:buChar char="•"/>
        <a:defRPr sz="3100" b="1" kern="1200">
          <a:solidFill>
            <a:schemeClr val="bg1"/>
          </a:solidFill>
          <a:latin typeface="+mn-lt"/>
          <a:ea typeface="+mn-ea"/>
          <a:cs typeface="+mn-cs"/>
        </a:defRPr>
      </a:lvl3pPr>
      <a:lvl4pPr marL="1364748" indent="-350930" algn="l" defTabSz="701863" rtl="0" eaLnBrk="1" latinLnBrk="0" hangingPunct="1">
        <a:spcBef>
          <a:spcPct val="20000"/>
        </a:spcBef>
        <a:buFont typeface="Arial"/>
        <a:buChar char="•"/>
        <a:tabLst/>
        <a:defRPr sz="2800" kern="1200">
          <a:solidFill>
            <a:srgbClr val="FFFFFF"/>
          </a:solidFill>
          <a:latin typeface="+mn-lt"/>
          <a:ea typeface="+mn-ea"/>
          <a:cs typeface="+mn-cs"/>
        </a:defRPr>
      </a:lvl4pPr>
      <a:lvl5pPr marL="1652317" indent="0" algn="l" defTabSz="701863" rtl="0" eaLnBrk="1" latinLnBrk="0" hangingPunct="1">
        <a:spcBef>
          <a:spcPct val="20000"/>
        </a:spcBef>
        <a:buFont typeface="Arial"/>
        <a:buNone/>
        <a:defRPr sz="2600" kern="1200">
          <a:solidFill>
            <a:schemeClr val="tx1"/>
          </a:solidFill>
          <a:latin typeface="+mn-lt"/>
          <a:ea typeface="+mn-ea"/>
          <a:cs typeface="+mn-cs"/>
        </a:defRPr>
      </a:lvl5pPr>
      <a:lvl6pPr marL="3860266" indent="-350930" algn="l" defTabSz="701863" rtl="0" eaLnBrk="1" latinLnBrk="0" hangingPunct="1">
        <a:spcBef>
          <a:spcPct val="20000"/>
        </a:spcBef>
        <a:buFont typeface="Arial"/>
        <a:buChar char="•"/>
        <a:defRPr sz="3100" kern="1200">
          <a:solidFill>
            <a:schemeClr val="tx1"/>
          </a:solidFill>
          <a:latin typeface="+mn-lt"/>
          <a:ea typeface="+mn-ea"/>
          <a:cs typeface="+mn-cs"/>
        </a:defRPr>
      </a:lvl6pPr>
      <a:lvl7pPr marL="4562152" indent="-350930" algn="l" defTabSz="701863" rtl="0" eaLnBrk="1" latinLnBrk="0" hangingPunct="1">
        <a:spcBef>
          <a:spcPct val="20000"/>
        </a:spcBef>
        <a:buFont typeface="Arial"/>
        <a:buChar char="•"/>
        <a:defRPr sz="3100" kern="1200">
          <a:solidFill>
            <a:schemeClr val="tx1"/>
          </a:solidFill>
          <a:latin typeface="+mn-lt"/>
          <a:ea typeface="+mn-ea"/>
          <a:cs typeface="+mn-cs"/>
        </a:defRPr>
      </a:lvl7pPr>
      <a:lvl8pPr marL="5264007" indent="-350930" algn="l" defTabSz="701863" rtl="0" eaLnBrk="1" latinLnBrk="0" hangingPunct="1">
        <a:spcBef>
          <a:spcPct val="20000"/>
        </a:spcBef>
        <a:buFont typeface="Arial"/>
        <a:buChar char="•"/>
        <a:defRPr sz="3100" kern="1200">
          <a:solidFill>
            <a:schemeClr val="tx1"/>
          </a:solidFill>
          <a:latin typeface="+mn-lt"/>
          <a:ea typeface="+mn-ea"/>
          <a:cs typeface="+mn-cs"/>
        </a:defRPr>
      </a:lvl8pPr>
      <a:lvl9pPr marL="5965869" indent="-350930" algn="l" defTabSz="701863" rtl="0" eaLnBrk="1" latinLnBrk="0" hangingPunct="1">
        <a:spcBef>
          <a:spcPct val="20000"/>
        </a:spcBef>
        <a:buFont typeface="Arial"/>
        <a:buChar char="•"/>
        <a:defRPr sz="3100" kern="1200">
          <a:solidFill>
            <a:schemeClr val="tx1"/>
          </a:solidFill>
          <a:latin typeface="+mn-lt"/>
          <a:ea typeface="+mn-ea"/>
          <a:cs typeface="+mn-cs"/>
        </a:defRPr>
      </a:lvl9pPr>
    </p:bodyStyle>
    <p:otherStyle>
      <a:defPPr>
        <a:defRPr lang="en-US"/>
      </a:defPPr>
      <a:lvl1pPr marL="0" algn="l" defTabSz="701863" rtl="0" eaLnBrk="1" latinLnBrk="0" hangingPunct="1">
        <a:defRPr sz="2800" kern="1200">
          <a:solidFill>
            <a:schemeClr val="tx1"/>
          </a:solidFill>
          <a:latin typeface="+mn-lt"/>
          <a:ea typeface="+mn-ea"/>
          <a:cs typeface="+mn-cs"/>
        </a:defRPr>
      </a:lvl1pPr>
      <a:lvl2pPr marL="701863" algn="l" defTabSz="701863" rtl="0" eaLnBrk="1" latinLnBrk="0" hangingPunct="1">
        <a:defRPr sz="2800" kern="1200">
          <a:solidFill>
            <a:schemeClr val="tx1"/>
          </a:solidFill>
          <a:latin typeface="+mn-lt"/>
          <a:ea typeface="+mn-ea"/>
          <a:cs typeface="+mn-cs"/>
        </a:defRPr>
      </a:lvl2pPr>
      <a:lvl3pPr marL="1403731" algn="l" defTabSz="701863" rtl="0" eaLnBrk="1" latinLnBrk="0" hangingPunct="1">
        <a:defRPr sz="2800" kern="1200">
          <a:solidFill>
            <a:schemeClr val="tx1"/>
          </a:solidFill>
          <a:latin typeface="+mn-lt"/>
          <a:ea typeface="+mn-ea"/>
          <a:cs typeface="+mn-cs"/>
        </a:defRPr>
      </a:lvl3pPr>
      <a:lvl4pPr marL="2105600" algn="l" defTabSz="701863" rtl="0" eaLnBrk="1" latinLnBrk="0" hangingPunct="1">
        <a:defRPr sz="2800" kern="1200">
          <a:solidFill>
            <a:schemeClr val="tx1"/>
          </a:solidFill>
          <a:latin typeface="+mn-lt"/>
          <a:ea typeface="+mn-ea"/>
          <a:cs typeface="+mn-cs"/>
        </a:defRPr>
      </a:lvl4pPr>
      <a:lvl5pPr marL="2807465" algn="l" defTabSz="701863" rtl="0" eaLnBrk="1" latinLnBrk="0" hangingPunct="1">
        <a:defRPr sz="2800" kern="1200">
          <a:solidFill>
            <a:schemeClr val="tx1"/>
          </a:solidFill>
          <a:latin typeface="+mn-lt"/>
          <a:ea typeface="+mn-ea"/>
          <a:cs typeface="+mn-cs"/>
        </a:defRPr>
      </a:lvl5pPr>
      <a:lvl6pPr marL="3509316" algn="l" defTabSz="701863" rtl="0" eaLnBrk="1" latinLnBrk="0" hangingPunct="1">
        <a:defRPr sz="2800" kern="1200">
          <a:solidFill>
            <a:schemeClr val="tx1"/>
          </a:solidFill>
          <a:latin typeface="+mn-lt"/>
          <a:ea typeface="+mn-ea"/>
          <a:cs typeface="+mn-cs"/>
        </a:defRPr>
      </a:lvl6pPr>
      <a:lvl7pPr marL="4211225" algn="l" defTabSz="701863" rtl="0" eaLnBrk="1" latinLnBrk="0" hangingPunct="1">
        <a:defRPr sz="2800" kern="1200">
          <a:solidFill>
            <a:schemeClr val="tx1"/>
          </a:solidFill>
          <a:latin typeface="+mn-lt"/>
          <a:ea typeface="+mn-ea"/>
          <a:cs typeface="+mn-cs"/>
        </a:defRPr>
      </a:lvl7pPr>
      <a:lvl8pPr marL="4913073" algn="l" defTabSz="701863" rtl="0" eaLnBrk="1" latinLnBrk="0" hangingPunct="1">
        <a:defRPr sz="2800" kern="1200">
          <a:solidFill>
            <a:schemeClr val="tx1"/>
          </a:solidFill>
          <a:latin typeface="+mn-lt"/>
          <a:ea typeface="+mn-ea"/>
          <a:cs typeface="+mn-cs"/>
        </a:defRPr>
      </a:lvl8pPr>
      <a:lvl9pPr marL="5614932" algn="l" defTabSz="701863" rtl="0" eaLnBrk="1" latinLnBrk="0" hangingPunct="1">
        <a:defRPr sz="2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9679954"/>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 id="2147483797" r:id="rId17"/>
    <p:sldLayoutId id="2147483798" r:id="rId18"/>
    <p:sldLayoutId id="2147483799" r:id="rId19"/>
    <p:sldLayoutId id="2147483800" r:id="rId20"/>
    <p:sldLayoutId id="2147483801" r:id="rId21"/>
    <p:sldLayoutId id="2147483802" r:id="rId22"/>
    <p:sldLayoutId id="2147483803" r:id="rId23"/>
    <p:sldLayoutId id="2147483804" r:id="rId24"/>
    <p:sldLayoutId id="2147483805" r:id="rId25"/>
    <p:sldLayoutId id="2147483806" r:id="rId26"/>
    <p:sldLayoutId id="2147484062" r:id="rId2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701976" rtl="0" eaLnBrk="1" latinLnBrk="0" hangingPunct="1">
        <a:spcBef>
          <a:spcPct val="0"/>
        </a:spcBef>
        <a:buNone/>
        <a:defRPr sz="5500" b="0" kern="1200">
          <a:solidFill>
            <a:schemeClr val="tx1"/>
          </a:solidFill>
          <a:latin typeface="+mj-lt"/>
          <a:ea typeface="+mj-ea"/>
          <a:cs typeface="+mj-cs"/>
        </a:defRPr>
      </a:lvl1pPr>
    </p:titleStyle>
    <p:bodyStyle>
      <a:lvl1pPr marL="0" indent="0" algn="l" defTabSz="701976" rtl="0" eaLnBrk="1" latinLnBrk="0" hangingPunct="1">
        <a:spcBef>
          <a:spcPct val="20000"/>
        </a:spcBef>
        <a:buFont typeface="Courier New"/>
        <a:buNone/>
        <a:defRPr sz="3700" b="1" kern="1200">
          <a:solidFill>
            <a:srgbClr val="FFFFFF"/>
          </a:solidFill>
          <a:latin typeface="+mn-lt"/>
          <a:ea typeface="+mn-ea"/>
          <a:cs typeface="+mn-cs"/>
        </a:defRPr>
      </a:lvl1pPr>
      <a:lvl2pPr marL="701976" indent="0" algn="l" defTabSz="701976" rtl="0" eaLnBrk="1" latinLnBrk="0" hangingPunct="1">
        <a:spcBef>
          <a:spcPct val="20000"/>
        </a:spcBef>
        <a:buFont typeface="Arial"/>
        <a:buNone/>
        <a:defRPr sz="3700" kern="1200">
          <a:solidFill>
            <a:schemeClr val="tx1"/>
          </a:solidFill>
          <a:latin typeface="+mn-lt"/>
          <a:ea typeface="+mn-ea"/>
          <a:cs typeface="+mn-cs"/>
        </a:defRPr>
      </a:lvl2pPr>
      <a:lvl3pPr marL="680038" indent="-350986" algn="l" defTabSz="701976" rtl="0" eaLnBrk="1" latinLnBrk="0" hangingPunct="1">
        <a:spcBef>
          <a:spcPct val="20000"/>
        </a:spcBef>
        <a:buFont typeface="Arial"/>
        <a:buChar char="•"/>
        <a:defRPr sz="3100" b="1" kern="1200">
          <a:solidFill>
            <a:schemeClr val="bg1"/>
          </a:solidFill>
          <a:latin typeface="+mn-lt"/>
          <a:ea typeface="+mn-ea"/>
          <a:cs typeface="+mn-cs"/>
        </a:defRPr>
      </a:lvl3pPr>
      <a:lvl4pPr marL="1364966" indent="-350986" algn="l" defTabSz="701976" rtl="0" eaLnBrk="1" latinLnBrk="0" hangingPunct="1">
        <a:spcBef>
          <a:spcPct val="20000"/>
        </a:spcBef>
        <a:buFont typeface="Arial"/>
        <a:buChar char="•"/>
        <a:tabLst/>
        <a:defRPr sz="2800" kern="1200">
          <a:solidFill>
            <a:srgbClr val="FFFFFF"/>
          </a:solidFill>
          <a:latin typeface="+mn-lt"/>
          <a:ea typeface="+mn-ea"/>
          <a:cs typeface="+mn-cs"/>
        </a:defRPr>
      </a:lvl4pPr>
      <a:lvl5pPr marL="1652581" indent="0" algn="l" defTabSz="701976" rtl="0" eaLnBrk="1" latinLnBrk="0" hangingPunct="1">
        <a:spcBef>
          <a:spcPct val="20000"/>
        </a:spcBef>
        <a:buFont typeface="Arial"/>
        <a:buNone/>
        <a:defRPr sz="2600" kern="1200">
          <a:solidFill>
            <a:schemeClr val="tx1"/>
          </a:solidFill>
          <a:latin typeface="+mn-lt"/>
          <a:ea typeface="+mn-ea"/>
          <a:cs typeface="+mn-cs"/>
        </a:defRPr>
      </a:lvl5pPr>
      <a:lvl6pPr marL="3860884" indent="-350986" algn="l" defTabSz="701976" rtl="0" eaLnBrk="1" latinLnBrk="0" hangingPunct="1">
        <a:spcBef>
          <a:spcPct val="20000"/>
        </a:spcBef>
        <a:buFont typeface="Arial"/>
        <a:buChar char="•"/>
        <a:defRPr sz="3100" kern="1200">
          <a:solidFill>
            <a:schemeClr val="tx1"/>
          </a:solidFill>
          <a:latin typeface="+mn-lt"/>
          <a:ea typeface="+mn-ea"/>
          <a:cs typeface="+mn-cs"/>
        </a:defRPr>
      </a:lvl6pPr>
      <a:lvl7pPr marL="4562882" indent="-350986" algn="l" defTabSz="701976" rtl="0" eaLnBrk="1" latinLnBrk="0" hangingPunct="1">
        <a:spcBef>
          <a:spcPct val="20000"/>
        </a:spcBef>
        <a:buFont typeface="Arial"/>
        <a:buChar char="•"/>
        <a:defRPr sz="3100" kern="1200">
          <a:solidFill>
            <a:schemeClr val="tx1"/>
          </a:solidFill>
          <a:latin typeface="+mn-lt"/>
          <a:ea typeface="+mn-ea"/>
          <a:cs typeface="+mn-cs"/>
        </a:defRPr>
      </a:lvl7pPr>
      <a:lvl8pPr marL="5264850" indent="-350986" algn="l" defTabSz="701976" rtl="0" eaLnBrk="1" latinLnBrk="0" hangingPunct="1">
        <a:spcBef>
          <a:spcPct val="20000"/>
        </a:spcBef>
        <a:buFont typeface="Arial"/>
        <a:buChar char="•"/>
        <a:defRPr sz="3100" kern="1200">
          <a:solidFill>
            <a:schemeClr val="tx1"/>
          </a:solidFill>
          <a:latin typeface="+mn-lt"/>
          <a:ea typeface="+mn-ea"/>
          <a:cs typeface="+mn-cs"/>
        </a:defRPr>
      </a:lvl8pPr>
      <a:lvl9pPr marL="5966823" indent="-350986" algn="l" defTabSz="701976" rtl="0" eaLnBrk="1" latinLnBrk="0" hangingPunct="1">
        <a:spcBef>
          <a:spcPct val="20000"/>
        </a:spcBef>
        <a:buFont typeface="Arial"/>
        <a:buChar char="•"/>
        <a:defRPr sz="3100" kern="1200">
          <a:solidFill>
            <a:schemeClr val="tx1"/>
          </a:solidFill>
          <a:latin typeface="+mn-lt"/>
          <a:ea typeface="+mn-ea"/>
          <a:cs typeface="+mn-cs"/>
        </a:defRPr>
      </a:lvl9pPr>
    </p:bodyStyle>
    <p:otherStyle>
      <a:defPPr>
        <a:defRPr lang="en-US"/>
      </a:defPPr>
      <a:lvl1pPr marL="0" algn="l" defTabSz="701976" rtl="0" eaLnBrk="1" latinLnBrk="0" hangingPunct="1">
        <a:defRPr sz="2800" kern="1200">
          <a:solidFill>
            <a:schemeClr val="tx1"/>
          </a:solidFill>
          <a:latin typeface="+mn-lt"/>
          <a:ea typeface="+mn-ea"/>
          <a:cs typeface="+mn-cs"/>
        </a:defRPr>
      </a:lvl1pPr>
      <a:lvl2pPr marL="701976" algn="l" defTabSz="701976" rtl="0" eaLnBrk="1" latinLnBrk="0" hangingPunct="1">
        <a:defRPr sz="2800" kern="1200">
          <a:solidFill>
            <a:schemeClr val="tx1"/>
          </a:solidFill>
          <a:latin typeface="+mn-lt"/>
          <a:ea typeface="+mn-ea"/>
          <a:cs typeface="+mn-cs"/>
        </a:defRPr>
      </a:lvl2pPr>
      <a:lvl3pPr marL="1403957" algn="l" defTabSz="701976" rtl="0" eaLnBrk="1" latinLnBrk="0" hangingPunct="1">
        <a:defRPr sz="2800" kern="1200">
          <a:solidFill>
            <a:schemeClr val="tx1"/>
          </a:solidFill>
          <a:latin typeface="+mn-lt"/>
          <a:ea typeface="+mn-ea"/>
          <a:cs typeface="+mn-cs"/>
        </a:defRPr>
      </a:lvl3pPr>
      <a:lvl4pPr marL="2105936" algn="l" defTabSz="701976" rtl="0" eaLnBrk="1" latinLnBrk="0" hangingPunct="1">
        <a:defRPr sz="2800" kern="1200">
          <a:solidFill>
            <a:schemeClr val="tx1"/>
          </a:solidFill>
          <a:latin typeface="+mn-lt"/>
          <a:ea typeface="+mn-ea"/>
          <a:cs typeface="+mn-cs"/>
        </a:defRPr>
      </a:lvl4pPr>
      <a:lvl5pPr marL="2807915" algn="l" defTabSz="701976" rtl="0" eaLnBrk="1" latinLnBrk="0" hangingPunct="1">
        <a:defRPr sz="2800" kern="1200">
          <a:solidFill>
            <a:schemeClr val="tx1"/>
          </a:solidFill>
          <a:latin typeface="+mn-lt"/>
          <a:ea typeface="+mn-ea"/>
          <a:cs typeface="+mn-cs"/>
        </a:defRPr>
      </a:lvl5pPr>
      <a:lvl6pPr marL="3509880" algn="l" defTabSz="701976" rtl="0" eaLnBrk="1" latinLnBrk="0" hangingPunct="1">
        <a:defRPr sz="2800" kern="1200">
          <a:solidFill>
            <a:schemeClr val="tx1"/>
          </a:solidFill>
          <a:latin typeface="+mn-lt"/>
          <a:ea typeface="+mn-ea"/>
          <a:cs typeface="+mn-cs"/>
        </a:defRPr>
      </a:lvl6pPr>
      <a:lvl7pPr marL="4211897" algn="l" defTabSz="701976" rtl="0" eaLnBrk="1" latinLnBrk="0" hangingPunct="1">
        <a:defRPr sz="2800" kern="1200">
          <a:solidFill>
            <a:schemeClr val="tx1"/>
          </a:solidFill>
          <a:latin typeface="+mn-lt"/>
          <a:ea typeface="+mn-ea"/>
          <a:cs typeface="+mn-cs"/>
        </a:defRPr>
      </a:lvl7pPr>
      <a:lvl8pPr marL="4913859" algn="l" defTabSz="701976" rtl="0" eaLnBrk="1" latinLnBrk="0" hangingPunct="1">
        <a:defRPr sz="2800" kern="1200">
          <a:solidFill>
            <a:schemeClr val="tx1"/>
          </a:solidFill>
          <a:latin typeface="+mn-lt"/>
          <a:ea typeface="+mn-ea"/>
          <a:cs typeface="+mn-cs"/>
        </a:defRPr>
      </a:lvl8pPr>
      <a:lvl9pPr marL="5615830" algn="l" defTabSz="701976" rtl="0" eaLnBrk="1" latinLnBrk="0" hangingPunct="1">
        <a:defRPr sz="2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590502"/>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 id="2147483819" r:id="rId12"/>
    <p:sldLayoutId id="2147483820" r:id="rId13"/>
    <p:sldLayoutId id="2147483821" r:id="rId14"/>
    <p:sldLayoutId id="2147483822" r:id="rId15"/>
    <p:sldLayoutId id="2147483823" r:id="rId16"/>
    <p:sldLayoutId id="2147483824" r:id="rId17"/>
    <p:sldLayoutId id="2147483825" r:id="rId18"/>
    <p:sldLayoutId id="2147483826" r:id="rId19"/>
    <p:sldLayoutId id="2147483827" r:id="rId20"/>
    <p:sldLayoutId id="2147483828" r:id="rId21"/>
    <p:sldLayoutId id="2147483829" r:id="rId22"/>
    <p:sldLayoutId id="2147483830" r:id="rId23"/>
    <p:sldLayoutId id="2147483831" r:id="rId24"/>
    <p:sldLayoutId id="2147483832" r:id="rId25"/>
    <p:sldLayoutId id="2147483833" r:id="rId26"/>
    <p:sldLayoutId id="2147483969" r:id="rId27"/>
    <p:sldLayoutId id="2147484064"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702145" rtl="0" eaLnBrk="1" latinLnBrk="0" hangingPunct="1">
        <a:spcBef>
          <a:spcPct val="0"/>
        </a:spcBef>
        <a:buNone/>
        <a:defRPr sz="5500" b="0" kern="1200">
          <a:solidFill>
            <a:schemeClr val="tx1"/>
          </a:solidFill>
          <a:latin typeface="+mj-lt"/>
          <a:ea typeface="+mj-ea"/>
          <a:cs typeface="+mj-cs"/>
        </a:defRPr>
      </a:lvl1pPr>
    </p:titleStyle>
    <p:bodyStyle>
      <a:lvl1pPr marL="0" indent="0" algn="l" defTabSz="702145" rtl="0" eaLnBrk="1" latinLnBrk="0" hangingPunct="1">
        <a:spcBef>
          <a:spcPct val="20000"/>
        </a:spcBef>
        <a:buFont typeface="Courier New"/>
        <a:buNone/>
        <a:defRPr sz="3700" b="1" kern="1200">
          <a:solidFill>
            <a:srgbClr val="FFFFFF"/>
          </a:solidFill>
          <a:latin typeface="+mn-lt"/>
          <a:ea typeface="+mn-ea"/>
          <a:cs typeface="+mn-cs"/>
        </a:defRPr>
      </a:lvl1pPr>
      <a:lvl2pPr marL="702145" indent="0" algn="l" defTabSz="702145" rtl="0" eaLnBrk="1" latinLnBrk="0" hangingPunct="1">
        <a:spcBef>
          <a:spcPct val="20000"/>
        </a:spcBef>
        <a:buFont typeface="Arial"/>
        <a:buNone/>
        <a:defRPr sz="3700" kern="1200">
          <a:solidFill>
            <a:schemeClr val="tx1"/>
          </a:solidFill>
          <a:latin typeface="+mn-lt"/>
          <a:ea typeface="+mn-ea"/>
          <a:cs typeface="+mn-cs"/>
        </a:defRPr>
      </a:lvl2pPr>
      <a:lvl3pPr marL="680202" indent="-351071" algn="l" defTabSz="702145" rtl="0" eaLnBrk="1" latinLnBrk="0" hangingPunct="1">
        <a:spcBef>
          <a:spcPct val="20000"/>
        </a:spcBef>
        <a:buFont typeface="Arial"/>
        <a:buChar char="•"/>
        <a:defRPr sz="3100" b="1" kern="1200">
          <a:solidFill>
            <a:schemeClr val="bg1"/>
          </a:solidFill>
          <a:latin typeface="+mn-lt"/>
          <a:ea typeface="+mn-ea"/>
          <a:cs typeface="+mn-cs"/>
        </a:defRPr>
      </a:lvl3pPr>
      <a:lvl4pPr marL="1365293" indent="-351071" algn="l" defTabSz="702145" rtl="0" eaLnBrk="1" latinLnBrk="0" hangingPunct="1">
        <a:spcBef>
          <a:spcPct val="20000"/>
        </a:spcBef>
        <a:buFont typeface="Arial"/>
        <a:buChar char="•"/>
        <a:tabLst/>
        <a:defRPr sz="2800" kern="1200">
          <a:solidFill>
            <a:srgbClr val="FFFFFF"/>
          </a:solidFill>
          <a:latin typeface="+mn-lt"/>
          <a:ea typeface="+mn-ea"/>
          <a:cs typeface="+mn-cs"/>
        </a:defRPr>
      </a:lvl4pPr>
      <a:lvl5pPr marL="1652977" indent="0" algn="l" defTabSz="702145" rtl="0" eaLnBrk="1" latinLnBrk="0" hangingPunct="1">
        <a:spcBef>
          <a:spcPct val="20000"/>
        </a:spcBef>
        <a:buFont typeface="Arial"/>
        <a:buNone/>
        <a:defRPr sz="2600" kern="1200">
          <a:solidFill>
            <a:schemeClr val="tx1"/>
          </a:solidFill>
          <a:latin typeface="+mn-lt"/>
          <a:ea typeface="+mn-ea"/>
          <a:cs typeface="+mn-cs"/>
        </a:defRPr>
      </a:lvl5pPr>
      <a:lvl6pPr marL="3861811" indent="-351071" algn="l" defTabSz="702145" rtl="0" eaLnBrk="1" latinLnBrk="0" hangingPunct="1">
        <a:spcBef>
          <a:spcPct val="20000"/>
        </a:spcBef>
        <a:buFont typeface="Arial"/>
        <a:buChar char="•"/>
        <a:defRPr sz="3100" kern="1200">
          <a:solidFill>
            <a:schemeClr val="tx1"/>
          </a:solidFill>
          <a:latin typeface="+mn-lt"/>
          <a:ea typeface="+mn-ea"/>
          <a:cs typeface="+mn-cs"/>
        </a:defRPr>
      </a:lvl6pPr>
      <a:lvl7pPr marL="4563974" indent="-351071" algn="l" defTabSz="702145" rtl="0" eaLnBrk="1" latinLnBrk="0" hangingPunct="1">
        <a:spcBef>
          <a:spcPct val="20000"/>
        </a:spcBef>
        <a:buFont typeface="Arial"/>
        <a:buChar char="•"/>
        <a:defRPr sz="3100" kern="1200">
          <a:solidFill>
            <a:schemeClr val="tx1"/>
          </a:solidFill>
          <a:latin typeface="+mn-lt"/>
          <a:ea typeface="+mn-ea"/>
          <a:cs typeface="+mn-cs"/>
        </a:defRPr>
      </a:lvl7pPr>
      <a:lvl8pPr marL="5266114" indent="-351071" algn="l" defTabSz="702145" rtl="0" eaLnBrk="1" latinLnBrk="0" hangingPunct="1">
        <a:spcBef>
          <a:spcPct val="20000"/>
        </a:spcBef>
        <a:buFont typeface="Arial"/>
        <a:buChar char="•"/>
        <a:defRPr sz="3100" kern="1200">
          <a:solidFill>
            <a:schemeClr val="tx1"/>
          </a:solidFill>
          <a:latin typeface="+mn-lt"/>
          <a:ea typeface="+mn-ea"/>
          <a:cs typeface="+mn-cs"/>
        </a:defRPr>
      </a:lvl8pPr>
      <a:lvl9pPr marL="5968255" indent="-351071" algn="l" defTabSz="702145" rtl="0" eaLnBrk="1" latinLnBrk="0" hangingPunct="1">
        <a:spcBef>
          <a:spcPct val="20000"/>
        </a:spcBef>
        <a:buFont typeface="Arial"/>
        <a:buChar char="•"/>
        <a:defRPr sz="3100" kern="1200">
          <a:solidFill>
            <a:schemeClr val="tx1"/>
          </a:solidFill>
          <a:latin typeface="+mn-lt"/>
          <a:ea typeface="+mn-ea"/>
          <a:cs typeface="+mn-cs"/>
        </a:defRPr>
      </a:lvl9pPr>
    </p:bodyStyle>
    <p:otherStyle>
      <a:defPPr>
        <a:defRPr lang="en-US"/>
      </a:defPPr>
      <a:lvl1pPr marL="0" algn="l" defTabSz="702145" rtl="0" eaLnBrk="1" latinLnBrk="0" hangingPunct="1">
        <a:defRPr sz="2800" kern="1200">
          <a:solidFill>
            <a:schemeClr val="tx1"/>
          </a:solidFill>
          <a:latin typeface="+mn-lt"/>
          <a:ea typeface="+mn-ea"/>
          <a:cs typeface="+mn-cs"/>
        </a:defRPr>
      </a:lvl1pPr>
      <a:lvl2pPr marL="702145" algn="l" defTabSz="702145" rtl="0" eaLnBrk="1" latinLnBrk="0" hangingPunct="1">
        <a:defRPr sz="2800" kern="1200">
          <a:solidFill>
            <a:schemeClr val="tx1"/>
          </a:solidFill>
          <a:latin typeface="+mn-lt"/>
          <a:ea typeface="+mn-ea"/>
          <a:cs typeface="+mn-cs"/>
        </a:defRPr>
      </a:lvl2pPr>
      <a:lvl3pPr marL="1404294" algn="l" defTabSz="702145" rtl="0" eaLnBrk="1" latinLnBrk="0" hangingPunct="1">
        <a:defRPr sz="2800" kern="1200">
          <a:solidFill>
            <a:schemeClr val="tx1"/>
          </a:solidFill>
          <a:latin typeface="+mn-lt"/>
          <a:ea typeface="+mn-ea"/>
          <a:cs typeface="+mn-cs"/>
        </a:defRPr>
      </a:lvl3pPr>
      <a:lvl4pPr marL="2106441" algn="l" defTabSz="702145" rtl="0" eaLnBrk="1" latinLnBrk="0" hangingPunct="1">
        <a:defRPr sz="2800" kern="1200">
          <a:solidFill>
            <a:schemeClr val="tx1"/>
          </a:solidFill>
          <a:latin typeface="+mn-lt"/>
          <a:ea typeface="+mn-ea"/>
          <a:cs typeface="+mn-cs"/>
        </a:defRPr>
      </a:lvl4pPr>
      <a:lvl5pPr marL="2808590" algn="l" defTabSz="702145" rtl="0" eaLnBrk="1" latinLnBrk="0" hangingPunct="1">
        <a:defRPr sz="2800" kern="1200">
          <a:solidFill>
            <a:schemeClr val="tx1"/>
          </a:solidFill>
          <a:latin typeface="+mn-lt"/>
          <a:ea typeface="+mn-ea"/>
          <a:cs typeface="+mn-cs"/>
        </a:defRPr>
      </a:lvl5pPr>
      <a:lvl6pPr marL="3510725" algn="l" defTabSz="702145" rtl="0" eaLnBrk="1" latinLnBrk="0" hangingPunct="1">
        <a:defRPr sz="2800" kern="1200">
          <a:solidFill>
            <a:schemeClr val="tx1"/>
          </a:solidFill>
          <a:latin typeface="+mn-lt"/>
          <a:ea typeface="+mn-ea"/>
          <a:cs typeface="+mn-cs"/>
        </a:defRPr>
      </a:lvl6pPr>
      <a:lvl7pPr marL="4212907" algn="l" defTabSz="702145" rtl="0" eaLnBrk="1" latinLnBrk="0" hangingPunct="1">
        <a:defRPr sz="2800" kern="1200">
          <a:solidFill>
            <a:schemeClr val="tx1"/>
          </a:solidFill>
          <a:latin typeface="+mn-lt"/>
          <a:ea typeface="+mn-ea"/>
          <a:cs typeface="+mn-cs"/>
        </a:defRPr>
      </a:lvl7pPr>
      <a:lvl8pPr marL="4915037" algn="l" defTabSz="702145" rtl="0" eaLnBrk="1" latinLnBrk="0" hangingPunct="1">
        <a:defRPr sz="2800" kern="1200">
          <a:solidFill>
            <a:schemeClr val="tx1"/>
          </a:solidFill>
          <a:latin typeface="+mn-lt"/>
          <a:ea typeface="+mn-ea"/>
          <a:cs typeface="+mn-cs"/>
        </a:defRPr>
      </a:lvl8pPr>
      <a:lvl9pPr marL="5617179" algn="l" defTabSz="702145" rtl="0" eaLnBrk="1" latinLnBrk="0" hangingPunct="1">
        <a:defRPr sz="2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5934713"/>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847" r:id="rId13"/>
    <p:sldLayoutId id="2147483848" r:id="rId14"/>
    <p:sldLayoutId id="2147483849" r:id="rId15"/>
    <p:sldLayoutId id="2147483850" r:id="rId16"/>
    <p:sldLayoutId id="2147483851" r:id="rId17"/>
    <p:sldLayoutId id="2147483852" r:id="rId18"/>
    <p:sldLayoutId id="2147483853" r:id="rId19"/>
    <p:sldLayoutId id="2147483854" r:id="rId20"/>
    <p:sldLayoutId id="2147483855" r:id="rId21"/>
    <p:sldLayoutId id="2147483856" r:id="rId22"/>
    <p:sldLayoutId id="2147483857" r:id="rId23"/>
    <p:sldLayoutId id="2147483858" r:id="rId24"/>
    <p:sldLayoutId id="2147483859" r:id="rId25"/>
    <p:sldLayoutId id="2147483860" r:id="rId26"/>
    <p:sldLayoutId id="2147484063" r:id="rId2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702314" rtl="0" eaLnBrk="1" latinLnBrk="0" hangingPunct="1">
        <a:spcBef>
          <a:spcPct val="0"/>
        </a:spcBef>
        <a:buNone/>
        <a:defRPr sz="5500" b="0" kern="1200">
          <a:solidFill>
            <a:schemeClr val="tx1"/>
          </a:solidFill>
          <a:latin typeface="+mj-lt"/>
          <a:ea typeface="+mj-ea"/>
          <a:cs typeface="+mj-cs"/>
        </a:defRPr>
      </a:lvl1pPr>
    </p:titleStyle>
    <p:bodyStyle>
      <a:lvl1pPr marL="0" indent="0" algn="l" defTabSz="702314" rtl="0" eaLnBrk="1" latinLnBrk="0" hangingPunct="1">
        <a:spcBef>
          <a:spcPct val="20000"/>
        </a:spcBef>
        <a:buFont typeface="Courier New"/>
        <a:buNone/>
        <a:defRPr sz="3700" b="1" kern="1200">
          <a:solidFill>
            <a:srgbClr val="FFFFFF"/>
          </a:solidFill>
          <a:latin typeface="+mn-lt"/>
          <a:ea typeface="+mn-ea"/>
          <a:cs typeface="+mn-cs"/>
        </a:defRPr>
      </a:lvl1pPr>
      <a:lvl2pPr marL="702314" indent="0" algn="l" defTabSz="702314" rtl="0" eaLnBrk="1" latinLnBrk="0" hangingPunct="1">
        <a:spcBef>
          <a:spcPct val="20000"/>
        </a:spcBef>
        <a:buFont typeface="Arial"/>
        <a:buNone/>
        <a:defRPr sz="3700" kern="1200">
          <a:solidFill>
            <a:schemeClr val="tx1"/>
          </a:solidFill>
          <a:latin typeface="+mn-lt"/>
          <a:ea typeface="+mn-ea"/>
          <a:cs typeface="+mn-cs"/>
        </a:defRPr>
      </a:lvl2pPr>
      <a:lvl3pPr marL="680366" indent="-351155" algn="l" defTabSz="702314" rtl="0" eaLnBrk="1" latinLnBrk="0" hangingPunct="1">
        <a:spcBef>
          <a:spcPct val="20000"/>
        </a:spcBef>
        <a:buFont typeface="Arial"/>
        <a:buChar char="•"/>
        <a:defRPr sz="3100" b="1" kern="1200">
          <a:solidFill>
            <a:schemeClr val="bg1"/>
          </a:solidFill>
          <a:latin typeface="+mn-lt"/>
          <a:ea typeface="+mn-ea"/>
          <a:cs typeface="+mn-cs"/>
        </a:defRPr>
      </a:lvl3pPr>
      <a:lvl4pPr marL="1365621" indent="-351155" algn="l" defTabSz="702314" rtl="0" eaLnBrk="1" latinLnBrk="0" hangingPunct="1">
        <a:spcBef>
          <a:spcPct val="20000"/>
        </a:spcBef>
        <a:buFont typeface="Arial"/>
        <a:buChar char="•"/>
        <a:tabLst/>
        <a:defRPr sz="2800" kern="1200">
          <a:solidFill>
            <a:srgbClr val="FFFFFF"/>
          </a:solidFill>
          <a:latin typeface="+mn-lt"/>
          <a:ea typeface="+mn-ea"/>
          <a:cs typeface="+mn-cs"/>
        </a:defRPr>
      </a:lvl4pPr>
      <a:lvl5pPr marL="1653374" indent="0" algn="l" defTabSz="702314" rtl="0" eaLnBrk="1" latinLnBrk="0" hangingPunct="1">
        <a:spcBef>
          <a:spcPct val="20000"/>
        </a:spcBef>
        <a:buFont typeface="Arial"/>
        <a:buNone/>
        <a:defRPr sz="2600" kern="1200">
          <a:solidFill>
            <a:schemeClr val="tx1"/>
          </a:solidFill>
          <a:latin typeface="+mn-lt"/>
          <a:ea typeface="+mn-ea"/>
          <a:cs typeface="+mn-cs"/>
        </a:defRPr>
      </a:lvl5pPr>
      <a:lvl6pPr marL="3862739" indent="-351155" algn="l" defTabSz="702314" rtl="0" eaLnBrk="1" latinLnBrk="0" hangingPunct="1">
        <a:spcBef>
          <a:spcPct val="20000"/>
        </a:spcBef>
        <a:buFont typeface="Arial"/>
        <a:buChar char="•"/>
        <a:defRPr sz="3100" kern="1200">
          <a:solidFill>
            <a:schemeClr val="tx1"/>
          </a:solidFill>
          <a:latin typeface="+mn-lt"/>
          <a:ea typeface="+mn-ea"/>
          <a:cs typeface="+mn-cs"/>
        </a:defRPr>
      </a:lvl6pPr>
      <a:lvl7pPr marL="4565069" indent="-351155" algn="l" defTabSz="702314" rtl="0" eaLnBrk="1" latinLnBrk="0" hangingPunct="1">
        <a:spcBef>
          <a:spcPct val="20000"/>
        </a:spcBef>
        <a:buFont typeface="Arial"/>
        <a:buChar char="•"/>
        <a:defRPr sz="3100" kern="1200">
          <a:solidFill>
            <a:schemeClr val="tx1"/>
          </a:solidFill>
          <a:latin typeface="+mn-lt"/>
          <a:ea typeface="+mn-ea"/>
          <a:cs typeface="+mn-cs"/>
        </a:defRPr>
      </a:lvl7pPr>
      <a:lvl8pPr marL="5267378" indent="-351155" algn="l" defTabSz="702314" rtl="0" eaLnBrk="1" latinLnBrk="0" hangingPunct="1">
        <a:spcBef>
          <a:spcPct val="20000"/>
        </a:spcBef>
        <a:buFont typeface="Arial"/>
        <a:buChar char="•"/>
        <a:defRPr sz="3100" kern="1200">
          <a:solidFill>
            <a:schemeClr val="tx1"/>
          </a:solidFill>
          <a:latin typeface="+mn-lt"/>
          <a:ea typeface="+mn-ea"/>
          <a:cs typeface="+mn-cs"/>
        </a:defRPr>
      </a:lvl8pPr>
      <a:lvl9pPr marL="5969687" indent="-351155" algn="l" defTabSz="702314" rtl="0" eaLnBrk="1" latinLnBrk="0" hangingPunct="1">
        <a:spcBef>
          <a:spcPct val="20000"/>
        </a:spcBef>
        <a:buFont typeface="Arial"/>
        <a:buChar char="•"/>
        <a:defRPr sz="3100" kern="1200">
          <a:solidFill>
            <a:schemeClr val="tx1"/>
          </a:solidFill>
          <a:latin typeface="+mn-lt"/>
          <a:ea typeface="+mn-ea"/>
          <a:cs typeface="+mn-cs"/>
        </a:defRPr>
      </a:lvl9pPr>
    </p:bodyStyle>
    <p:otherStyle>
      <a:defPPr>
        <a:defRPr lang="en-US"/>
      </a:defPPr>
      <a:lvl1pPr marL="0" algn="l" defTabSz="702314" rtl="0" eaLnBrk="1" latinLnBrk="0" hangingPunct="1">
        <a:defRPr sz="2800" kern="1200">
          <a:solidFill>
            <a:schemeClr val="tx1"/>
          </a:solidFill>
          <a:latin typeface="+mn-lt"/>
          <a:ea typeface="+mn-ea"/>
          <a:cs typeface="+mn-cs"/>
        </a:defRPr>
      </a:lvl1pPr>
      <a:lvl2pPr marL="702314" algn="l" defTabSz="702314" rtl="0" eaLnBrk="1" latinLnBrk="0" hangingPunct="1">
        <a:defRPr sz="2800" kern="1200">
          <a:solidFill>
            <a:schemeClr val="tx1"/>
          </a:solidFill>
          <a:latin typeface="+mn-lt"/>
          <a:ea typeface="+mn-ea"/>
          <a:cs typeface="+mn-cs"/>
        </a:defRPr>
      </a:lvl2pPr>
      <a:lvl3pPr marL="1404631" algn="l" defTabSz="702314" rtl="0" eaLnBrk="1" latinLnBrk="0" hangingPunct="1">
        <a:defRPr sz="2800" kern="1200">
          <a:solidFill>
            <a:schemeClr val="tx1"/>
          </a:solidFill>
          <a:latin typeface="+mn-lt"/>
          <a:ea typeface="+mn-ea"/>
          <a:cs typeface="+mn-cs"/>
        </a:defRPr>
      </a:lvl3pPr>
      <a:lvl4pPr marL="2106946" algn="l" defTabSz="702314" rtl="0" eaLnBrk="1" latinLnBrk="0" hangingPunct="1">
        <a:defRPr sz="2800" kern="1200">
          <a:solidFill>
            <a:schemeClr val="tx1"/>
          </a:solidFill>
          <a:latin typeface="+mn-lt"/>
          <a:ea typeface="+mn-ea"/>
          <a:cs typeface="+mn-cs"/>
        </a:defRPr>
      </a:lvl4pPr>
      <a:lvl5pPr marL="2809265" algn="l" defTabSz="702314" rtl="0" eaLnBrk="1" latinLnBrk="0" hangingPunct="1">
        <a:defRPr sz="2800" kern="1200">
          <a:solidFill>
            <a:schemeClr val="tx1"/>
          </a:solidFill>
          <a:latin typeface="+mn-lt"/>
          <a:ea typeface="+mn-ea"/>
          <a:cs typeface="+mn-cs"/>
        </a:defRPr>
      </a:lvl5pPr>
      <a:lvl6pPr marL="3511571" algn="l" defTabSz="702314" rtl="0" eaLnBrk="1" latinLnBrk="0" hangingPunct="1">
        <a:defRPr sz="2800" kern="1200">
          <a:solidFill>
            <a:schemeClr val="tx1"/>
          </a:solidFill>
          <a:latin typeface="+mn-lt"/>
          <a:ea typeface="+mn-ea"/>
          <a:cs typeface="+mn-cs"/>
        </a:defRPr>
      </a:lvl6pPr>
      <a:lvl7pPr marL="4213916" algn="l" defTabSz="702314" rtl="0" eaLnBrk="1" latinLnBrk="0" hangingPunct="1">
        <a:defRPr sz="2800" kern="1200">
          <a:solidFill>
            <a:schemeClr val="tx1"/>
          </a:solidFill>
          <a:latin typeface="+mn-lt"/>
          <a:ea typeface="+mn-ea"/>
          <a:cs typeface="+mn-cs"/>
        </a:defRPr>
      </a:lvl7pPr>
      <a:lvl8pPr marL="4916215" algn="l" defTabSz="702314" rtl="0" eaLnBrk="1" latinLnBrk="0" hangingPunct="1">
        <a:defRPr sz="2800" kern="1200">
          <a:solidFill>
            <a:schemeClr val="tx1"/>
          </a:solidFill>
          <a:latin typeface="+mn-lt"/>
          <a:ea typeface="+mn-ea"/>
          <a:cs typeface="+mn-cs"/>
        </a:defRPr>
      </a:lvl8pPr>
      <a:lvl9pPr marL="5618528" algn="l" defTabSz="702314" rtl="0" eaLnBrk="1" latinLnBrk="0" hangingPunct="1">
        <a:defRPr sz="2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5934713"/>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 id="2147483875" r:id="rId14"/>
    <p:sldLayoutId id="2147483876" r:id="rId15"/>
    <p:sldLayoutId id="2147483877" r:id="rId16"/>
    <p:sldLayoutId id="2147483878" r:id="rId17"/>
    <p:sldLayoutId id="2147483879" r:id="rId18"/>
    <p:sldLayoutId id="2147483880" r:id="rId19"/>
    <p:sldLayoutId id="2147483881" r:id="rId20"/>
    <p:sldLayoutId id="2147483882" r:id="rId21"/>
    <p:sldLayoutId id="2147483883" r:id="rId22"/>
    <p:sldLayoutId id="2147483884" r:id="rId23"/>
    <p:sldLayoutId id="2147483885" r:id="rId24"/>
    <p:sldLayoutId id="2147483886" r:id="rId25"/>
    <p:sldLayoutId id="2147483887"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702483" rtl="0" eaLnBrk="1" latinLnBrk="0" hangingPunct="1">
        <a:spcBef>
          <a:spcPct val="0"/>
        </a:spcBef>
        <a:buNone/>
        <a:defRPr sz="5500" b="0" kern="1200">
          <a:solidFill>
            <a:schemeClr val="tx1"/>
          </a:solidFill>
          <a:latin typeface="+mj-lt"/>
          <a:ea typeface="+mj-ea"/>
          <a:cs typeface="+mj-cs"/>
        </a:defRPr>
      </a:lvl1pPr>
    </p:titleStyle>
    <p:bodyStyle>
      <a:lvl1pPr marL="0" indent="0" algn="l" defTabSz="702483" rtl="0" eaLnBrk="1" latinLnBrk="0" hangingPunct="1">
        <a:spcBef>
          <a:spcPct val="20000"/>
        </a:spcBef>
        <a:buFont typeface="Courier New"/>
        <a:buNone/>
        <a:defRPr sz="3700" b="1" kern="1200">
          <a:solidFill>
            <a:srgbClr val="FFFFFF"/>
          </a:solidFill>
          <a:latin typeface="+mn-lt"/>
          <a:ea typeface="+mn-ea"/>
          <a:cs typeface="+mn-cs"/>
        </a:defRPr>
      </a:lvl1pPr>
      <a:lvl2pPr marL="702483" indent="0" algn="l" defTabSz="702483" rtl="0" eaLnBrk="1" latinLnBrk="0" hangingPunct="1">
        <a:spcBef>
          <a:spcPct val="20000"/>
        </a:spcBef>
        <a:buFont typeface="Arial"/>
        <a:buNone/>
        <a:defRPr sz="3700" kern="1200">
          <a:solidFill>
            <a:schemeClr val="tx1"/>
          </a:solidFill>
          <a:latin typeface="+mn-lt"/>
          <a:ea typeface="+mn-ea"/>
          <a:cs typeface="+mn-cs"/>
        </a:defRPr>
      </a:lvl2pPr>
      <a:lvl3pPr marL="680529" indent="-351240" algn="l" defTabSz="702483" rtl="0" eaLnBrk="1" latinLnBrk="0" hangingPunct="1">
        <a:spcBef>
          <a:spcPct val="20000"/>
        </a:spcBef>
        <a:buFont typeface="Arial"/>
        <a:buChar char="•"/>
        <a:defRPr sz="3100" b="1" kern="1200">
          <a:solidFill>
            <a:schemeClr val="bg1"/>
          </a:solidFill>
          <a:latin typeface="+mn-lt"/>
          <a:ea typeface="+mn-ea"/>
          <a:cs typeface="+mn-cs"/>
        </a:defRPr>
      </a:lvl3pPr>
      <a:lvl4pPr marL="1365948" indent="-351240" algn="l" defTabSz="702483" rtl="0" eaLnBrk="1" latinLnBrk="0" hangingPunct="1">
        <a:spcBef>
          <a:spcPct val="20000"/>
        </a:spcBef>
        <a:buFont typeface="Arial"/>
        <a:buChar char="•"/>
        <a:tabLst/>
        <a:defRPr sz="2800" kern="1200">
          <a:solidFill>
            <a:srgbClr val="FFFFFF"/>
          </a:solidFill>
          <a:latin typeface="+mn-lt"/>
          <a:ea typeface="+mn-ea"/>
          <a:cs typeface="+mn-cs"/>
        </a:defRPr>
      </a:lvl4pPr>
      <a:lvl5pPr marL="1653770" indent="0" algn="l" defTabSz="702483" rtl="0" eaLnBrk="1" latinLnBrk="0" hangingPunct="1">
        <a:spcBef>
          <a:spcPct val="20000"/>
        </a:spcBef>
        <a:buFont typeface="Arial"/>
        <a:buNone/>
        <a:defRPr sz="2600" kern="1200">
          <a:solidFill>
            <a:schemeClr val="tx1"/>
          </a:solidFill>
          <a:latin typeface="+mn-lt"/>
          <a:ea typeface="+mn-ea"/>
          <a:cs typeface="+mn-cs"/>
        </a:defRPr>
      </a:lvl5pPr>
      <a:lvl6pPr marL="3863666" indent="-351240" algn="l" defTabSz="702483" rtl="0" eaLnBrk="1" latinLnBrk="0" hangingPunct="1">
        <a:spcBef>
          <a:spcPct val="20000"/>
        </a:spcBef>
        <a:buFont typeface="Arial"/>
        <a:buChar char="•"/>
        <a:defRPr sz="3100" kern="1200">
          <a:solidFill>
            <a:schemeClr val="tx1"/>
          </a:solidFill>
          <a:latin typeface="+mn-lt"/>
          <a:ea typeface="+mn-ea"/>
          <a:cs typeface="+mn-cs"/>
        </a:defRPr>
      </a:lvl6pPr>
      <a:lvl7pPr marL="4566164" indent="-351240" algn="l" defTabSz="702483" rtl="0" eaLnBrk="1" latinLnBrk="0" hangingPunct="1">
        <a:spcBef>
          <a:spcPct val="20000"/>
        </a:spcBef>
        <a:buFont typeface="Arial"/>
        <a:buChar char="•"/>
        <a:defRPr sz="3100" kern="1200">
          <a:solidFill>
            <a:schemeClr val="tx1"/>
          </a:solidFill>
          <a:latin typeface="+mn-lt"/>
          <a:ea typeface="+mn-ea"/>
          <a:cs typeface="+mn-cs"/>
        </a:defRPr>
      </a:lvl7pPr>
      <a:lvl8pPr marL="5268642" indent="-351240" algn="l" defTabSz="702483" rtl="0" eaLnBrk="1" latinLnBrk="0" hangingPunct="1">
        <a:spcBef>
          <a:spcPct val="20000"/>
        </a:spcBef>
        <a:buFont typeface="Arial"/>
        <a:buChar char="•"/>
        <a:defRPr sz="3100" kern="1200">
          <a:solidFill>
            <a:schemeClr val="tx1"/>
          </a:solidFill>
          <a:latin typeface="+mn-lt"/>
          <a:ea typeface="+mn-ea"/>
          <a:cs typeface="+mn-cs"/>
        </a:defRPr>
      </a:lvl8pPr>
      <a:lvl9pPr marL="5971118" indent="-351240" algn="l" defTabSz="702483" rtl="0" eaLnBrk="1" latinLnBrk="0" hangingPunct="1">
        <a:spcBef>
          <a:spcPct val="20000"/>
        </a:spcBef>
        <a:buFont typeface="Arial"/>
        <a:buChar char="•"/>
        <a:defRPr sz="3100" kern="1200">
          <a:solidFill>
            <a:schemeClr val="tx1"/>
          </a:solidFill>
          <a:latin typeface="+mn-lt"/>
          <a:ea typeface="+mn-ea"/>
          <a:cs typeface="+mn-cs"/>
        </a:defRPr>
      </a:lvl9pPr>
    </p:bodyStyle>
    <p:otherStyle>
      <a:defPPr>
        <a:defRPr lang="en-US"/>
      </a:defPPr>
      <a:lvl1pPr marL="0" algn="l" defTabSz="702483" rtl="0" eaLnBrk="1" latinLnBrk="0" hangingPunct="1">
        <a:defRPr sz="2800" kern="1200">
          <a:solidFill>
            <a:schemeClr val="tx1"/>
          </a:solidFill>
          <a:latin typeface="+mn-lt"/>
          <a:ea typeface="+mn-ea"/>
          <a:cs typeface="+mn-cs"/>
        </a:defRPr>
      </a:lvl1pPr>
      <a:lvl2pPr marL="702483" algn="l" defTabSz="702483" rtl="0" eaLnBrk="1" latinLnBrk="0" hangingPunct="1">
        <a:defRPr sz="2800" kern="1200">
          <a:solidFill>
            <a:schemeClr val="tx1"/>
          </a:solidFill>
          <a:latin typeface="+mn-lt"/>
          <a:ea typeface="+mn-ea"/>
          <a:cs typeface="+mn-cs"/>
        </a:defRPr>
      </a:lvl2pPr>
      <a:lvl3pPr marL="1404969" algn="l" defTabSz="702483" rtl="0" eaLnBrk="1" latinLnBrk="0" hangingPunct="1">
        <a:defRPr sz="2800" kern="1200">
          <a:solidFill>
            <a:schemeClr val="tx1"/>
          </a:solidFill>
          <a:latin typeface="+mn-lt"/>
          <a:ea typeface="+mn-ea"/>
          <a:cs typeface="+mn-cs"/>
        </a:defRPr>
      </a:lvl3pPr>
      <a:lvl4pPr marL="2107453" algn="l" defTabSz="702483" rtl="0" eaLnBrk="1" latinLnBrk="0" hangingPunct="1">
        <a:defRPr sz="2800" kern="1200">
          <a:solidFill>
            <a:schemeClr val="tx1"/>
          </a:solidFill>
          <a:latin typeface="+mn-lt"/>
          <a:ea typeface="+mn-ea"/>
          <a:cs typeface="+mn-cs"/>
        </a:defRPr>
      </a:lvl4pPr>
      <a:lvl5pPr marL="2809940" algn="l" defTabSz="702483" rtl="0" eaLnBrk="1" latinLnBrk="0" hangingPunct="1">
        <a:defRPr sz="2800" kern="1200">
          <a:solidFill>
            <a:schemeClr val="tx1"/>
          </a:solidFill>
          <a:latin typeface="+mn-lt"/>
          <a:ea typeface="+mn-ea"/>
          <a:cs typeface="+mn-cs"/>
        </a:defRPr>
      </a:lvl5pPr>
      <a:lvl6pPr marL="3512416" algn="l" defTabSz="702483" rtl="0" eaLnBrk="1" latinLnBrk="0" hangingPunct="1">
        <a:defRPr sz="2800" kern="1200">
          <a:solidFill>
            <a:schemeClr val="tx1"/>
          </a:solidFill>
          <a:latin typeface="+mn-lt"/>
          <a:ea typeface="+mn-ea"/>
          <a:cs typeface="+mn-cs"/>
        </a:defRPr>
      </a:lvl6pPr>
      <a:lvl7pPr marL="4214925" algn="l" defTabSz="702483" rtl="0" eaLnBrk="1" latinLnBrk="0" hangingPunct="1">
        <a:defRPr sz="2800" kern="1200">
          <a:solidFill>
            <a:schemeClr val="tx1"/>
          </a:solidFill>
          <a:latin typeface="+mn-lt"/>
          <a:ea typeface="+mn-ea"/>
          <a:cs typeface="+mn-cs"/>
        </a:defRPr>
      </a:lvl7pPr>
      <a:lvl8pPr marL="4917393" algn="l" defTabSz="702483" rtl="0" eaLnBrk="1" latinLnBrk="0" hangingPunct="1">
        <a:defRPr sz="2800" kern="1200">
          <a:solidFill>
            <a:schemeClr val="tx1"/>
          </a:solidFill>
          <a:latin typeface="+mn-lt"/>
          <a:ea typeface="+mn-ea"/>
          <a:cs typeface="+mn-cs"/>
        </a:defRPr>
      </a:lvl8pPr>
      <a:lvl9pPr marL="5619876" algn="l" defTabSz="702483" rtl="0" eaLnBrk="1" latinLnBrk="0" hangingPunct="1">
        <a:defRPr sz="2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8634869"/>
      </p:ext>
    </p:extLst>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 id="2147483906" r:id="rId18"/>
    <p:sldLayoutId id="2147483907" r:id="rId19"/>
    <p:sldLayoutId id="2147483908" r:id="rId20"/>
    <p:sldLayoutId id="2147483909" r:id="rId21"/>
    <p:sldLayoutId id="2147483910" r:id="rId22"/>
    <p:sldLayoutId id="2147483911" r:id="rId23"/>
    <p:sldLayoutId id="2147483912" r:id="rId24"/>
    <p:sldLayoutId id="2147483913" r:id="rId25"/>
    <p:sldLayoutId id="2147483914"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702737" rtl="0" eaLnBrk="1" latinLnBrk="0" hangingPunct="1">
        <a:spcBef>
          <a:spcPct val="0"/>
        </a:spcBef>
        <a:buNone/>
        <a:defRPr sz="5500" b="0" kern="1200">
          <a:solidFill>
            <a:schemeClr val="tx1"/>
          </a:solidFill>
          <a:latin typeface="+mj-lt"/>
          <a:ea typeface="+mj-ea"/>
          <a:cs typeface="+mj-cs"/>
        </a:defRPr>
      </a:lvl1pPr>
    </p:titleStyle>
    <p:bodyStyle>
      <a:lvl1pPr marL="0" indent="0" algn="l" defTabSz="702737" rtl="0" eaLnBrk="1" latinLnBrk="0" hangingPunct="1">
        <a:spcBef>
          <a:spcPct val="20000"/>
        </a:spcBef>
        <a:buFont typeface="Courier New"/>
        <a:buNone/>
        <a:defRPr sz="3700" b="1" kern="1200">
          <a:solidFill>
            <a:srgbClr val="FFFFFF"/>
          </a:solidFill>
          <a:latin typeface="+mn-lt"/>
          <a:ea typeface="+mn-ea"/>
          <a:cs typeface="+mn-cs"/>
        </a:defRPr>
      </a:lvl1pPr>
      <a:lvl2pPr marL="702737" indent="0" algn="l" defTabSz="702737" rtl="0" eaLnBrk="1" latinLnBrk="0" hangingPunct="1">
        <a:spcBef>
          <a:spcPct val="20000"/>
        </a:spcBef>
        <a:buFont typeface="Arial"/>
        <a:buNone/>
        <a:defRPr sz="3700" kern="1200">
          <a:solidFill>
            <a:schemeClr val="tx1"/>
          </a:solidFill>
          <a:latin typeface="+mn-lt"/>
          <a:ea typeface="+mn-ea"/>
          <a:cs typeface="+mn-cs"/>
        </a:defRPr>
      </a:lvl2pPr>
      <a:lvl3pPr marL="680775" indent="-351367" algn="l" defTabSz="702737" rtl="0" eaLnBrk="1" latinLnBrk="0" hangingPunct="1">
        <a:spcBef>
          <a:spcPct val="20000"/>
        </a:spcBef>
        <a:buFont typeface="Arial"/>
        <a:buChar char="•"/>
        <a:defRPr sz="3100" b="1" kern="1200">
          <a:solidFill>
            <a:schemeClr val="bg1"/>
          </a:solidFill>
          <a:latin typeface="+mn-lt"/>
          <a:ea typeface="+mn-ea"/>
          <a:cs typeface="+mn-cs"/>
        </a:defRPr>
      </a:lvl3pPr>
      <a:lvl4pPr marL="1366439" indent="-351367" algn="l" defTabSz="702737" rtl="0" eaLnBrk="1" latinLnBrk="0" hangingPunct="1">
        <a:spcBef>
          <a:spcPct val="20000"/>
        </a:spcBef>
        <a:buFont typeface="Arial"/>
        <a:buChar char="•"/>
        <a:tabLst/>
        <a:defRPr sz="2800" kern="1200">
          <a:solidFill>
            <a:srgbClr val="FFFFFF"/>
          </a:solidFill>
          <a:latin typeface="+mn-lt"/>
          <a:ea typeface="+mn-ea"/>
          <a:cs typeface="+mn-cs"/>
        </a:defRPr>
      </a:lvl4pPr>
      <a:lvl5pPr marL="1654365" indent="0" algn="l" defTabSz="702737" rtl="0" eaLnBrk="1" latinLnBrk="0" hangingPunct="1">
        <a:spcBef>
          <a:spcPct val="20000"/>
        </a:spcBef>
        <a:buFont typeface="Arial"/>
        <a:buNone/>
        <a:defRPr sz="2600" kern="1200">
          <a:solidFill>
            <a:schemeClr val="tx1"/>
          </a:solidFill>
          <a:latin typeface="+mn-lt"/>
          <a:ea typeface="+mn-ea"/>
          <a:cs typeface="+mn-cs"/>
        </a:defRPr>
      </a:lvl5pPr>
      <a:lvl6pPr marL="3865057" indent="-351367" algn="l" defTabSz="702737" rtl="0" eaLnBrk="1" latinLnBrk="0" hangingPunct="1">
        <a:spcBef>
          <a:spcPct val="20000"/>
        </a:spcBef>
        <a:buFont typeface="Arial"/>
        <a:buChar char="•"/>
        <a:defRPr sz="3100" kern="1200">
          <a:solidFill>
            <a:schemeClr val="tx1"/>
          </a:solidFill>
          <a:latin typeface="+mn-lt"/>
          <a:ea typeface="+mn-ea"/>
          <a:cs typeface="+mn-cs"/>
        </a:defRPr>
      </a:lvl6pPr>
      <a:lvl7pPr marL="4567804" indent="-351367" algn="l" defTabSz="702737" rtl="0" eaLnBrk="1" latinLnBrk="0" hangingPunct="1">
        <a:spcBef>
          <a:spcPct val="20000"/>
        </a:spcBef>
        <a:buFont typeface="Arial"/>
        <a:buChar char="•"/>
        <a:defRPr sz="3100" kern="1200">
          <a:solidFill>
            <a:schemeClr val="tx1"/>
          </a:solidFill>
          <a:latin typeface="+mn-lt"/>
          <a:ea typeface="+mn-ea"/>
          <a:cs typeface="+mn-cs"/>
        </a:defRPr>
      </a:lvl7pPr>
      <a:lvl8pPr marL="5270538" indent="-351367" algn="l" defTabSz="702737" rtl="0" eaLnBrk="1" latinLnBrk="0" hangingPunct="1">
        <a:spcBef>
          <a:spcPct val="20000"/>
        </a:spcBef>
        <a:buFont typeface="Arial"/>
        <a:buChar char="•"/>
        <a:defRPr sz="3100" kern="1200">
          <a:solidFill>
            <a:schemeClr val="tx1"/>
          </a:solidFill>
          <a:latin typeface="+mn-lt"/>
          <a:ea typeface="+mn-ea"/>
          <a:cs typeface="+mn-cs"/>
        </a:defRPr>
      </a:lvl8pPr>
      <a:lvl9pPr marL="5973267" indent="-351367" algn="l" defTabSz="702737" rtl="0" eaLnBrk="1" latinLnBrk="0" hangingPunct="1">
        <a:spcBef>
          <a:spcPct val="20000"/>
        </a:spcBef>
        <a:buFont typeface="Arial"/>
        <a:buChar char="•"/>
        <a:defRPr sz="3100" kern="1200">
          <a:solidFill>
            <a:schemeClr val="tx1"/>
          </a:solidFill>
          <a:latin typeface="+mn-lt"/>
          <a:ea typeface="+mn-ea"/>
          <a:cs typeface="+mn-cs"/>
        </a:defRPr>
      </a:lvl9pPr>
    </p:bodyStyle>
    <p:otherStyle>
      <a:defPPr>
        <a:defRPr lang="en-US"/>
      </a:defPPr>
      <a:lvl1pPr marL="0" algn="l" defTabSz="702737" rtl="0" eaLnBrk="1" latinLnBrk="0" hangingPunct="1">
        <a:defRPr sz="2800" kern="1200">
          <a:solidFill>
            <a:schemeClr val="tx1"/>
          </a:solidFill>
          <a:latin typeface="+mn-lt"/>
          <a:ea typeface="+mn-ea"/>
          <a:cs typeface="+mn-cs"/>
        </a:defRPr>
      </a:lvl1pPr>
      <a:lvl2pPr marL="702737" algn="l" defTabSz="702737" rtl="0" eaLnBrk="1" latinLnBrk="0" hangingPunct="1">
        <a:defRPr sz="2800" kern="1200">
          <a:solidFill>
            <a:schemeClr val="tx1"/>
          </a:solidFill>
          <a:latin typeface="+mn-lt"/>
          <a:ea typeface="+mn-ea"/>
          <a:cs typeface="+mn-cs"/>
        </a:defRPr>
      </a:lvl2pPr>
      <a:lvl3pPr marL="1405475" algn="l" defTabSz="702737" rtl="0" eaLnBrk="1" latinLnBrk="0" hangingPunct="1">
        <a:defRPr sz="2800" kern="1200">
          <a:solidFill>
            <a:schemeClr val="tx1"/>
          </a:solidFill>
          <a:latin typeface="+mn-lt"/>
          <a:ea typeface="+mn-ea"/>
          <a:cs typeface="+mn-cs"/>
        </a:defRPr>
      </a:lvl3pPr>
      <a:lvl4pPr marL="2108212" algn="l" defTabSz="702737" rtl="0" eaLnBrk="1" latinLnBrk="0" hangingPunct="1">
        <a:defRPr sz="2800" kern="1200">
          <a:solidFill>
            <a:schemeClr val="tx1"/>
          </a:solidFill>
          <a:latin typeface="+mn-lt"/>
          <a:ea typeface="+mn-ea"/>
          <a:cs typeface="+mn-cs"/>
        </a:defRPr>
      </a:lvl4pPr>
      <a:lvl5pPr marL="2810952" algn="l" defTabSz="702737" rtl="0" eaLnBrk="1" latinLnBrk="0" hangingPunct="1">
        <a:defRPr sz="2800" kern="1200">
          <a:solidFill>
            <a:schemeClr val="tx1"/>
          </a:solidFill>
          <a:latin typeface="+mn-lt"/>
          <a:ea typeface="+mn-ea"/>
          <a:cs typeface="+mn-cs"/>
        </a:defRPr>
      </a:lvl5pPr>
      <a:lvl6pPr marL="3513685" algn="l" defTabSz="702737" rtl="0" eaLnBrk="1" latinLnBrk="0" hangingPunct="1">
        <a:defRPr sz="2800" kern="1200">
          <a:solidFill>
            <a:schemeClr val="tx1"/>
          </a:solidFill>
          <a:latin typeface="+mn-lt"/>
          <a:ea typeface="+mn-ea"/>
          <a:cs typeface="+mn-cs"/>
        </a:defRPr>
      </a:lvl6pPr>
      <a:lvl7pPr marL="4216438" algn="l" defTabSz="702737" rtl="0" eaLnBrk="1" latinLnBrk="0" hangingPunct="1">
        <a:defRPr sz="2800" kern="1200">
          <a:solidFill>
            <a:schemeClr val="tx1"/>
          </a:solidFill>
          <a:latin typeface="+mn-lt"/>
          <a:ea typeface="+mn-ea"/>
          <a:cs typeface="+mn-cs"/>
        </a:defRPr>
      </a:lvl7pPr>
      <a:lvl8pPr marL="4919163" algn="l" defTabSz="702737" rtl="0" eaLnBrk="1" latinLnBrk="0" hangingPunct="1">
        <a:defRPr sz="2800" kern="1200">
          <a:solidFill>
            <a:schemeClr val="tx1"/>
          </a:solidFill>
          <a:latin typeface="+mn-lt"/>
          <a:ea typeface="+mn-ea"/>
          <a:cs typeface="+mn-cs"/>
        </a:defRPr>
      </a:lvl8pPr>
      <a:lvl9pPr marL="5621901" algn="l" defTabSz="702737" rtl="0" eaLnBrk="1" latinLnBrk="0" hangingPunct="1">
        <a:defRPr sz="2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2393716"/>
      </p:ext>
    </p:extLst>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 id="2147483921" r:id="rId6"/>
    <p:sldLayoutId id="2147483922" r:id="rId7"/>
    <p:sldLayoutId id="2147483923" r:id="rId8"/>
    <p:sldLayoutId id="2147483924" r:id="rId9"/>
    <p:sldLayoutId id="2147483925" r:id="rId10"/>
    <p:sldLayoutId id="2147483926" r:id="rId11"/>
    <p:sldLayoutId id="2147483927" r:id="rId12"/>
    <p:sldLayoutId id="2147483928" r:id="rId13"/>
    <p:sldLayoutId id="2147483929" r:id="rId14"/>
    <p:sldLayoutId id="2147483930" r:id="rId15"/>
    <p:sldLayoutId id="2147483931" r:id="rId16"/>
    <p:sldLayoutId id="2147483932" r:id="rId17"/>
    <p:sldLayoutId id="2147483933" r:id="rId18"/>
    <p:sldLayoutId id="2147483934" r:id="rId19"/>
    <p:sldLayoutId id="2147483935" r:id="rId20"/>
    <p:sldLayoutId id="2147483936" r:id="rId21"/>
    <p:sldLayoutId id="2147483938" r:id="rId22"/>
    <p:sldLayoutId id="2147483939" r:id="rId23"/>
    <p:sldLayoutId id="2147483940" r:id="rId24"/>
    <p:sldLayoutId id="2147484083" r:id="rId25"/>
    <p:sldLayoutId id="2147484084"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702991" rtl="0" eaLnBrk="1" latinLnBrk="0" hangingPunct="1">
        <a:spcBef>
          <a:spcPct val="0"/>
        </a:spcBef>
        <a:buNone/>
        <a:defRPr sz="5500" b="0" kern="1200">
          <a:solidFill>
            <a:schemeClr val="tx1"/>
          </a:solidFill>
          <a:latin typeface="+mj-lt"/>
          <a:ea typeface="+mj-ea"/>
          <a:cs typeface="+mj-cs"/>
        </a:defRPr>
      </a:lvl1pPr>
    </p:titleStyle>
    <p:bodyStyle>
      <a:lvl1pPr marL="0" indent="0" algn="l" defTabSz="702991" rtl="0" eaLnBrk="1" latinLnBrk="0" hangingPunct="1">
        <a:spcBef>
          <a:spcPct val="20000"/>
        </a:spcBef>
        <a:buFont typeface="Courier New"/>
        <a:buNone/>
        <a:defRPr sz="3700" b="1" kern="1200">
          <a:solidFill>
            <a:srgbClr val="FFFFFF"/>
          </a:solidFill>
          <a:latin typeface="+mn-lt"/>
          <a:ea typeface="+mn-ea"/>
          <a:cs typeface="+mn-cs"/>
        </a:defRPr>
      </a:lvl1pPr>
      <a:lvl2pPr marL="702991" indent="0" algn="l" defTabSz="702991" rtl="0" eaLnBrk="1" latinLnBrk="0" hangingPunct="1">
        <a:spcBef>
          <a:spcPct val="20000"/>
        </a:spcBef>
        <a:buFont typeface="Arial"/>
        <a:buNone/>
        <a:defRPr sz="3700" kern="1200">
          <a:solidFill>
            <a:schemeClr val="tx1"/>
          </a:solidFill>
          <a:latin typeface="+mn-lt"/>
          <a:ea typeface="+mn-ea"/>
          <a:cs typeface="+mn-cs"/>
        </a:defRPr>
      </a:lvl2pPr>
      <a:lvl3pPr marL="681020" indent="-351494" algn="l" defTabSz="702991" rtl="0" eaLnBrk="1" latinLnBrk="0" hangingPunct="1">
        <a:spcBef>
          <a:spcPct val="20000"/>
        </a:spcBef>
        <a:buFont typeface="Arial"/>
        <a:buChar char="•"/>
        <a:defRPr sz="3100" b="1" kern="1200">
          <a:solidFill>
            <a:schemeClr val="bg1"/>
          </a:solidFill>
          <a:latin typeface="+mn-lt"/>
          <a:ea typeface="+mn-ea"/>
          <a:cs typeface="+mn-cs"/>
        </a:defRPr>
      </a:lvl3pPr>
      <a:lvl4pPr marL="1366930" indent="-351494" algn="l" defTabSz="702991" rtl="0" eaLnBrk="1" latinLnBrk="0" hangingPunct="1">
        <a:spcBef>
          <a:spcPct val="20000"/>
        </a:spcBef>
        <a:buFont typeface="Arial"/>
        <a:buChar char="•"/>
        <a:tabLst/>
        <a:defRPr sz="2800" kern="1200">
          <a:solidFill>
            <a:srgbClr val="FFFFFF"/>
          </a:solidFill>
          <a:latin typeface="+mn-lt"/>
          <a:ea typeface="+mn-ea"/>
          <a:cs typeface="+mn-cs"/>
        </a:defRPr>
      </a:lvl4pPr>
      <a:lvl5pPr marL="1654959" indent="0" algn="l" defTabSz="702991" rtl="0" eaLnBrk="1" latinLnBrk="0" hangingPunct="1">
        <a:spcBef>
          <a:spcPct val="20000"/>
        </a:spcBef>
        <a:buFont typeface="Arial"/>
        <a:buNone/>
        <a:defRPr sz="2600" kern="1200">
          <a:solidFill>
            <a:schemeClr val="tx1"/>
          </a:solidFill>
          <a:latin typeface="+mn-lt"/>
          <a:ea typeface="+mn-ea"/>
          <a:cs typeface="+mn-cs"/>
        </a:defRPr>
      </a:lvl5pPr>
      <a:lvl6pPr marL="3866448" indent="-351494" algn="l" defTabSz="702991" rtl="0" eaLnBrk="1" latinLnBrk="0" hangingPunct="1">
        <a:spcBef>
          <a:spcPct val="20000"/>
        </a:spcBef>
        <a:buFont typeface="Arial"/>
        <a:buChar char="•"/>
        <a:defRPr sz="3100" kern="1200">
          <a:solidFill>
            <a:schemeClr val="tx1"/>
          </a:solidFill>
          <a:latin typeface="+mn-lt"/>
          <a:ea typeface="+mn-ea"/>
          <a:cs typeface="+mn-cs"/>
        </a:defRPr>
      </a:lvl6pPr>
      <a:lvl7pPr marL="4569444" indent="-351494" algn="l" defTabSz="702991" rtl="0" eaLnBrk="1" latinLnBrk="0" hangingPunct="1">
        <a:spcBef>
          <a:spcPct val="20000"/>
        </a:spcBef>
        <a:buFont typeface="Arial"/>
        <a:buChar char="•"/>
        <a:defRPr sz="3100" kern="1200">
          <a:solidFill>
            <a:schemeClr val="tx1"/>
          </a:solidFill>
          <a:latin typeface="+mn-lt"/>
          <a:ea typeface="+mn-ea"/>
          <a:cs typeface="+mn-cs"/>
        </a:defRPr>
      </a:lvl7pPr>
      <a:lvl8pPr marL="5272434" indent="-351494" algn="l" defTabSz="702991" rtl="0" eaLnBrk="1" latinLnBrk="0" hangingPunct="1">
        <a:spcBef>
          <a:spcPct val="20000"/>
        </a:spcBef>
        <a:buFont typeface="Arial"/>
        <a:buChar char="•"/>
        <a:defRPr sz="3100" kern="1200">
          <a:solidFill>
            <a:schemeClr val="tx1"/>
          </a:solidFill>
          <a:latin typeface="+mn-lt"/>
          <a:ea typeface="+mn-ea"/>
          <a:cs typeface="+mn-cs"/>
        </a:defRPr>
      </a:lvl8pPr>
      <a:lvl9pPr marL="5975419" indent="-351494" algn="l" defTabSz="702991" rtl="0" eaLnBrk="1" latinLnBrk="0" hangingPunct="1">
        <a:spcBef>
          <a:spcPct val="20000"/>
        </a:spcBef>
        <a:buFont typeface="Arial"/>
        <a:buChar char="•"/>
        <a:defRPr sz="3100" kern="1200">
          <a:solidFill>
            <a:schemeClr val="tx1"/>
          </a:solidFill>
          <a:latin typeface="+mn-lt"/>
          <a:ea typeface="+mn-ea"/>
          <a:cs typeface="+mn-cs"/>
        </a:defRPr>
      </a:lvl9pPr>
    </p:bodyStyle>
    <p:otherStyle>
      <a:defPPr>
        <a:defRPr lang="en-US"/>
      </a:defPPr>
      <a:lvl1pPr marL="0" algn="l" defTabSz="702991" rtl="0" eaLnBrk="1" latinLnBrk="0" hangingPunct="1">
        <a:defRPr sz="2800" kern="1200">
          <a:solidFill>
            <a:schemeClr val="tx1"/>
          </a:solidFill>
          <a:latin typeface="+mn-lt"/>
          <a:ea typeface="+mn-ea"/>
          <a:cs typeface="+mn-cs"/>
        </a:defRPr>
      </a:lvl1pPr>
      <a:lvl2pPr marL="702991" algn="l" defTabSz="702991" rtl="0" eaLnBrk="1" latinLnBrk="0" hangingPunct="1">
        <a:defRPr sz="2800" kern="1200">
          <a:solidFill>
            <a:schemeClr val="tx1"/>
          </a:solidFill>
          <a:latin typeface="+mn-lt"/>
          <a:ea typeface="+mn-ea"/>
          <a:cs typeface="+mn-cs"/>
        </a:defRPr>
      </a:lvl2pPr>
      <a:lvl3pPr marL="1405982" algn="l" defTabSz="702991" rtl="0" eaLnBrk="1" latinLnBrk="0" hangingPunct="1">
        <a:defRPr sz="2800" kern="1200">
          <a:solidFill>
            <a:schemeClr val="tx1"/>
          </a:solidFill>
          <a:latin typeface="+mn-lt"/>
          <a:ea typeface="+mn-ea"/>
          <a:cs typeface="+mn-cs"/>
        </a:defRPr>
      </a:lvl3pPr>
      <a:lvl4pPr marL="2108972" algn="l" defTabSz="702991" rtl="0" eaLnBrk="1" latinLnBrk="0" hangingPunct="1">
        <a:defRPr sz="2800" kern="1200">
          <a:solidFill>
            <a:schemeClr val="tx1"/>
          </a:solidFill>
          <a:latin typeface="+mn-lt"/>
          <a:ea typeface="+mn-ea"/>
          <a:cs typeface="+mn-cs"/>
        </a:defRPr>
      </a:lvl4pPr>
      <a:lvl5pPr marL="2811964" algn="l" defTabSz="702991" rtl="0" eaLnBrk="1" latinLnBrk="0" hangingPunct="1">
        <a:defRPr sz="2800" kern="1200">
          <a:solidFill>
            <a:schemeClr val="tx1"/>
          </a:solidFill>
          <a:latin typeface="+mn-lt"/>
          <a:ea typeface="+mn-ea"/>
          <a:cs typeface="+mn-cs"/>
        </a:defRPr>
      </a:lvl5pPr>
      <a:lvl6pPr marL="3514953" algn="l" defTabSz="702991" rtl="0" eaLnBrk="1" latinLnBrk="0" hangingPunct="1">
        <a:defRPr sz="2800" kern="1200">
          <a:solidFill>
            <a:schemeClr val="tx1"/>
          </a:solidFill>
          <a:latin typeface="+mn-lt"/>
          <a:ea typeface="+mn-ea"/>
          <a:cs typeface="+mn-cs"/>
        </a:defRPr>
      </a:lvl6pPr>
      <a:lvl7pPr marL="4217952" algn="l" defTabSz="702991" rtl="0" eaLnBrk="1" latinLnBrk="0" hangingPunct="1">
        <a:defRPr sz="2800" kern="1200">
          <a:solidFill>
            <a:schemeClr val="tx1"/>
          </a:solidFill>
          <a:latin typeface="+mn-lt"/>
          <a:ea typeface="+mn-ea"/>
          <a:cs typeface="+mn-cs"/>
        </a:defRPr>
      </a:lvl7pPr>
      <a:lvl8pPr marL="4920936" algn="l" defTabSz="702991" rtl="0" eaLnBrk="1" latinLnBrk="0" hangingPunct="1">
        <a:defRPr sz="2800" kern="1200">
          <a:solidFill>
            <a:schemeClr val="tx1"/>
          </a:solidFill>
          <a:latin typeface="+mn-lt"/>
          <a:ea typeface="+mn-ea"/>
          <a:cs typeface="+mn-cs"/>
        </a:defRPr>
      </a:lvl8pPr>
      <a:lvl9pPr marL="5623926" algn="l" defTabSz="702991" rtl="0" eaLnBrk="1" latinLnBrk="0" hangingPunct="1">
        <a:defRPr sz="2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9601677"/>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 id="2147483954" r:id="rId12"/>
    <p:sldLayoutId id="2147483955" r:id="rId13"/>
    <p:sldLayoutId id="2147483956" r:id="rId14"/>
    <p:sldLayoutId id="2147483957" r:id="rId15"/>
    <p:sldLayoutId id="2147483958" r:id="rId16"/>
    <p:sldLayoutId id="2147483959" r:id="rId17"/>
    <p:sldLayoutId id="2147483960" r:id="rId18"/>
    <p:sldLayoutId id="2147483961" r:id="rId19"/>
    <p:sldLayoutId id="2147483962" r:id="rId20"/>
    <p:sldLayoutId id="2147483963" r:id="rId21"/>
    <p:sldLayoutId id="2147483964" r:id="rId22"/>
    <p:sldLayoutId id="2147483965" r:id="rId23"/>
    <p:sldLayoutId id="2147483966" r:id="rId24"/>
    <p:sldLayoutId id="2147483967" r:id="rId25"/>
    <p:sldLayoutId id="2147483968" r:id="rId26"/>
    <p:sldLayoutId id="2147484080" r:id="rId27"/>
    <p:sldLayoutId id="2147484081" r:id="rId28"/>
    <p:sldLayoutId id="2147484019" r:id="rId29"/>
    <p:sldLayoutId id="2147484021" r:id="rId30"/>
    <p:sldLayoutId id="2147484022" r:id="rId31"/>
    <p:sldLayoutId id="2147484031" r:id="rId32"/>
    <p:sldLayoutId id="2147484035" r:id="rId33"/>
    <p:sldLayoutId id="2147484079"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703301" rtl="0" eaLnBrk="1" latinLnBrk="0" hangingPunct="1">
        <a:spcBef>
          <a:spcPct val="0"/>
        </a:spcBef>
        <a:buNone/>
        <a:defRPr sz="5500" b="0" kern="1200">
          <a:solidFill>
            <a:schemeClr val="tx1"/>
          </a:solidFill>
          <a:latin typeface="+mj-lt"/>
          <a:ea typeface="+mj-ea"/>
          <a:cs typeface="+mj-cs"/>
        </a:defRPr>
      </a:lvl1pPr>
    </p:titleStyle>
    <p:bodyStyle>
      <a:lvl1pPr marL="0" indent="0" algn="l" defTabSz="703301" rtl="0" eaLnBrk="1" latinLnBrk="0" hangingPunct="1">
        <a:spcBef>
          <a:spcPct val="20000"/>
        </a:spcBef>
        <a:buFont typeface="Courier New"/>
        <a:buNone/>
        <a:defRPr sz="3700" b="1" kern="1200">
          <a:solidFill>
            <a:srgbClr val="FFFFFF"/>
          </a:solidFill>
          <a:latin typeface="+mn-lt"/>
          <a:ea typeface="+mn-ea"/>
          <a:cs typeface="+mn-cs"/>
        </a:defRPr>
      </a:lvl1pPr>
      <a:lvl2pPr marL="703301" indent="0" algn="l" defTabSz="703301" rtl="0" eaLnBrk="1" latinLnBrk="0" hangingPunct="1">
        <a:spcBef>
          <a:spcPct val="20000"/>
        </a:spcBef>
        <a:buFont typeface="Arial"/>
        <a:buNone/>
        <a:defRPr sz="3700" kern="1200">
          <a:solidFill>
            <a:schemeClr val="tx1"/>
          </a:solidFill>
          <a:latin typeface="+mn-lt"/>
          <a:ea typeface="+mn-ea"/>
          <a:cs typeface="+mn-cs"/>
        </a:defRPr>
      </a:lvl2pPr>
      <a:lvl3pPr marL="681321" indent="-351649" algn="l" defTabSz="703301" rtl="0" eaLnBrk="1" latinLnBrk="0" hangingPunct="1">
        <a:spcBef>
          <a:spcPct val="20000"/>
        </a:spcBef>
        <a:buFont typeface="Arial"/>
        <a:buChar char="•"/>
        <a:defRPr sz="3100" b="1" kern="1200">
          <a:solidFill>
            <a:schemeClr val="bg1"/>
          </a:solidFill>
          <a:latin typeface="+mn-lt"/>
          <a:ea typeface="+mn-ea"/>
          <a:cs typeface="+mn-cs"/>
        </a:defRPr>
      </a:lvl3pPr>
      <a:lvl4pPr marL="1367530" indent="-351649" algn="l" defTabSz="703301" rtl="0" eaLnBrk="1" latinLnBrk="0" hangingPunct="1">
        <a:spcBef>
          <a:spcPct val="20000"/>
        </a:spcBef>
        <a:buFont typeface="Arial"/>
        <a:buChar char="•"/>
        <a:tabLst/>
        <a:defRPr sz="2800" kern="1200">
          <a:solidFill>
            <a:srgbClr val="FFFFFF"/>
          </a:solidFill>
          <a:latin typeface="+mn-lt"/>
          <a:ea typeface="+mn-ea"/>
          <a:cs typeface="+mn-cs"/>
        </a:defRPr>
      </a:lvl4pPr>
      <a:lvl5pPr marL="1655686" indent="0" algn="l" defTabSz="703301" rtl="0" eaLnBrk="1" latinLnBrk="0" hangingPunct="1">
        <a:spcBef>
          <a:spcPct val="20000"/>
        </a:spcBef>
        <a:buFont typeface="Arial"/>
        <a:buNone/>
        <a:defRPr sz="2500" kern="1200">
          <a:solidFill>
            <a:schemeClr val="tx1"/>
          </a:solidFill>
          <a:latin typeface="+mn-lt"/>
          <a:ea typeface="+mn-ea"/>
          <a:cs typeface="+mn-cs"/>
        </a:defRPr>
      </a:lvl5pPr>
      <a:lvl6pPr marL="3868150" indent="-351649" algn="l" defTabSz="703301" rtl="0" eaLnBrk="1" latinLnBrk="0" hangingPunct="1">
        <a:spcBef>
          <a:spcPct val="20000"/>
        </a:spcBef>
        <a:buFont typeface="Arial"/>
        <a:buChar char="•"/>
        <a:defRPr sz="3100" kern="1200">
          <a:solidFill>
            <a:schemeClr val="tx1"/>
          </a:solidFill>
          <a:latin typeface="+mn-lt"/>
          <a:ea typeface="+mn-ea"/>
          <a:cs typeface="+mn-cs"/>
        </a:defRPr>
      </a:lvl6pPr>
      <a:lvl7pPr marL="4571450" indent="-351649" algn="l" defTabSz="703301" rtl="0" eaLnBrk="1" latinLnBrk="0" hangingPunct="1">
        <a:spcBef>
          <a:spcPct val="20000"/>
        </a:spcBef>
        <a:buFont typeface="Arial"/>
        <a:buChar char="•"/>
        <a:defRPr sz="3100" kern="1200">
          <a:solidFill>
            <a:schemeClr val="tx1"/>
          </a:solidFill>
          <a:latin typeface="+mn-lt"/>
          <a:ea typeface="+mn-ea"/>
          <a:cs typeface="+mn-cs"/>
        </a:defRPr>
      </a:lvl7pPr>
      <a:lvl8pPr marL="5274752" indent="-351649" algn="l" defTabSz="703301" rtl="0" eaLnBrk="1" latinLnBrk="0" hangingPunct="1">
        <a:spcBef>
          <a:spcPct val="20000"/>
        </a:spcBef>
        <a:buFont typeface="Arial"/>
        <a:buChar char="•"/>
        <a:defRPr sz="3100" kern="1200">
          <a:solidFill>
            <a:schemeClr val="tx1"/>
          </a:solidFill>
          <a:latin typeface="+mn-lt"/>
          <a:ea typeface="+mn-ea"/>
          <a:cs typeface="+mn-cs"/>
        </a:defRPr>
      </a:lvl8pPr>
      <a:lvl9pPr marL="5978051" indent="-351649" algn="l" defTabSz="703301" rtl="0" eaLnBrk="1" latinLnBrk="0" hangingPunct="1">
        <a:spcBef>
          <a:spcPct val="20000"/>
        </a:spcBef>
        <a:buFont typeface="Arial"/>
        <a:buChar char="•"/>
        <a:defRPr sz="3100" kern="1200">
          <a:solidFill>
            <a:schemeClr val="tx1"/>
          </a:solidFill>
          <a:latin typeface="+mn-lt"/>
          <a:ea typeface="+mn-ea"/>
          <a:cs typeface="+mn-cs"/>
        </a:defRPr>
      </a:lvl9pPr>
    </p:bodyStyle>
    <p:otherStyle>
      <a:defPPr>
        <a:defRPr lang="en-US"/>
      </a:defPPr>
      <a:lvl1pPr marL="0" algn="l" defTabSz="703301" rtl="0" eaLnBrk="1" latinLnBrk="0" hangingPunct="1">
        <a:defRPr sz="2800" kern="1200">
          <a:solidFill>
            <a:schemeClr val="tx1"/>
          </a:solidFill>
          <a:latin typeface="+mn-lt"/>
          <a:ea typeface="+mn-ea"/>
          <a:cs typeface="+mn-cs"/>
        </a:defRPr>
      </a:lvl1pPr>
      <a:lvl2pPr marL="703301" algn="l" defTabSz="703301" rtl="0" eaLnBrk="1" latinLnBrk="0" hangingPunct="1">
        <a:defRPr sz="2800" kern="1200">
          <a:solidFill>
            <a:schemeClr val="tx1"/>
          </a:solidFill>
          <a:latin typeface="+mn-lt"/>
          <a:ea typeface="+mn-ea"/>
          <a:cs typeface="+mn-cs"/>
        </a:defRPr>
      </a:lvl2pPr>
      <a:lvl3pPr marL="1406603" algn="l" defTabSz="703301" rtl="0" eaLnBrk="1" latinLnBrk="0" hangingPunct="1">
        <a:defRPr sz="2800" kern="1200">
          <a:solidFill>
            <a:schemeClr val="tx1"/>
          </a:solidFill>
          <a:latin typeface="+mn-lt"/>
          <a:ea typeface="+mn-ea"/>
          <a:cs typeface="+mn-cs"/>
        </a:defRPr>
      </a:lvl3pPr>
      <a:lvl4pPr marL="2109900" algn="l" defTabSz="703301" rtl="0" eaLnBrk="1" latinLnBrk="0" hangingPunct="1">
        <a:defRPr sz="2800" kern="1200">
          <a:solidFill>
            <a:schemeClr val="tx1"/>
          </a:solidFill>
          <a:latin typeface="+mn-lt"/>
          <a:ea typeface="+mn-ea"/>
          <a:cs typeface="+mn-cs"/>
        </a:defRPr>
      </a:lvl4pPr>
      <a:lvl5pPr marL="2813202" algn="l" defTabSz="703301" rtl="0" eaLnBrk="1" latinLnBrk="0" hangingPunct="1">
        <a:defRPr sz="2800" kern="1200">
          <a:solidFill>
            <a:schemeClr val="tx1"/>
          </a:solidFill>
          <a:latin typeface="+mn-lt"/>
          <a:ea typeface="+mn-ea"/>
          <a:cs typeface="+mn-cs"/>
        </a:defRPr>
      </a:lvl5pPr>
      <a:lvl6pPr marL="3516503" algn="l" defTabSz="703301" rtl="0" eaLnBrk="1" latinLnBrk="0" hangingPunct="1">
        <a:defRPr sz="2800" kern="1200">
          <a:solidFill>
            <a:schemeClr val="tx1"/>
          </a:solidFill>
          <a:latin typeface="+mn-lt"/>
          <a:ea typeface="+mn-ea"/>
          <a:cs typeface="+mn-cs"/>
        </a:defRPr>
      </a:lvl6pPr>
      <a:lvl7pPr marL="4219803" algn="l" defTabSz="703301" rtl="0" eaLnBrk="1" latinLnBrk="0" hangingPunct="1">
        <a:defRPr sz="2800" kern="1200">
          <a:solidFill>
            <a:schemeClr val="tx1"/>
          </a:solidFill>
          <a:latin typeface="+mn-lt"/>
          <a:ea typeface="+mn-ea"/>
          <a:cs typeface="+mn-cs"/>
        </a:defRPr>
      </a:lvl7pPr>
      <a:lvl8pPr marL="4923102" algn="l" defTabSz="703301" rtl="0" eaLnBrk="1" latinLnBrk="0" hangingPunct="1">
        <a:defRPr sz="2800" kern="1200">
          <a:solidFill>
            <a:schemeClr val="tx1"/>
          </a:solidFill>
          <a:latin typeface="+mn-lt"/>
          <a:ea typeface="+mn-ea"/>
          <a:cs typeface="+mn-cs"/>
        </a:defRPr>
      </a:lvl8pPr>
      <a:lvl9pPr marL="5626401" algn="l" defTabSz="703301" rtl="0" eaLnBrk="1" latinLnBrk="0" hangingPunct="1">
        <a:defRPr sz="2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914400"/>
            <a:fld id="{C12A5761-1EE3-49C4-B7BC-3209EA49EC85}" type="datetimeFigureOut">
              <a:rPr lang="en-GB" smtClean="0">
                <a:solidFill>
                  <a:prstClr val="black">
                    <a:tint val="75000"/>
                  </a:prstClr>
                </a:solidFill>
              </a:rPr>
              <a:pPr defTabSz="914400"/>
              <a:t>16/07/2024</a:t>
            </a:fld>
            <a:endParaRPr lang="en-GB">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914400"/>
            <a:fld id="{BEE9EF87-FABE-49D8-9B96-DC5CFD9F93A4}" type="slidenum">
              <a:rPr lang="en-GB" smtClean="0">
                <a:solidFill>
                  <a:prstClr val="black">
                    <a:tint val="75000"/>
                  </a:prstClr>
                </a:solidFill>
              </a:rPr>
              <a:pPr defTabSz="914400"/>
              <a:t>‹#›</a:t>
            </a:fld>
            <a:endParaRPr lang="en-GB">
              <a:solidFill>
                <a:prstClr val="black">
                  <a:tint val="75000"/>
                </a:prstClr>
              </a:solidFill>
            </a:endParaRPr>
          </a:p>
        </p:txBody>
      </p:sp>
    </p:spTree>
    <p:extLst>
      <p:ext uri="{BB962C8B-B14F-4D97-AF65-F5344CB8AC3E}">
        <p14:creationId xmlns:p14="http://schemas.microsoft.com/office/powerpoint/2010/main" val="3615190918"/>
      </p:ext>
    </p:extLst>
  </p:cSld>
  <p:clrMap bg1="lt1" tx1="dk1" bg2="lt2" tx2="dk2" accent1="accent1" accent2="accent2" accent3="accent3" accent4="accent4" accent5="accent5" accent6="accent6" hlink="hlink" folHlink="folHlink"/>
  <p:sldLayoutIdLst>
    <p:sldLayoutId id="2147484041" r:id="rId1"/>
    <p:sldLayoutId id="2147484042" r:id="rId2"/>
    <p:sldLayoutId id="2147484043" r:id="rId3"/>
    <p:sldLayoutId id="2147484044" r:id="rId4"/>
    <p:sldLayoutId id="2147484045" r:id="rId5"/>
    <p:sldLayoutId id="2147484046" r:id="rId6"/>
    <p:sldLayoutId id="2147484047" r:id="rId7"/>
    <p:sldLayoutId id="2147484048" r:id="rId8"/>
    <p:sldLayoutId id="2147484049" r:id="rId9"/>
    <p:sldLayoutId id="2147484050" r:id="rId10"/>
    <p:sldLayoutId id="2147484052" r:id="rId11"/>
    <p:sldLayoutId id="2147484053" r:id="rId12"/>
    <p:sldLayoutId id="2147484054" r:id="rId13"/>
    <p:sldLayoutId id="2147484055" r:id="rId14"/>
    <p:sldLayoutId id="2147484056" r:id="rId15"/>
    <p:sldLayoutId id="2147484059" r:id="rId16"/>
    <p:sldLayoutId id="2147484060" r:id="rId1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12192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7" name="Rectangle 6"/>
          <p:cNvSpPr/>
          <p:nvPr/>
        </p:nvSpPr>
        <p:spPr bwMode="ltGray">
          <a:xfrm>
            <a:off x="1" y="1"/>
            <a:ext cx="12191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2" name="Title Placeholder 1"/>
          <p:cNvSpPr>
            <a:spLocks noGrp="1"/>
          </p:cNvSpPr>
          <p:nvPr>
            <p:ph type="title"/>
          </p:nvPr>
        </p:nvSpPr>
        <p:spPr>
          <a:xfrm>
            <a:off x="609600" y="152400"/>
            <a:ext cx="109728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mi-NZ"/>
              <a:t>Click to edit Master title style</a:t>
            </a:r>
            <a:endParaRPr kumimoji="0" lang="en-US"/>
          </a:p>
        </p:txBody>
      </p:sp>
      <p:sp>
        <p:nvSpPr>
          <p:cNvPr id="3" name="Text Placeholder 2"/>
          <p:cNvSpPr>
            <a:spLocks noGrp="1"/>
          </p:cNvSpPr>
          <p:nvPr>
            <p:ph type="body" idx="1"/>
          </p:nvPr>
        </p:nvSpPr>
        <p:spPr>
          <a:xfrm>
            <a:off x="609600" y="1775192"/>
            <a:ext cx="10972800" cy="4625609"/>
          </a:xfrm>
          <a:prstGeom prst="rect">
            <a:avLst/>
          </a:prstGeom>
        </p:spPr>
        <p:txBody>
          <a:bodyPr vert="horz" lIns="54864" tIns="91440" rtlCol="0">
            <a:normAutofit/>
          </a:bodyPr>
          <a:lstStyle/>
          <a:p>
            <a:pPr lvl="0" eaLnBrk="1" latinLnBrk="0" hangingPunct="1"/>
            <a:r>
              <a:rPr kumimoji="0" lang="mi-NZ"/>
              <a:t>Click to edit Master text styles</a:t>
            </a:r>
          </a:p>
          <a:p>
            <a:pPr lvl="1" eaLnBrk="1" latinLnBrk="0" hangingPunct="1"/>
            <a:r>
              <a:rPr kumimoji="0" lang="mi-NZ"/>
              <a:t>Second level</a:t>
            </a:r>
          </a:p>
          <a:p>
            <a:pPr lvl="2" eaLnBrk="1" latinLnBrk="0" hangingPunct="1"/>
            <a:r>
              <a:rPr kumimoji="0" lang="mi-NZ"/>
              <a:t>Third level</a:t>
            </a:r>
          </a:p>
          <a:p>
            <a:pPr lvl="3" eaLnBrk="1" latinLnBrk="0" hangingPunct="1"/>
            <a:r>
              <a:rPr kumimoji="0" lang="mi-NZ"/>
              <a:t>Fourth level</a:t>
            </a:r>
          </a:p>
          <a:p>
            <a:pPr lvl="4" eaLnBrk="1" latinLnBrk="0" hangingPunct="1"/>
            <a:r>
              <a:rPr kumimoji="0" lang="mi-NZ"/>
              <a:t>Fifth level</a:t>
            </a:r>
            <a:endParaRPr kumimoji="0" lang="en-US"/>
          </a:p>
        </p:txBody>
      </p:sp>
      <p:sp>
        <p:nvSpPr>
          <p:cNvPr id="4" name="Date Placeholder 3"/>
          <p:cNvSpPr>
            <a:spLocks noGrp="1"/>
          </p:cNvSpPr>
          <p:nvPr>
            <p:ph type="dt" sz="half" idx="2"/>
          </p:nvPr>
        </p:nvSpPr>
        <p:spPr>
          <a:xfrm>
            <a:off x="609600" y="6476999"/>
            <a:ext cx="28448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1482006B-0797-F74A-971C-BE4B53DE15B2}" type="datetimeFigureOut">
              <a:rPr lang="en-US" smtClean="0"/>
              <a:t>7/16/2024</a:t>
            </a:fld>
            <a:endParaRPr lang="en-US"/>
          </a:p>
        </p:txBody>
      </p:sp>
      <p:sp>
        <p:nvSpPr>
          <p:cNvPr id="5" name="Footer Placeholder 4"/>
          <p:cNvSpPr>
            <a:spLocks noGrp="1"/>
          </p:cNvSpPr>
          <p:nvPr>
            <p:ph type="ftr" sz="quarter" idx="3"/>
          </p:nvPr>
        </p:nvSpPr>
        <p:spPr>
          <a:xfrm>
            <a:off x="3520796" y="6476999"/>
            <a:ext cx="7343625"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10939195" y="6476999"/>
            <a:ext cx="978485"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74744502-AECE-3242-9616-AC8F17BCF621}" type="slidenum">
              <a:rPr lang="en-US" smtClean="0"/>
              <a:t>‹#›</a:t>
            </a:fld>
            <a:endParaRPr lang="en-US"/>
          </a:p>
        </p:txBody>
      </p:sp>
    </p:spTree>
    <p:extLst>
      <p:ext uri="{BB962C8B-B14F-4D97-AF65-F5344CB8AC3E}">
        <p14:creationId xmlns:p14="http://schemas.microsoft.com/office/powerpoint/2010/main" val="3952881807"/>
      </p:ext>
    </p:extLst>
  </p:cSld>
  <p:clrMap bg1="lt1" tx1="dk1" bg2="lt2" tx2="dk2" accent1="accent1" accent2="accent2" accent3="accent3" accent4="accent4" accent5="accent5" accent6="accent6" hlink="hlink" folHlink="folHlink"/>
  <p:sldLayoutIdLst>
    <p:sldLayoutId id="2147484086" r:id="rId1"/>
    <p:sldLayoutId id="2147484087" r:id="rId2"/>
    <p:sldLayoutId id="2147484088" r:id="rId3"/>
    <p:sldLayoutId id="2147484089" r:id="rId4"/>
    <p:sldLayoutId id="2147484090" r:id="rId5"/>
    <p:sldLayoutId id="2147484091" r:id="rId6"/>
    <p:sldLayoutId id="2147484092" r:id="rId7"/>
    <p:sldLayoutId id="2147484093" r:id="rId8"/>
    <p:sldLayoutId id="2147484094" r:id="rId9"/>
    <p:sldLayoutId id="2147484095" r:id="rId10"/>
    <p:sldLayoutId id="2147484096" r:id="rId11"/>
    <p:sldLayoutId id="2147484097" r:id="rId12"/>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28F433F-B8EB-43DC-B5C8-85340FADC9B8}"/>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D28E1A6A-47B4-41C4-8672-33531AAB51F7}"/>
              </a:ext>
            </a:extLst>
          </p:cNvPr>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a:extLst>
              <a:ext uri="{FF2B5EF4-FFF2-40B4-BE49-F238E27FC236}">
                <a16:creationId xmlns:a16="http://schemas.microsoft.com/office/drawing/2014/main" id="{DDDCD0CC-EE5F-4A13-87A2-725C7605B7A1}"/>
              </a:ext>
            </a:extLst>
          </p:cNvPr>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Arial" charset="0"/>
                <a:cs typeface="+mn-cs"/>
              </a:defRPr>
            </a:lvl1pPr>
          </a:lstStyle>
          <a:p>
            <a:pPr>
              <a:defRPr/>
            </a:pPr>
            <a:endParaRPr lang="en-GB"/>
          </a:p>
        </p:txBody>
      </p:sp>
      <p:sp>
        <p:nvSpPr>
          <p:cNvPr id="1029" name="Rectangle 5">
            <a:extLst>
              <a:ext uri="{FF2B5EF4-FFF2-40B4-BE49-F238E27FC236}">
                <a16:creationId xmlns:a16="http://schemas.microsoft.com/office/drawing/2014/main" id="{A0C79D37-24BB-4E3B-9EFD-5F932C435C96}"/>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Arial" charset="0"/>
                <a:cs typeface="+mn-cs"/>
              </a:defRPr>
            </a:lvl1pPr>
          </a:lstStyle>
          <a:p>
            <a:pPr>
              <a:defRPr/>
            </a:pPr>
            <a:endParaRPr lang="en-GB"/>
          </a:p>
        </p:txBody>
      </p:sp>
      <p:sp>
        <p:nvSpPr>
          <p:cNvPr id="1030" name="Rectangle 6">
            <a:extLst>
              <a:ext uri="{FF2B5EF4-FFF2-40B4-BE49-F238E27FC236}">
                <a16:creationId xmlns:a16="http://schemas.microsoft.com/office/drawing/2014/main" id="{30E87F49-CBC2-42A8-AF89-6FEC34DE8FF6}"/>
              </a:ext>
            </a:extLst>
          </p:cNvPr>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vl1pPr>
          </a:lstStyle>
          <a:p>
            <a:fld id="{67256E74-32A4-4978-B490-58B14FAFE1AA}" type="slidenum">
              <a:rPr lang="en-GB" altLang="en-US"/>
              <a:pPr/>
              <a:t>‹#›</a:t>
            </a:fld>
            <a:endParaRPr lang="en-GB" altLang="en-US"/>
          </a:p>
        </p:txBody>
      </p:sp>
    </p:spTree>
    <p:extLst>
      <p:ext uri="{BB962C8B-B14F-4D97-AF65-F5344CB8AC3E}">
        <p14:creationId xmlns:p14="http://schemas.microsoft.com/office/powerpoint/2010/main" val="482611777"/>
      </p:ext>
    </p:extLst>
  </p:cSld>
  <p:clrMap bg1="lt1" tx1="dk1" bg2="lt2" tx2="dk2" accent1="accent1" accent2="accent2" accent3="accent3" accent4="accent4" accent5="accent5" accent6="accent6" hlink="hlink" folHlink="folHlink"/>
  <p:sldLayoutIdLst>
    <p:sldLayoutId id="2147484127" r:id="rId1"/>
    <p:sldLayoutId id="2147484128" r:id="rId2"/>
    <p:sldLayoutId id="2147484129" r:id="rId3"/>
    <p:sldLayoutId id="2147484130" r:id="rId4"/>
    <p:sldLayoutId id="2147484131" r:id="rId5"/>
    <p:sldLayoutId id="2147484132" r:id="rId6"/>
    <p:sldLayoutId id="2147484133" r:id="rId7"/>
    <p:sldLayoutId id="2147484134" r:id="rId8"/>
    <p:sldLayoutId id="2147484135" r:id="rId9"/>
    <p:sldLayoutId id="2147484136" r:id="rId10"/>
    <p:sldLayoutId id="2147484137" r:id="rId11"/>
    <p:sldLayoutId id="2147484138" r:id="rId12"/>
    <p:sldLayoutId id="2147484139"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2160658"/>
      </p:ext>
    </p:extLst>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44" r:id="rId4"/>
    <p:sldLayoutId id="2147484145" r:id="rId5"/>
    <p:sldLayoutId id="2147484146" r:id="rId6"/>
    <p:sldLayoutId id="2147484147" r:id="rId7"/>
    <p:sldLayoutId id="2147484148" r:id="rId8"/>
    <p:sldLayoutId id="2147484149" r:id="rId9"/>
    <p:sldLayoutId id="2147484150" r:id="rId10"/>
    <p:sldLayoutId id="2147484151" r:id="rId11"/>
    <p:sldLayoutId id="2147484152" r:id="rId12"/>
    <p:sldLayoutId id="2147484153" r:id="rId13"/>
    <p:sldLayoutId id="2147484154" r:id="rId14"/>
    <p:sldLayoutId id="2147484155" r:id="rId15"/>
    <p:sldLayoutId id="2147484156" r:id="rId16"/>
    <p:sldLayoutId id="2147484157" r:id="rId17"/>
    <p:sldLayoutId id="2147484158" r:id="rId18"/>
    <p:sldLayoutId id="2147484159" r:id="rId19"/>
    <p:sldLayoutId id="2147484160" r:id="rId20"/>
    <p:sldLayoutId id="2147484161" r:id="rId21"/>
    <p:sldLayoutId id="2147484162" r:id="rId22"/>
    <p:sldLayoutId id="2147484163" r:id="rId23"/>
    <p:sldLayoutId id="2147484164" r:id="rId24"/>
    <p:sldLayoutId id="2147484165" r:id="rId25"/>
    <p:sldLayoutId id="2147484166"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702991" rtl="0" eaLnBrk="1" latinLnBrk="0" hangingPunct="1">
        <a:spcBef>
          <a:spcPct val="0"/>
        </a:spcBef>
        <a:buNone/>
        <a:defRPr sz="5500" b="0" kern="1200">
          <a:solidFill>
            <a:schemeClr val="tx1"/>
          </a:solidFill>
          <a:latin typeface="+mj-lt"/>
          <a:ea typeface="+mj-ea"/>
          <a:cs typeface="+mj-cs"/>
        </a:defRPr>
      </a:lvl1pPr>
    </p:titleStyle>
    <p:bodyStyle>
      <a:lvl1pPr marL="0" indent="0" algn="l" defTabSz="702991" rtl="0" eaLnBrk="1" latinLnBrk="0" hangingPunct="1">
        <a:spcBef>
          <a:spcPct val="20000"/>
        </a:spcBef>
        <a:buFont typeface="Courier New"/>
        <a:buNone/>
        <a:defRPr sz="3700" b="1" kern="1200">
          <a:solidFill>
            <a:srgbClr val="FFFFFF"/>
          </a:solidFill>
          <a:latin typeface="+mn-lt"/>
          <a:ea typeface="+mn-ea"/>
          <a:cs typeface="+mn-cs"/>
        </a:defRPr>
      </a:lvl1pPr>
      <a:lvl2pPr marL="702991" indent="0" algn="l" defTabSz="702991" rtl="0" eaLnBrk="1" latinLnBrk="0" hangingPunct="1">
        <a:spcBef>
          <a:spcPct val="20000"/>
        </a:spcBef>
        <a:buFont typeface="Arial"/>
        <a:buNone/>
        <a:defRPr sz="3700" kern="1200">
          <a:solidFill>
            <a:schemeClr val="tx1"/>
          </a:solidFill>
          <a:latin typeface="+mn-lt"/>
          <a:ea typeface="+mn-ea"/>
          <a:cs typeface="+mn-cs"/>
        </a:defRPr>
      </a:lvl2pPr>
      <a:lvl3pPr marL="681020" indent="-351494" algn="l" defTabSz="702991" rtl="0" eaLnBrk="1" latinLnBrk="0" hangingPunct="1">
        <a:spcBef>
          <a:spcPct val="20000"/>
        </a:spcBef>
        <a:buFont typeface="Arial"/>
        <a:buChar char="•"/>
        <a:defRPr sz="3100" b="1" kern="1200">
          <a:solidFill>
            <a:schemeClr val="bg1"/>
          </a:solidFill>
          <a:latin typeface="+mn-lt"/>
          <a:ea typeface="+mn-ea"/>
          <a:cs typeface="+mn-cs"/>
        </a:defRPr>
      </a:lvl3pPr>
      <a:lvl4pPr marL="1366930" indent="-351494" algn="l" defTabSz="702991" rtl="0" eaLnBrk="1" latinLnBrk="0" hangingPunct="1">
        <a:spcBef>
          <a:spcPct val="20000"/>
        </a:spcBef>
        <a:buFont typeface="Arial"/>
        <a:buChar char="•"/>
        <a:tabLst/>
        <a:defRPr sz="2800" kern="1200">
          <a:solidFill>
            <a:srgbClr val="FFFFFF"/>
          </a:solidFill>
          <a:latin typeface="+mn-lt"/>
          <a:ea typeface="+mn-ea"/>
          <a:cs typeface="+mn-cs"/>
        </a:defRPr>
      </a:lvl4pPr>
      <a:lvl5pPr marL="1654959" indent="0" algn="l" defTabSz="702991" rtl="0" eaLnBrk="1" latinLnBrk="0" hangingPunct="1">
        <a:spcBef>
          <a:spcPct val="20000"/>
        </a:spcBef>
        <a:buFont typeface="Arial"/>
        <a:buNone/>
        <a:defRPr sz="2600" kern="1200">
          <a:solidFill>
            <a:schemeClr val="tx1"/>
          </a:solidFill>
          <a:latin typeface="+mn-lt"/>
          <a:ea typeface="+mn-ea"/>
          <a:cs typeface="+mn-cs"/>
        </a:defRPr>
      </a:lvl5pPr>
      <a:lvl6pPr marL="3866448" indent="-351494" algn="l" defTabSz="702991" rtl="0" eaLnBrk="1" latinLnBrk="0" hangingPunct="1">
        <a:spcBef>
          <a:spcPct val="20000"/>
        </a:spcBef>
        <a:buFont typeface="Arial"/>
        <a:buChar char="•"/>
        <a:defRPr sz="3100" kern="1200">
          <a:solidFill>
            <a:schemeClr val="tx1"/>
          </a:solidFill>
          <a:latin typeface="+mn-lt"/>
          <a:ea typeface="+mn-ea"/>
          <a:cs typeface="+mn-cs"/>
        </a:defRPr>
      </a:lvl6pPr>
      <a:lvl7pPr marL="4569444" indent="-351494" algn="l" defTabSz="702991" rtl="0" eaLnBrk="1" latinLnBrk="0" hangingPunct="1">
        <a:spcBef>
          <a:spcPct val="20000"/>
        </a:spcBef>
        <a:buFont typeface="Arial"/>
        <a:buChar char="•"/>
        <a:defRPr sz="3100" kern="1200">
          <a:solidFill>
            <a:schemeClr val="tx1"/>
          </a:solidFill>
          <a:latin typeface="+mn-lt"/>
          <a:ea typeface="+mn-ea"/>
          <a:cs typeface="+mn-cs"/>
        </a:defRPr>
      </a:lvl7pPr>
      <a:lvl8pPr marL="5272434" indent="-351494" algn="l" defTabSz="702991" rtl="0" eaLnBrk="1" latinLnBrk="0" hangingPunct="1">
        <a:spcBef>
          <a:spcPct val="20000"/>
        </a:spcBef>
        <a:buFont typeface="Arial"/>
        <a:buChar char="•"/>
        <a:defRPr sz="3100" kern="1200">
          <a:solidFill>
            <a:schemeClr val="tx1"/>
          </a:solidFill>
          <a:latin typeface="+mn-lt"/>
          <a:ea typeface="+mn-ea"/>
          <a:cs typeface="+mn-cs"/>
        </a:defRPr>
      </a:lvl8pPr>
      <a:lvl9pPr marL="5975419" indent="-351494" algn="l" defTabSz="702991" rtl="0" eaLnBrk="1" latinLnBrk="0" hangingPunct="1">
        <a:spcBef>
          <a:spcPct val="20000"/>
        </a:spcBef>
        <a:buFont typeface="Arial"/>
        <a:buChar char="•"/>
        <a:defRPr sz="3100" kern="1200">
          <a:solidFill>
            <a:schemeClr val="tx1"/>
          </a:solidFill>
          <a:latin typeface="+mn-lt"/>
          <a:ea typeface="+mn-ea"/>
          <a:cs typeface="+mn-cs"/>
        </a:defRPr>
      </a:lvl9pPr>
    </p:bodyStyle>
    <p:otherStyle>
      <a:defPPr>
        <a:defRPr lang="en-US"/>
      </a:defPPr>
      <a:lvl1pPr marL="0" algn="l" defTabSz="702991" rtl="0" eaLnBrk="1" latinLnBrk="0" hangingPunct="1">
        <a:defRPr sz="2800" kern="1200">
          <a:solidFill>
            <a:schemeClr val="tx1"/>
          </a:solidFill>
          <a:latin typeface="+mn-lt"/>
          <a:ea typeface="+mn-ea"/>
          <a:cs typeface="+mn-cs"/>
        </a:defRPr>
      </a:lvl1pPr>
      <a:lvl2pPr marL="702991" algn="l" defTabSz="702991" rtl="0" eaLnBrk="1" latinLnBrk="0" hangingPunct="1">
        <a:defRPr sz="2800" kern="1200">
          <a:solidFill>
            <a:schemeClr val="tx1"/>
          </a:solidFill>
          <a:latin typeface="+mn-lt"/>
          <a:ea typeface="+mn-ea"/>
          <a:cs typeface="+mn-cs"/>
        </a:defRPr>
      </a:lvl2pPr>
      <a:lvl3pPr marL="1405982" algn="l" defTabSz="702991" rtl="0" eaLnBrk="1" latinLnBrk="0" hangingPunct="1">
        <a:defRPr sz="2800" kern="1200">
          <a:solidFill>
            <a:schemeClr val="tx1"/>
          </a:solidFill>
          <a:latin typeface="+mn-lt"/>
          <a:ea typeface="+mn-ea"/>
          <a:cs typeface="+mn-cs"/>
        </a:defRPr>
      </a:lvl3pPr>
      <a:lvl4pPr marL="2108972" algn="l" defTabSz="702991" rtl="0" eaLnBrk="1" latinLnBrk="0" hangingPunct="1">
        <a:defRPr sz="2800" kern="1200">
          <a:solidFill>
            <a:schemeClr val="tx1"/>
          </a:solidFill>
          <a:latin typeface="+mn-lt"/>
          <a:ea typeface="+mn-ea"/>
          <a:cs typeface="+mn-cs"/>
        </a:defRPr>
      </a:lvl4pPr>
      <a:lvl5pPr marL="2811964" algn="l" defTabSz="702991" rtl="0" eaLnBrk="1" latinLnBrk="0" hangingPunct="1">
        <a:defRPr sz="2800" kern="1200">
          <a:solidFill>
            <a:schemeClr val="tx1"/>
          </a:solidFill>
          <a:latin typeface="+mn-lt"/>
          <a:ea typeface="+mn-ea"/>
          <a:cs typeface="+mn-cs"/>
        </a:defRPr>
      </a:lvl5pPr>
      <a:lvl6pPr marL="3514953" algn="l" defTabSz="702991" rtl="0" eaLnBrk="1" latinLnBrk="0" hangingPunct="1">
        <a:defRPr sz="2800" kern="1200">
          <a:solidFill>
            <a:schemeClr val="tx1"/>
          </a:solidFill>
          <a:latin typeface="+mn-lt"/>
          <a:ea typeface="+mn-ea"/>
          <a:cs typeface="+mn-cs"/>
        </a:defRPr>
      </a:lvl6pPr>
      <a:lvl7pPr marL="4217952" algn="l" defTabSz="702991" rtl="0" eaLnBrk="1" latinLnBrk="0" hangingPunct="1">
        <a:defRPr sz="2800" kern="1200">
          <a:solidFill>
            <a:schemeClr val="tx1"/>
          </a:solidFill>
          <a:latin typeface="+mn-lt"/>
          <a:ea typeface="+mn-ea"/>
          <a:cs typeface="+mn-cs"/>
        </a:defRPr>
      </a:lvl7pPr>
      <a:lvl8pPr marL="4920936" algn="l" defTabSz="702991" rtl="0" eaLnBrk="1" latinLnBrk="0" hangingPunct="1">
        <a:defRPr sz="2800" kern="1200">
          <a:solidFill>
            <a:schemeClr val="tx1"/>
          </a:solidFill>
          <a:latin typeface="+mn-lt"/>
          <a:ea typeface="+mn-ea"/>
          <a:cs typeface="+mn-cs"/>
        </a:defRPr>
      </a:lvl8pPr>
      <a:lvl9pPr marL="5623926" algn="l" defTabSz="702991"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3.xml"/></Relationships>
</file>

<file path=ppt/slides/_rels/slide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273.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xml"/><Relationship Id="rId1" Type="http://schemas.openxmlformats.org/officeDocument/2006/relationships/slideLayout" Target="../slideLayouts/slideLayout27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3.xml"/></Relationships>
</file>

<file path=ppt/slides/_rels/slide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8.xml"/><Relationship Id="rId1" Type="http://schemas.openxmlformats.org/officeDocument/2006/relationships/slideLayout" Target="../slideLayouts/slideLayout343.xml"/><Relationship Id="rId4" Type="http://schemas.openxmlformats.org/officeDocument/2006/relationships/image" Target="../media/image24.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78.xml"/><Relationship Id="rId1" Type="http://schemas.openxmlformats.org/officeDocument/2006/relationships/video" Target="https://www.youtube.com/embed/qeK3SkxrZRI?feature=oembed" TargetMode="External"/><Relationship Id="rId4" Type="http://schemas.openxmlformats.org/officeDocument/2006/relationships/image" Target="../media/image25.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3.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31.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331.xml"/><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31.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333.xml"/></Relationships>
</file>

<file path=ppt/slides/_rels/slide18.xml.rels><?xml version="1.0" encoding="UTF-8" standalone="yes"?>
<Relationships xmlns="http://schemas.openxmlformats.org/package/2006/relationships"><Relationship Id="rId3" Type="http://schemas.openxmlformats.org/officeDocument/2006/relationships/hyperlink" Target="https://www.tetumupaeroa.co.nz" TargetMode="External"/><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68.xml"/></Relationships>
</file>

<file path=ppt/slides/_rels/slide2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8.xml"/><Relationship Id="rId1" Type="http://schemas.openxmlformats.org/officeDocument/2006/relationships/slideLayout" Target="../slideLayouts/slideLayout264.xml"/><Relationship Id="rId4" Type="http://schemas.openxmlformats.org/officeDocument/2006/relationships/image" Target="../media/image37.jpe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268.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273.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jpe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273.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jpe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273.xml"/></Relationships>
</file>

<file path=ppt/slides/_rels/slide2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3.xml"/><Relationship Id="rId1" Type="http://schemas.openxmlformats.org/officeDocument/2006/relationships/slideLayout" Target="../slideLayouts/slideLayout26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68.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273.xml"/><Relationship Id="rId4" Type="http://schemas.openxmlformats.org/officeDocument/2006/relationships/image" Target="../media/image50.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73.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7.xml"/><Relationship Id="rId1" Type="http://schemas.openxmlformats.org/officeDocument/2006/relationships/slideLayout" Target="../slideLayouts/slideLayout277.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8.xml"/><Relationship Id="rId1" Type="http://schemas.openxmlformats.org/officeDocument/2006/relationships/slideLayout" Target="../slideLayouts/slideLayout32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24.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27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7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7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7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73.xml"/></Relationships>
</file>

<file path=ppt/slides/_rels/slide38.xml.rels><?xml version="1.0" encoding="UTF-8" standalone="yes"?>
<Relationships xmlns="http://schemas.openxmlformats.org/package/2006/relationships"><Relationship Id="rId3" Type="http://schemas.openxmlformats.org/officeDocument/2006/relationships/hyperlink" Target="https://doi.org/10.1016/j.cpa.2014.07.001" TargetMode="External"/><Relationship Id="rId7" Type="http://schemas.openxmlformats.org/officeDocument/2006/relationships/hyperlink" Target="https://www.tetumupaeroa.co.nz/" TargetMode="External"/><Relationship Id="rId2" Type="http://schemas.openxmlformats.org/officeDocument/2006/relationships/notesSlide" Target="../notesSlides/notesSlide34.xml"/><Relationship Id="rId1" Type="http://schemas.openxmlformats.org/officeDocument/2006/relationships/slideLayout" Target="../slideLayouts/slideLayout273.xml"/><Relationship Id="rId6" Type="http://schemas.openxmlformats.org/officeDocument/2006/relationships/hyperlink" Target="http://lawson.jp/en/ir/library/pdf/annual_report/ar_2013_e.pdf" TargetMode="External"/><Relationship Id="rId5" Type="http://schemas.openxmlformats.org/officeDocument/2006/relationships/hyperlink" Target="https://doi.org/10.1016/j.cpa.2017.05.003" TargetMode="External"/><Relationship Id="rId4" Type="http://schemas.openxmlformats.org/officeDocument/2006/relationships/hyperlink" Target="https://drcaroladams.net/category/accounting/"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www.youtube.com/watch?list=PL3mRXtJm5KyaF0p6hAQo_59Rcq7NA4vFn&amp;time_continue=26&amp;v=dDrUQz9SPbI" TargetMode="External"/><Relationship Id="rId2" Type="http://schemas.openxmlformats.org/officeDocument/2006/relationships/notesSlide" Target="../notesSlides/notesSlide35.xml"/><Relationship Id="rId1" Type="http://schemas.openxmlformats.org/officeDocument/2006/relationships/slideLayout" Target="../slideLayouts/slideLayout273.xml"/><Relationship Id="rId4" Type="http://schemas.openxmlformats.org/officeDocument/2006/relationships/hyperlink" Target="https://www.youtube.com/watch?v=2GHlwR8Bzt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76" y="3994366"/>
            <a:ext cx="10363200" cy="1362076"/>
          </a:xfrm>
        </p:spPr>
        <p:txBody>
          <a:bodyPr/>
          <a:lstStyle/>
          <a:p>
            <a:pPr algn="ctr"/>
            <a:r>
              <a:rPr lang="mi-NZ" sz="3600" dirty="0"/>
              <a:t>ACCOUNTING INFORMATION MĀORI  BUSINESSES </a:t>
            </a:r>
            <a:br>
              <a:rPr lang="mi-NZ" sz="3600" dirty="0"/>
            </a:br>
            <a:r>
              <a:rPr lang="mi-NZ" sz="3600" dirty="0"/>
              <a:t>2021 </a:t>
            </a:r>
            <a:br>
              <a:rPr lang="mi-NZ" sz="2800" dirty="0"/>
            </a:br>
            <a:r>
              <a:rPr lang="mi-NZ" sz="3200" dirty="0">
                <a:solidFill>
                  <a:srgbClr val="1A472B"/>
                </a:solidFill>
              </a:rPr>
              <a:t> </a:t>
            </a:r>
            <a:br>
              <a:rPr lang="en-US" sz="2800" dirty="0"/>
            </a:br>
            <a:endParaRPr lang="en-US" sz="2800" dirty="0"/>
          </a:p>
        </p:txBody>
      </p:sp>
      <p:sp>
        <p:nvSpPr>
          <p:cNvPr id="3" name="Text Placeholder 2"/>
          <p:cNvSpPr>
            <a:spLocks noGrp="1"/>
          </p:cNvSpPr>
          <p:nvPr>
            <p:ph type="body" idx="1"/>
          </p:nvPr>
        </p:nvSpPr>
        <p:spPr>
          <a:xfrm>
            <a:off x="1150976" y="3770334"/>
            <a:ext cx="10175308" cy="224032"/>
          </a:xfrm>
        </p:spPr>
        <p:txBody>
          <a:bodyPr/>
          <a:lstStyle/>
          <a:p>
            <a:pPr algn="ctr"/>
            <a:r>
              <a:rPr lang="mi-NZ"/>
              <a:t>WEEK EIGHT</a:t>
            </a:r>
            <a:endParaRPr lang="mi-NZ" dirty="0"/>
          </a:p>
          <a:p>
            <a:pPr algn="ctr"/>
            <a:r>
              <a:rPr lang="mi-NZ" dirty="0"/>
              <a:t>115.112</a:t>
            </a:r>
          </a:p>
          <a:p>
            <a:pPr algn="ctr"/>
            <a:r>
              <a:rPr lang="mi-NZ" sz="3600" cap="all" dirty="0">
                <a:solidFill>
                  <a:srgbClr val="1A472B"/>
                </a:solidFill>
                <a:ea typeface="+mj-ea"/>
                <a:cs typeface="+mj-cs"/>
              </a:rPr>
              <a:t> </a:t>
            </a:r>
            <a:endParaRPr lang="en-US" dirty="0"/>
          </a:p>
        </p:txBody>
      </p:sp>
    </p:spTree>
    <p:extLst>
      <p:ext uri="{BB962C8B-B14F-4D97-AF65-F5344CB8AC3E}">
        <p14:creationId xmlns:p14="http://schemas.microsoft.com/office/powerpoint/2010/main" val="379935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8" name="Title 1"/>
          <p:cNvSpPr>
            <a:spLocks noGrp="1"/>
          </p:cNvSpPr>
          <p:nvPr>
            <p:ph type="ctrTitle"/>
          </p:nvPr>
        </p:nvSpPr>
        <p:spPr bwMode="auto">
          <a:xfrm>
            <a:off x="999067" y="228999"/>
            <a:ext cx="3494362" cy="4930246"/>
          </a:xfrm>
        </p:spPr>
        <p:txBody>
          <a:bodyPr vert="horz" lIns="91440" tIns="45720" rIns="91440" bIns="45720" numCol="1" rtlCol="0" anchor="ctr" anchorCtr="0" compatLnSpc="1">
            <a:prstTxWarp prst="textNoShape">
              <a:avLst/>
            </a:prstTxWarp>
            <a:normAutofit/>
          </a:bodyPr>
          <a:lstStyle/>
          <a:p>
            <a:pPr algn="r" defTabSz="914400">
              <a:lnSpc>
                <a:spcPct val="90000"/>
              </a:lnSpc>
            </a:pPr>
            <a:r>
              <a:rPr lang="en-US" altLang="en-US" sz="4400" b="1" kern="1200" cap="none" dirty="0">
                <a:latin typeface="+mj-lt"/>
                <a:ea typeface="+mj-ea"/>
                <a:cs typeface="+mj-cs"/>
              </a:rPr>
              <a:t>Key questions</a:t>
            </a:r>
          </a:p>
        </p:txBody>
      </p:sp>
      <p:cxnSp>
        <p:nvCxnSpPr>
          <p:cNvPr id="73" name="Straight Connector 72">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 name="Textfeld 3"/>
          <p:cNvSpPr txBox="1">
            <a:spLocks noChangeArrowheads="1"/>
          </p:cNvSpPr>
          <p:nvPr/>
        </p:nvSpPr>
        <p:spPr bwMode="auto">
          <a:xfrm>
            <a:off x="4976031" y="963877"/>
            <a:ext cx="6377769" cy="493024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marL="266700" indent="-2667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indent="-228600" defTabSz="914400">
              <a:lnSpc>
                <a:spcPct val="90000"/>
              </a:lnSpc>
              <a:spcBef>
                <a:spcPct val="0"/>
              </a:spcBef>
              <a:spcAft>
                <a:spcPts val="1200"/>
              </a:spcAft>
            </a:pPr>
            <a:r>
              <a:rPr lang="en-US" altLang="en-US" sz="2400" dirty="0">
                <a:latin typeface="+mn-lt"/>
                <a:cs typeface="+mn-cs"/>
              </a:rPr>
              <a:t>What is the intergenerational challenge that Māori/Iwi  Businesses must address? </a:t>
            </a:r>
          </a:p>
          <a:p>
            <a:pPr indent="-228600" defTabSz="914400">
              <a:lnSpc>
                <a:spcPct val="90000"/>
              </a:lnSpc>
              <a:spcBef>
                <a:spcPct val="0"/>
              </a:spcBef>
              <a:spcAft>
                <a:spcPts val="1200"/>
              </a:spcAft>
            </a:pPr>
            <a:r>
              <a:rPr lang="en-US" altLang="en-US" sz="2400" dirty="0">
                <a:latin typeface="+mn-lt"/>
                <a:cs typeface="+mn-cs"/>
              </a:rPr>
              <a:t>How does accounting information contribute to the success  of  Māori/Iwi Businesses. </a:t>
            </a:r>
          </a:p>
          <a:p>
            <a:pPr indent="-228600" defTabSz="914400">
              <a:lnSpc>
                <a:spcPct val="90000"/>
              </a:lnSpc>
              <a:spcBef>
                <a:spcPct val="0"/>
              </a:spcBef>
              <a:spcAft>
                <a:spcPts val="1200"/>
              </a:spcAft>
            </a:pPr>
            <a:r>
              <a:rPr lang="en-US" altLang="en-US" sz="2400" dirty="0">
                <a:latin typeface="+mn-lt"/>
                <a:cs typeface="+mn-cs"/>
              </a:rPr>
              <a:t>How does the Integrated Development Agenda contribute to the success of  Māori/Iwi  Businesses </a:t>
            </a:r>
          </a:p>
          <a:p>
            <a:pPr indent="-228600" defTabSz="914400">
              <a:lnSpc>
                <a:spcPct val="90000"/>
              </a:lnSpc>
              <a:spcBef>
                <a:spcPct val="0"/>
              </a:spcBef>
              <a:spcAft>
                <a:spcPts val="1200"/>
              </a:spcAft>
            </a:pPr>
            <a:r>
              <a:rPr lang="en-US" altLang="en-US" sz="2400" dirty="0">
                <a:latin typeface="+mn-lt"/>
                <a:cs typeface="+mn-cs"/>
              </a:rPr>
              <a:t>Emergence of Integrated Reporting Framework.</a:t>
            </a:r>
          </a:p>
          <a:p>
            <a:pPr marL="0" indent="-228600" defTabSz="914400">
              <a:lnSpc>
                <a:spcPct val="90000"/>
              </a:lnSpc>
              <a:spcBef>
                <a:spcPct val="0"/>
              </a:spcBef>
              <a:spcAft>
                <a:spcPts val="1200"/>
              </a:spcAft>
            </a:pPr>
            <a:endParaRPr lang="en-US" altLang="en-US" sz="2400" dirty="0">
              <a:latin typeface="+mn-lt"/>
              <a:cs typeface="+mn-cs"/>
            </a:endParaRPr>
          </a:p>
        </p:txBody>
      </p:sp>
    </p:spTree>
    <p:extLst>
      <p:ext uri="{BB962C8B-B14F-4D97-AF65-F5344CB8AC3E}">
        <p14:creationId xmlns:p14="http://schemas.microsoft.com/office/powerpoint/2010/main" val="56433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1"/>
          <p:cNvSpPr txBox="1">
            <a:spLocks/>
          </p:cNvSpPr>
          <p:nvPr/>
        </p:nvSpPr>
        <p:spPr>
          <a:xfrm>
            <a:off x="1207718" y="191272"/>
            <a:ext cx="5997984" cy="707886"/>
          </a:xfrm>
          <a:prstGeom prst="rect">
            <a:avLst/>
          </a:prstGeom>
          <a:noFill/>
        </p:spPr>
        <p:txBody>
          <a:bodyPr wrap="square">
            <a:spAutoFit/>
          </a:bodyPr>
          <a:lstStyle>
            <a:lvl1pPr algn="ctr" defTabSz="548597" rtl="0" eaLnBrk="1" latinLnBrk="0" hangingPunct="1">
              <a:spcBef>
                <a:spcPct val="0"/>
              </a:spcBef>
              <a:buNone/>
              <a:defRPr sz="4320" b="0" kern="1200">
                <a:solidFill>
                  <a:schemeClr val="tx1"/>
                </a:solidFill>
                <a:latin typeface="+mj-lt"/>
                <a:ea typeface="+mj-ea"/>
                <a:cs typeface="+mj-cs"/>
              </a:defRPr>
            </a:lvl1pPr>
          </a:lstStyle>
          <a:p>
            <a:pPr algn="l">
              <a:spcBef>
                <a:spcPts val="0"/>
              </a:spcBef>
              <a:defRPr/>
            </a:pPr>
            <a:r>
              <a:rPr lang="mi-NZ" sz="4000" b="1" dirty="0" err="1">
                <a:latin typeface="+mn-lt"/>
                <a:ea typeface="+mn-ea"/>
                <a:cs typeface="+mn-cs"/>
              </a:rPr>
              <a:t>Our</a:t>
            </a:r>
            <a:r>
              <a:rPr lang="mi-NZ" sz="4000" b="1" dirty="0">
                <a:latin typeface="+mn-lt"/>
                <a:ea typeface="+mn-ea"/>
                <a:cs typeface="+mn-cs"/>
              </a:rPr>
              <a:t> </a:t>
            </a:r>
            <a:r>
              <a:rPr lang="mi-NZ" sz="4000" b="1" dirty="0" err="1">
                <a:latin typeface="+mn-lt"/>
                <a:ea typeface="+mn-ea"/>
                <a:cs typeface="+mn-cs"/>
              </a:rPr>
              <a:t>past</a:t>
            </a:r>
            <a:r>
              <a:rPr lang="mi-NZ" sz="4000" b="1" dirty="0">
                <a:latin typeface="+mn-lt"/>
                <a:ea typeface="+mn-ea"/>
                <a:cs typeface="+mn-cs"/>
              </a:rPr>
              <a:t> .... </a:t>
            </a:r>
            <a:r>
              <a:rPr lang="mi-NZ" sz="4000" b="1" dirty="0" err="1">
                <a:latin typeface="+mn-lt"/>
                <a:ea typeface="+mn-ea"/>
                <a:cs typeface="+mn-cs"/>
              </a:rPr>
              <a:t>Colonisation</a:t>
            </a:r>
            <a:endParaRPr lang="en-NZ" sz="4000" b="1" dirty="0">
              <a:latin typeface="+mn-lt"/>
              <a:ea typeface="+mn-ea"/>
              <a:cs typeface="+mn-cs"/>
            </a:endParaRPr>
          </a:p>
        </p:txBody>
      </p:sp>
      <p:grpSp>
        <p:nvGrpSpPr>
          <p:cNvPr id="18" name="Group 17"/>
          <p:cNvGrpSpPr/>
          <p:nvPr/>
        </p:nvGrpSpPr>
        <p:grpSpPr>
          <a:xfrm>
            <a:off x="1384621" y="912850"/>
            <a:ext cx="9380507" cy="5686243"/>
            <a:chOff x="577515" y="976464"/>
            <a:chExt cx="7817089" cy="4738536"/>
          </a:xfrm>
        </p:grpSpPr>
        <p:pic>
          <p:nvPicPr>
            <p:cNvPr id="14" name="Picture 8"/>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532092" y="3464874"/>
              <a:ext cx="3813969" cy="2230144"/>
            </a:xfrm>
            <a:prstGeom prst="rect">
              <a:avLst/>
            </a:prstGeom>
            <a:noFill/>
            <a:ln w="9525">
              <a:noFill/>
              <a:miter lim="800000"/>
              <a:headEnd/>
              <a:tailEnd/>
            </a:ln>
          </p:spPr>
        </p:pic>
        <p:pic>
          <p:nvPicPr>
            <p:cNvPr id="15" name="Picture 9"/>
            <p:cNvPicPr>
              <a:picLocks noChangeAspect="1"/>
            </p:cNvPicPr>
            <p:nvPr/>
          </p:nvPicPr>
          <p:blipFill rotWithShape="1">
            <a:blip r:embed="rId4" cstate="screen">
              <a:extLst>
                <a:ext uri="{28A0092B-C50C-407E-A947-70E740481C1C}">
                  <a14:useLocalDpi xmlns:a14="http://schemas.microsoft.com/office/drawing/2010/main"/>
                </a:ext>
              </a:extLst>
            </a:blip>
            <a:srcRect b="-731"/>
            <a:stretch/>
          </p:blipFill>
          <p:spPr bwMode="auto">
            <a:xfrm>
              <a:off x="577515" y="3625084"/>
              <a:ext cx="3974275" cy="2089916"/>
            </a:xfrm>
            <a:prstGeom prst="rect">
              <a:avLst/>
            </a:prstGeom>
            <a:noFill/>
            <a:ln w="9525">
              <a:noFill/>
              <a:miter lim="800000"/>
              <a:headEnd/>
              <a:tailEnd/>
            </a:ln>
          </p:spPr>
        </p:pic>
        <p:pic>
          <p:nvPicPr>
            <p:cNvPr id="16" name="Picture 6" descr="kainga garden.JPG"/>
            <p:cNvPicPr>
              <a:picLocks noChangeAspect="1"/>
            </p:cNvPicPr>
            <p:nvPr/>
          </p:nvPicPr>
          <p:blipFill>
            <a:blip r:embed="rId5"/>
            <a:srcRect/>
            <a:stretch>
              <a:fillRect/>
            </a:stretch>
          </p:blipFill>
          <p:spPr bwMode="auto">
            <a:xfrm>
              <a:off x="581349" y="976464"/>
              <a:ext cx="3948759" cy="2794000"/>
            </a:xfrm>
            <a:prstGeom prst="rect">
              <a:avLst/>
            </a:prstGeom>
            <a:noFill/>
            <a:ln w="9525">
              <a:noFill/>
              <a:miter lim="800000"/>
              <a:headEnd/>
              <a:tailEnd/>
            </a:ln>
          </p:spPr>
        </p:pic>
        <p:pic>
          <p:nvPicPr>
            <p:cNvPr id="17" name="Picture 7"/>
            <p:cNvPicPr>
              <a:picLocks noChangeAspect="1"/>
            </p:cNvPicPr>
            <p:nvPr/>
          </p:nvPicPr>
          <p:blipFill>
            <a:blip r:embed="rId6" cstate="screen">
              <a:extLst>
                <a:ext uri="{28A0092B-C50C-407E-A947-70E740481C1C}">
                  <a14:useLocalDpi xmlns:a14="http://schemas.microsoft.com/office/drawing/2010/main"/>
                </a:ext>
              </a:extLst>
            </a:blip>
            <a:srcRect r="-792"/>
            <a:stretch>
              <a:fillRect/>
            </a:stretch>
          </p:blipFill>
          <p:spPr bwMode="auto">
            <a:xfrm>
              <a:off x="4528123" y="976464"/>
              <a:ext cx="3866481" cy="2829524"/>
            </a:xfrm>
            <a:prstGeom prst="rect">
              <a:avLst/>
            </a:prstGeom>
            <a:noFill/>
            <a:ln w="9525">
              <a:noFill/>
              <a:miter lim="800000"/>
              <a:headEnd/>
              <a:tailEnd/>
            </a:ln>
          </p:spPr>
        </p:pic>
      </p:grpSp>
    </p:spTree>
    <p:extLst>
      <p:ext uri="{BB962C8B-B14F-4D97-AF65-F5344CB8AC3E}">
        <p14:creationId xmlns:p14="http://schemas.microsoft.com/office/powerpoint/2010/main" val="3507167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D044957-1CA4-4C22-90BA-0997CB36C495}"/>
              </a:ext>
            </a:extLst>
          </p:cNvPr>
          <p:cNvSpPr>
            <a:spLocks noGrp="1"/>
          </p:cNvSpPr>
          <p:nvPr>
            <p:ph type="title"/>
          </p:nvPr>
        </p:nvSpPr>
        <p:spPr>
          <a:xfrm>
            <a:off x="609600" y="274639"/>
            <a:ext cx="10972800" cy="1143000"/>
          </a:xfrm>
        </p:spPr>
        <p:txBody>
          <a:bodyPr/>
          <a:lstStyle/>
          <a:p>
            <a:r>
              <a:rPr lang="en-US" sz="4000" dirty="0"/>
              <a:t>Maori Canoes , Auckland Wharf  1840 - 1860</a:t>
            </a:r>
          </a:p>
        </p:txBody>
      </p:sp>
      <p:pic>
        <p:nvPicPr>
          <p:cNvPr id="5" name="Content Placeholder 4" descr="A picture containing text, nature, military vehicle, shore&#10;&#10;Description automatically generated">
            <a:extLst>
              <a:ext uri="{FF2B5EF4-FFF2-40B4-BE49-F238E27FC236}">
                <a16:creationId xmlns:a16="http://schemas.microsoft.com/office/drawing/2014/main" id="{54D1DF41-A049-4CB7-A7FC-8776171F17D9}"/>
              </a:ext>
            </a:extLst>
          </p:cNvPr>
          <p:cNvPicPr>
            <a:picLocks noGrp="1" noChangeAspect="1"/>
          </p:cNvPicPr>
          <p:nvPr>
            <p:ph idx="1"/>
          </p:nvPr>
        </p:nvPicPr>
        <p:blipFill rotWithShape="1">
          <a:blip r:embed="rId3"/>
          <a:srcRect t="25866" b="2087"/>
          <a:stretch/>
        </p:blipFill>
        <p:spPr>
          <a:xfrm>
            <a:off x="609600" y="1600201"/>
            <a:ext cx="10972800" cy="4525963"/>
          </a:xfrm>
          <a:noFill/>
        </p:spPr>
      </p:pic>
    </p:spTree>
    <p:extLst>
      <p:ext uri="{BB962C8B-B14F-4D97-AF65-F5344CB8AC3E}">
        <p14:creationId xmlns:p14="http://schemas.microsoft.com/office/powerpoint/2010/main" val="3867108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bwMode="auto">
          <a:xfrm>
            <a:off x="1774825" y="647700"/>
            <a:ext cx="8642350" cy="863600"/>
          </a:xfrm>
        </p:spPr>
        <p:txBody>
          <a:bodyPr wrap="square" numCol="1" anchorCtr="0" compatLnSpc="1">
            <a:prstTxWarp prst="textNoShape">
              <a:avLst/>
            </a:prstTxWarp>
          </a:bodyPr>
          <a:lstStyle/>
          <a:p>
            <a:r>
              <a:rPr lang="mi-NZ" sz="3200" b="1" dirty="0">
                <a:solidFill>
                  <a:schemeClr val="accent1">
                    <a:lumMod val="75000"/>
                  </a:schemeClr>
                </a:solidFill>
              </a:rPr>
              <a:t>MAORI TRADING COMMENCES</a:t>
            </a:r>
            <a:endParaRPr lang="en-US" altLang="en-US" b="1" cap="none" dirty="0">
              <a:solidFill>
                <a:schemeClr val="accent1">
                  <a:lumMod val="75000"/>
                </a:schemeClr>
              </a:solidFill>
              <a:latin typeface="Arial Narrow" panose="020B0606020202030204" pitchFamily="34" charset="0"/>
              <a:cs typeface="Arial" panose="020B0604020202020204" pitchFamily="34" charset="0"/>
            </a:endParaRPr>
          </a:p>
        </p:txBody>
      </p:sp>
      <p:sp>
        <p:nvSpPr>
          <p:cNvPr id="4" name="Textfeld 3"/>
          <p:cNvSpPr txBox="1">
            <a:spLocks noChangeArrowheads="1"/>
          </p:cNvSpPr>
          <p:nvPr/>
        </p:nvSpPr>
        <p:spPr bwMode="auto">
          <a:xfrm>
            <a:off x="1992314" y="1584325"/>
            <a:ext cx="8207375" cy="7171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spcAft>
                <a:spcPts val="1200"/>
              </a:spcAft>
              <a:defRPr/>
            </a:pPr>
            <a:r>
              <a:rPr lang="en-US" sz="1800" b="1" dirty="0">
                <a:solidFill>
                  <a:srgbClr val="FF0000"/>
                </a:solidFill>
              </a:rPr>
              <a:t>1805 Bay of Islands:  </a:t>
            </a:r>
          </a:p>
          <a:p>
            <a:pPr algn="just">
              <a:spcBef>
                <a:spcPct val="0"/>
              </a:spcBef>
              <a:spcAft>
                <a:spcPts val="1200"/>
              </a:spcAft>
              <a:defRPr/>
            </a:pPr>
            <a:r>
              <a:rPr lang="en-US" sz="1800" b="1" dirty="0"/>
              <a:t>`Te </a:t>
            </a:r>
            <a:r>
              <a:rPr lang="en-US" sz="1800" b="1" dirty="0" err="1"/>
              <a:t>Pahi</a:t>
            </a:r>
            <a:r>
              <a:rPr lang="en-US" sz="1800" b="1" dirty="0"/>
              <a:t> became the first influential Maori leader to visit New South `Wales, expressing </a:t>
            </a:r>
            <a:r>
              <a:rPr lang="en-US" sz="1800" b="1" dirty="0">
                <a:solidFill>
                  <a:srgbClr val="FF0000"/>
                </a:solidFill>
              </a:rPr>
              <a:t>keen interest in cultural </a:t>
            </a:r>
            <a:r>
              <a:rPr lang="en-US" sz="1800" b="1" dirty="0"/>
              <a:t>and </a:t>
            </a:r>
            <a:r>
              <a:rPr lang="en-US" sz="1800" b="1" dirty="0">
                <a:solidFill>
                  <a:srgbClr val="FF0000"/>
                </a:solidFill>
              </a:rPr>
              <a:t>technological exchange </a:t>
            </a:r>
            <a:r>
              <a:rPr lang="en-US" sz="1800" b="1" dirty="0"/>
              <a:t>and welcoming Governor King’s plan to settle a party of official observers under his protection at the Bay of Islands. His son, </a:t>
            </a:r>
            <a:r>
              <a:rPr lang="en-US" sz="1800" b="1" dirty="0" err="1"/>
              <a:t>Matara</a:t>
            </a:r>
            <a:r>
              <a:rPr lang="en-US" sz="1800" b="1" dirty="0"/>
              <a:t>, met George III on a visit to England shortly after.</a:t>
            </a:r>
          </a:p>
          <a:p>
            <a:pPr marL="266700" marR="0" lvl="0" indent="-266700"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lang="en-AU" altLang="en-US" sz="1800" b="1" dirty="0">
                <a:solidFill>
                  <a:srgbClr val="FF0000"/>
                </a:solidFill>
                <a:latin typeface="Arial Narrow" panose="020B0606020202030204" pitchFamily="34" charset="0"/>
              </a:rPr>
              <a:t>1820  </a:t>
            </a:r>
            <a:r>
              <a:rPr lang="en-US" sz="1800" b="1" dirty="0"/>
              <a:t> Hongi </a:t>
            </a:r>
            <a:r>
              <a:rPr lang="en-US" sz="1800" b="1" dirty="0" err="1"/>
              <a:t>Hika</a:t>
            </a:r>
            <a:r>
              <a:rPr lang="en-US" sz="1800" b="1" dirty="0"/>
              <a:t> was introduced to George IV as was Te </a:t>
            </a:r>
            <a:r>
              <a:rPr lang="en-US" sz="1800" b="1" dirty="0" err="1"/>
              <a:t>Pehi</a:t>
            </a:r>
            <a:r>
              <a:rPr lang="en-US" sz="1800" b="1" dirty="0"/>
              <a:t> about five years later. Others sent gifts to reigning monarchs. </a:t>
            </a:r>
            <a:br>
              <a:rPr lang="en-US" sz="1800" b="1" dirty="0"/>
            </a:br>
            <a:endParaRPr lang="en-US" sz="1800" b="1" dirty="0"/>
          </a:p>
          <a:p>
            <a:pPr marL="266700" marR="0" lvl="0" indent="-266700"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lang="en-US" sz="1800" b="1" dirty="0"/>
              <a:t>This was a Maori response to the new environment, seeking alliances with leaders and communities perceived to have the greatest power internationally</a:t>
            </a: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lang="en-AU" altLang="en-US" sz="2000" b="1" dirty="0">
                <a:solidFill>
                  <a:srgbClr val="FF0000"/>
                </a:solidFill>
                <a:latin typeface="Arial Narrow" panose="020B0606020202030204" pitchFamily="34" charset="0"/>
              </a:rPr>
              <a:t> They were concerned by rumours that France had designs on New Zealand </a:t>
            </a: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4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p:txBody>
      </p:sp>
    </p:spTree>
    <p:extLst>
      <p:ext uri="{BB962C8B-B14F-4D97-AF65-F5344CB8AC3E}">
        <p14:creationId xmlns:p14="http://schemas.microsoft.com/office/powerpoint/2010/main" val="523479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bwMode="auto">
          <a:xfrm>
            <a:off x="1774825" y="647700"/>
            <a:ext cx="8642350" cy="863600"/>
          </a:xfrm>
        </p:spPr>
        <p:txBody>
          <a:bodyPr wrap="square" numCol="1" anchorCtr="0" compatLnSpc="1">
            <a:prstTxWarp prst="textNoShape">
              <a:avLst/>
            </a:prstTxWarp>
          </a:bodyPr>
          <a:lstStyle/>
          <a:p>
            <a:r>
              <a:rPr lang="mi-NZ" altLang="en-US" sz="3200" b="1" cap="none" dirty="0">
                <a:solidFill>
                  <a:schemeClr val="accent1">
                    <a:lumMod val="75000"/>
                  </a:schemeClr>
                </a:solidFill>
                <a:latin typeface="Arial Narrow" panose="020B0606020202030204" pitchFamily="34" charset="0"/>
                <a:cs typeface="Arial" panose="020B0604020202020204" pitchFamily="34" charset="0"/>
              </a:rPr>
              <a:t>Golden age of  Māori 1840-1860 </a:t>
            </a:r>
            <a:endParaRPr lang="en-US" altLang="en-US" b="1" cap="none" dirty="0">
              <a:solidFill>
                <a:schemeClr val="accent1">
                  <a:lumMod val="75000"/>
                </a:schemeClr>
              </a:solidFill>
              <a:latin typeface="Arial Narrow" panose="020B0606020202030204" pitchFamily="34" charset="0"/>
              <a:cs typeface="Arial" panose="020B0604020202020204" pitchFamily="34" charset="0"/>
            </a:endParaRPr>
          </a:p>
        </p:txBody>
      </p:sp>
      <p:sp>
        <p:nvSpPr>
          <p:cNvPr id="4" name="Textfeld 3"/>
          <p:cNvSpPr txBox="1">
            <a:spLocks noChangeArrowheads="1"/>
          </p:cNvSpPr>
          <p:nvPr/>
        </p:nvSpPr>
        <p:spPr bwMode="auto">
          <a:xfrm>
            <a:off x="1992314" y="1584325"/>
            <a:ext cx="8207375" cy="5847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lang="en-AU" altLang="en-US" sz="2000" dirty="0">
                <a:solidFill>
                  <a:srgbClr val="1A472B"/>
                </a:solidFill>
                <a:latin typeface="Arial Narrow" panose="020B0606020202030204" pitchFamily="34" charset="0"/>
              </a:rPr>
              <a:t>The period between 1840 and Maori has been described as the golden age of Maori Enterprise.</a:t>
            </a: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lang="en-AU" altLang="en-US" sz="2000" dirty="0">
                <a:solidFill>
                  <a:srgbClr val="1A472B"/>
                </a:solidFill>
                <a:latin typeface="Arial Narrow" panose="020B0606020202030204" pitchFamily="34" charset="0"/>
              </a:rPr>
              <a:t>Māori Flour Mills  built through Waikato, Taranaki, Whanganui, Rotorua and Wairarapa</a:t>
            </a: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lang="en-AU" altLang="en-US" sz="2000" dirty="0">
                <a:solidFill>
                  <a:srgbClr val="1A472B"/>
                </a:solidFill>
                <a:latin typeface="Arial Narrow" panose="020B0606020202030204" pitchFamily="34" charset="0"/>
              </a:rPr>
              <a:t> Māori Shipping  From 1840 a number of tribes began buying vessels to transport to European town, </a:t>
            </a: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lang="en-AU" altLang="en-US" sz="2000" dirty="0">
                <a:solidFill>
                  <a:srgbClr val="1A472B"/>
                </a:solidFill>
                <a:latin typeface="Arial Narrow" panose="020B0606020202030204" pitchFamily="34" charset="0"/>
              </a:rPr>
              <a:t>1863 -1864 Trade came to a halt for many tribes/iwi in 1863 and 1864 due to the New Zealand Wards. Between the colonial forces and Māori tribes. </a:t>
            </a: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4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p:txBody>
      </p:sp>
    </p:spTree>
    <p:extLst>
      <p:ext uri="{BB962C8B-B14F-4D97-AF65-F5344CB8AC3E}">
        <p14:creationId xmlns:p14="http://schemas.microsoft.com/office/powerpoint/2010/main" val="2963473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bwMode="auto">
          <a:xfrm>
            <a:off x="1774825" y="647700"/>
            <a:ext cx="8642350" cy="863600"/>
          </a:xfrm>
        </p:spPr>
        <p:txBody>
          <a:bodyPr wrap="square" numCol="1" anchorCtr="0" compatLnSpc="1">
            <a:prstTxWarp prst="textNoShape">
              <a:avLst/>
            </a:prstTxWarp>
          </a:bodyPr>
          <a:lstStyle/>
          <a:p>
            <a:r>
              <a:rPr lang="mi-NZ" sz="3200" b="1" dirty="0">
                <a:solidFill>
                  <a:schemeClr val="accent1">
                    <a:lumMod val="75000"/>
                  </a:schemeClr>
                </a:solidFill>
              </a:rPr>
              <a:t>WHAT IS THE TREATY OF WAITANGI</a:t>
            </a:r>
            <a:endParaRPr lang="en-US" altLang="en-US" b="1" cap="none" dirty="0">
              <a:solidFill>
                <a:schemeClr val="accent1">
                  <a:lumMod val="75000"/>
                </a:schemeClr>
              </a:solidFill>
              <a:latin typeface="Arial Narrow" panose="020B0606020202030204" pitchFamily="34" charset="0"/>
              <a:cs typeface="Arial" panose="020B0604020202020204" pitchFamily="34" charset="0"/>
            </a:endParaRPr>
          </a:p>
        </p:txBody>
      </p:sp>
      <p:sp>
        <p:nvSpPr>
          <p:cNvPr id="4" name="Textfeld 3"/>
          <p:cNvSpPr txBox="1">
            <a:spLocks noChangeArrowheads="1"/>
          </p:cNvSpPr>
          <p:nvPr/>
        </p:nvSpPr>
        <p:spPr bwMode="auto">
          <a:xfrm>
            <a:off x="1992314" y="1584325"/>
            <a:ext cx="8207375" cy="523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The Treaty of Waitangi (Te </a:t>
            </a:r>
            <a:r>
              <a:rPr kumimoji="0" lang="en-AU" altLang="en-US" sz="2000" b="0" i="0" u="none" strike="noStrike" kern="1200" cap="none" spc="0" normalizeH="0" baseline="0" noProof="0" dirty="0" err="1">
                <a:ln>
                  <a:noFill/>
                </a:ln>
                <a:solidFill>
                  <a:srgbClr val="1A472B"/>
                </a:solidFill>
                <a:effectLst/>
                <a:uLnTx/>
                <a:uFillTx/>
                <a:latin typeface="Arial Narrow" panose="020B0606020202030204" pitchFamily="34" charset="0"/>
                <a:ea typeface="+mn-ea"/>
                <a:cs typeface="Arial" panose="020B0604020202020204" pitchFamily="34" charset="0"/>
              </a:rPr>
              <a:t>Tiriti</a:t>
            </a:r>
            <a:r>
              <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 is a formal agreement, made in the interest of partnership between Māori chiefs and the British Crown signed in 1840. </a:t>
            </a: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NZ"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Te </a:t>
            </a:r>
            <a:r>
              <a:rPr kumimoji="0" lang="en-NZ" sz="2000" b="0" i="0" u="none" strike="noStrike" kern="1200" cap="none" spc="0" normalizeH="0" baseline="0" noProof="0" dirty="0" err="1">
                <a:ln>
                  <a:noFill/>
                </a:ln>
                <a:solidFill>
                  <a:srgbClr val="1A472B"/>
                </a:solidFill>
                <a:effectLst/>
                <a:uLnTx/>
                <a:uFillTx/>
                <a:latin typeface="Arial Narrow" panose="020B0606020202030204" pitchFamily="34" charset="0"/>
                <a:ea typeface="+mn-ea"/>
                <a:cs typeface="Arial" panose="020B0604020202020204" pitchFamily="34" charset="0"/>
              </a:rPr>
              <a:t>Tiriti</a:t>
            </a:r>
            <a:r>
              <a:rPr kumimoji="0" lang="en-NZ"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 affirmed, and committed to upholding, the mana (authority), </a:t>
            </a:r>
            <a:r>
              <a:rPr kumimoji="0" lang="en-NZ" sz="2000" b="0" i="0" u="none" strike="noStrike" kern="1200" cap="none" spc="0" normalizeH="0" baseline="0" noProof="0" dirty="0" err="1">
                <a:ln>
                  <a:noFill/>
                </a:ln>
                <a:solidFill>
                  <a:srgbClr val="1A472B"/>
                </a:solidFill>
                <a:effectLst/>
                <a:uLnTx/>
                <a:uFillTx/>
                <a:latin typeface="Arial Narrow" panose="020B0606020202030204" pitchFamily="34" charset="0"/>
                <a:ea typeface="+mn-ea"/>
                <a:cs typeface="Arial" panose="020B0604020202020204" pitchFamily="34" charset="0"/>
              </a:rPr>
              <a:t>tino</a:t>
            </a:r>
            <a:r>
              <a:rPr kumimoji="0" lang="en-NZ"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 rangatiratanga (sovereignty), and tikanga (laws) of Māori – recognising the system of laws that had existed prior to the arrival of colonial settlers for representatives of the British Crown,</a:t>
            </a: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NZ"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 However, Te </a:t>
            </a:r>
            <a:r>
              <a:rPr kumimoji="0" lang="en-NZ" sz="2000" b="0" i="0" u="none" strike="noStrike" kern="1200" cap="none" spc="0" normalizeH="0" baseline="0" noProof="0" dirty="0" err="1">
                <a:ln>
                  <a:noFill/>
                </a:ln>
                <a:solidFill>
                  <a:srgbClr val="1A472B"/>
                </a:solidFill>
                <a:effectLst/>
                <a:uLnTx/>
                <a:uFillTx/>
                <a:latin typeface="Arial Narrow" panose="020B0606020202030204" pitchFamily="34" charset="0"/>
                <a:ea typeface="+mn-ea"/>
                <a:cs typeface="Arial" panose="020B0604020202020204" pitchFamily="34" charset="0"/>
              </a:rPr>
              <a:t>Tiriti</a:t>
            </a:r>
            <a:r>
              <a:rPr kumimoji="0" lang="en-NZ"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 detailed the cessation of sovereignty by Māori over Aotearoa New Zealand to Queen Victoria. </a:t>
            </a:r>
            <a:r>
              <a:rPr kumimoji="0" 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 </a:t>
            </a: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4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p:txBody>
      </p:sp>
    </p:spTree>
    <p:extLst>
      <p:ext uri="{BB962C8B-B14F-4D97-AF65-F5344CB8AC3E}">
        <p14:creationId xmlns:p14="http://schemas.microsoft.com/office/powerpoint/2010/main" val="2805955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Text Box 34">
            <a:extLst>
              <a:ext uri="{FF2B5EF4-FFF2-40B4-BE49-F238E27FC236}">
                <a16:creationId xmlns:a16="http://schemas.microsoft.com/office/drawing/2014/main" id="{BA1BFAB7-5A2B-43B1-9BE5-029A8D8FC61C}"/>
              </a:ext>
            </a:extLst>
          </p:cNvPr>
          <p:cNvSpPr txBox="1">
            <a:spLocks noChangeArrowheads="1"/>
          </p:cNvSpPr>
          <p:nvPr/>
        </p:nvSpPr>
        <p:spPr bwMode="auto">
          <a:xfrm>
            <a:off x="2351088" y="692150"/>
            <a:ext cx="74168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br>
              <a:rPr kumimoji="0" lang="en-NZ" altLang="en-US" sz="2800" b="1" i="0" u="none" strike="noStrike" kern="1200" cap="none" spc="0" normalizeH="0" baseline="0" noProof="0">
                <a:ln>
                  <a:noFill/>
                </a:ln>
                <a:solidFill>
                  <a:srgbClr val="C00000"/>
                </a:solidFill>
                <a:effectLst/>
                <a:uLnTx/>
                <a:uFillTx/>
                <a:latin typeface="Times New Roman" panose="02020603050405020304" pitchFamily="18" charset="0"/>
                <a:ea typeface="+mn-ea"/>
                <a:cs typeface="Times New Roman" panose="02020603050405020304" pitchFamily="18" charset="0"/>
              </a:rPr>
            </a:br>
            <a:endParaRPr kumimoji="0" lang="en-GB" altLang="en-US" sz="1800" b="1" i="0" u="none" strike="noStrike" kern="1200" cap="none" spc="0" normalizeH="0" baseline="0" noProof="0">
              <a:ln>
                <a:noFill/>
              </a:ln>
              <a:solidFill>
                <a:srgbClr val="C00000"/>
              </a:solidFill>
              <a:effectLst/>
              <a:uLnTx/>
              <a:uFillTx/>
              <a:latin typeface="Times New Roman" panose="02020603050405020304" pitchFamily="18" charset="0"/>
              <a:ea typeface="+mn-ea"/>
              <a:cs typeface="Times New Roman" panose="02020603050405020304" pitchFamily="18" charset="0"/>
            </a:endParaRPr>
          </a:p>
        </p:txBody>
      </p:sp>
      <p:pic>
        <p:nvPicPr>
          <p:cNvPr id="2051" name="Picture 44" descr="a3678atl">
            <a:extLst>
              <a:ext uri="{FF2B5EF4-FFF2-40B4-BE49-F238E27FC236}">
                <a16:creationId xmlns:a16="http://schemas.microsoft.com/office/drawing/2014/main" id="{17865CB7-1D2B-4A80-8DD0-9688A8173C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8714" y="2200275"/>
            <a:ext cx="3584575" cy="23812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052" name="Text Box 46">
            <a:extLst>
              <a:ext uri="{FF2B5EF4-FFF2-40B4-BE49-F238E27FC236}">
                <a16:creationId xmlns:a16="http://schemas.microsoft.com/office/drawing/2014/main" id="{DF24F80B-A356-40A1-8331-061BA4A540D9}"/>
              </a:ext>
            </a:extLst>
          </p:cNvPr>
          <p:cNvSpPr txBox="1">
            <a:spLocks noChangeArrowheads="1"/>
          </p:cNvSpPr>
          <p:nvPr/>
        </p:nvSpPr>
        <p:spPr bwMode="auto">
          <a:xfrm>
            <a:off x="2667000" y="4759326"/>
            <a:ext cx="70564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2400" b="1" i="0" u="none" strike="noStrike" kern="1200" cap="none" spc="0" normalizeH="0" baseline="0" noProof="0">
                <a:ln>
                  <a:noFill/>
                </a:ln>
                <a:solidFill>
                  <a:srgbClr val="740000"/>
                </a:solidFill>
                <a:effectLst/>
                <a:uLnTx/>
                <a:uFillTx/>
                <a:latin typeface="Arial" panose="020B0604020202020204" pitchFamily="34" charset="0"/>
                <a:ea typeface="+mn-ea"/>
                <a:cs typeface="Arial" panose="020B0604020202020204" pitchFamily="34" charset="0"/>
              </a:rPr>
              <a:t>“A promise of two peoples to take the best possible care of each other.” – Bishop Bennett</a:t>
            </a:r>
            <a:endParaRPr kumimoji="0" lang="en-GB" altLang="en-US" sz="2400" b="1" i="0" u="none" strike="noStrike" kern="1200" cap="none" spc="0" normalizeH="0" baseline="0" noProof="0">
              <a:ln>
                <a:noFill/>
              </a:ln>
              <a:solidFill>
                <a:srgbClr val="740000"/>
              </a:solidFill>
              <a:effectLst/>
              <a:uLnTx/>
              <a:uFillTx/>
              <a:latin typeface="Arial" panose="020B0604020202020204" pitchFamily="34" charset="0"/>
              <a:ea typeface="+mn-ea"/>
              <a:cs typeface="Arial" panose="020B0604020202020204" pitchFamily="34" charset="0"/>
            </a:endParaRPr>
          </a:p>
        </p:txBody>
      </p:sp>
      <p:pic>
        <p:nvPicPr>
          <p:cNvPr id="2053" name="Picture 2" descr="C:\Users\Naomit\AppData\Local\Microsoft\Windows\Temporary Internet Files\Content.Outlook\NIY03VCB\RTR225IF.jpg">
            <a:extLst>
              <a:ext uri="{FF2B5EF4-FFF2-40B4-BE49-F238E27FC236}">
                <a16:creationId xmlns:a16="http://schemas.microsoft.com/office/drawing/2014/main" id="{13691546-DB8D-4157-86C3-93950823EF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0464" y="2166939"/>
            <a:ext cx="3387725" cy="24145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054" name="Text Box 34">
            <a:extLst>
              <a:ext uri="{FF2B5EF4-FFF2-40B4-BE49-F238E27FC236}">
                <a16:creationId xmlns:a16="http://schemas.microsoft.com/office/drawing/2014/main" id="{A5494865-5EF3-40E2-9414-02611969A7E8}"/>
              </a:ext>
            </a:extLst>
          </p:cNvPr>
          <p:cNvSpPr txBox="1">
            <a:spLocks noChangeArrowheads="1"/>
          </p:cNvSpPr>
          <p:nvPr/>
        </p:nvSpPr>
        <p:spPr bwMode="auto">
          <a:xfrm>
            <a:off x="2309813" y="706439"/>
            <a:ext cx="74168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5400" b="1" i="0" u="none" strike="noStrike" kern="1200" cap="none" spc="0" normalizeH="0" baseline="0" noProof="0" dirty="0">
                <a:ln>
                  <a:noFill/>
                </a:ln>
                <a:solidFill>
                  <a:srgbClr val="C00000"/>
                </a:solidFill>
                <a:effectLst/>
                <a:uLnTx/>
                <a:uFillTx/>
                <a:latin typeface="Times" panose="02020603050405020304" pitchFamily="18" charset="0"/>
                <a:ea typeface="+mn-ea"/>
                <a:cs typeface="Arial" panose="020B0604020202020204" pitchFamily="34" charset="0"/>
              </a:rPr>
              <a:t>Te Mana i Waitangi</a:t>
            </a:r>
            <a:br>
              <a:rPr kumimoji="0" lang="en-US" altLang="en-US" sz="5400" b="1" i="0" u="none" strike="noStrike" kern="1200" cap="none" spc="0" normalizeH="0" baseline="0" noProof="0" dirty="0">
                <a:ln>
                  <a:noFill/>
                </a:ln>
                <a:solidFill>
                  <a:srgbClr val="C00000"/>
                </a:solidFill>
                <a:effectLst/>
                <a:uLnTx/>
                <a:uFillTx/>
                <a:latin typeface="Times" panose="02020603050405020304" pitchFamily="18" charset="0"/>
                <a:ea typeface="+mn-ea"/>
                <a:cs typeface="Arial" panose="020B0604020202020204" pitchFamily="34" charset="0"/>
              </a:rPr>
            </a:br>
            <a:r>
              <a:rPr kumimoji="0" lang="en-US" altLang="en-US" sz="2800" b="1" i="0" u="none" strike="noStrike" kern="1200" cap="none" spc="0" normalizeH="0" baseline="0" noProof="0" dirty="0">
                <a:ln>
                  <a:noFill/>
                </a:ln>
                <a:solidFill>
                  <a:srgbClr val="C00000"/>
                </a:solidFill>
                <a:effectLst/>
                <a:uLnTx/>
                <a:uFillTx/>
                <a:latin typeface="Times" panose="02020603050405020304" pitchFamily="18" charset="0"/>
                <a:ea typeface="+mn-ea"/>
                <a:cs typeface="Arial" panose="020B0604020202020204" pitchFamily="34" charset="0"/>
              </a:rPr>
              <a:t>Human Rights and the Treaty of Waitangi</a:t>
            </a:r>
            <a:endParaRPr kumimoji="0" lang="en-GB" altLang="en-US" sz="2800" b="1" i="0" u="none" strike="noStrike" kern="1200" cap="none" spc="0" normalizeH="0" baseline="0" noProof="0" dirty="0">
              <a:ln>
                <a:noFill/>
              </a:ln>
              <a:solidFill>
                <a:srgbClr val="C00000"/>
              </a:solidFill>
              <a:effectLst/>
              <a:uLnTx/>
              <a:uFillTx/>
              <a:latin typeface="Times" panose="02020603050405020304" pitchFamily="18" charset="0"/>
              <a:ea typeface="+mn-ea"/>
              <a:cs typeface="Arial" panose="020B0604020202020204" pitchFamily="34"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DC2FF3C1-3D87-4624-B2B9-7B480CDCFE55}"/>
              </a:ext>
            </a:extLst>
          </p:cNvPr>
          <p:cNvSpPr txBox="1">
            <a:spLocks noChangeArrowheads="1"/>
          </p:cNvSpPr>
          <p:nvPr/>
        </p:nvSpPr>
        <p:spPr bwMode="auto">
          <a:xfrm>
            <a:off x="2095501" y="930275"/>
            <a:ext cx="792956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marL="0" marR="0" lvl="0" indent="0" algn="ctr" defTabSz="456020" rtl="0" eaLnBrk="1" fontAlgn="auto" latinLnBrk="0" hangingPunct="1">
              <a:lnSpc>
                <a:spcPct val="100000"/>
              </a:lnSpc>
              <a:spcBef>
                <a:spcPct val="50000"/>
              </a:spcBef>
              <a:spcAft>
                <a:spcPts val="0"/>
              </a:spcAft>
              <a:buClrTx/>
              <a:buSzTx/>
              <a:buFontTx/>
              <a:buNone/>
              <a:tabLst/>
              <a:defRPr/>
            </a:pPr>
            <a:r>
              <a:rPr kumimoji="0" lang="en-US" altLang="en-US" sz="4400" b="1" i="0" u="none" strike="noStrike" kern="1200" cap="none" spc="0" normalizeH="0" baseline="0" noProof="0">
                <a:ln>
                  <a:noFill/>
                </a:ln>
                <a:solidFill>
                  <a:srgbClr val="C00000"/>
                </a:solidFill>
                <a:effectLst/>
                <a:uLnTx/>
                <a:uFillTx/>
                <a:latin typeface="Times" panose="02020603050405020304" pitchFamily="18" charset="0"/>
                <a:ea typeface="+mn-ea"/>
                <a:cs typeface="Arial" panose="020B0604020202020204" pitchFamily="34" charset="0"/>
              </a:rPr>
              <a:t>Te Mana i Waitangi</a:t>
            </a:r>
            <a:endParaRPr kumimoji="0" lang="en-GB" altLang="en-US" sz="4400" b="1" i="0" u="none" strike="noStrike" kern="1200" cap="none" spc="0" normalizeH="0" baseline="0" noProof="0">
              <a:ln>
                <a:noFill/>
              </a:ln>
              <a:solidFill>
                <a:srgbClr val="C00000"/>
              </a:solidFill>
              <a:effectLst/>
              <a:uLnTx/>
              <a:uFillTx/>
              <a:latin typeface="Times" panose="02020603050405020304" pitchFamily="18" charset="0"/>
              <a:ea typeface="+mn-ea"/>
              <a:cs typeface="Arial" panose="020B0604020202020204" pitchFamily="34" charset="0"/>
            </a:endParaRPr>
          </a:p>
        </p:txBody>
      </p:sp>
      <p:sp>
        <p:nvSpPr>
          <p:cNvPr id="12291" name="Text Box 7">
            <a:extLst>
              <a:ext uri="{FF2B5EF4-FFF2-40B4-BE49-F238E27FC236}">
                <a16:creationId xmlns:a16="http://schemas.microsoft.com/office/drawing/2014/main" id="{BA3BFB79-CA92-4194-90A8-B258D9DD0321}"/>
              </a:ext>
            </a:extLst>
          </p:cNvPr>
          <p:cNvSpPr txBox="1">
            <a:spLocks noChangeArrowheads="1"/>
          </p:cNvSpPr>
          <p:nvPr/>
        </p:nvSpPr>
        <p:spPr bwMode="auto">
          <a:xfrm>
            <a:off x="2135188" y="1895476"/>
            <a:ext cx="774700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marL="0" marR="0" lvl="0" indent="0" algn="ctr" defTabSz="456020" rtl="0" eaLnBrk="1" fontAlgn="auto" latinLnBrk="0" hangingPunct="1">
              <a:lnSpc>
                <a:spcPct val="100000"/>
              </a:lnSpc>
              <a:spcBef>
                <a:spcPct val="50000"/>
              </a:spcBef>
              <a:spcAft>
                <a:spcPts val="0"/>
              </a:spcAft>
              <a:buClrTx/>
              <a:buSzTx/>
              <a:buFontTx/>
              <a:buNone/>
              <a:tabLst/>
              <a:defRPr/>
            </a:pPr>
            <a:r>
              <a:rPr kumimoji="0" lang="en-NZ"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Treaty of Waitangi established a set of rights and obligations and a relationship between the Crown and </a:t>
            </a:r>
            <a:r>
              <a:rPr kumimoji="0" lang="en-NZ" altLang="en-US"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Rangatira</a:t>
            </a:r>
            <a:r>
              <a:rPr kumimoji="0" lang="en-NZ"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which remains in place today. It created a governance framework for the nation (</a:t>
            </a:r>
            <a:r>
              <a:rPr kumimoji="0" lang="en-NZ" altLang="en-US"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kāwanatanga</a:t>
            </a:r>
            <a:r>
              <a:rPr kumimoji="0" lang="en-NZ"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affirmed the existing rights of Tangata Whenua (people of the land) (rangatiratanga) and guaranteed shared citizenship and equal rights for all (rite </a:t>
            </a:r>
            <a:r>
              <a:rPr kumimoji="0" lang="en-NZ" altLang="en-US"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tahi</a:t>
            </a:r>
            <a:r>
              <a:rPr kumimoji="0" lang="en-NZ"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br>
              <a:rPr kumimoji="0" lang="en-NZ"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NZ"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Treaty has been described as: </a:t>
            </a:r>
          </a:p>
          <a:p>
            <a:pPr marL="0" marR="0" lvl="0" indent="0" algn="ctr" defTabSz="456020" rtl="0" eaLnBrk="1" fontAlgn="auto" latinLnBrk="0" hangingPunct="1">
              <a:lnSpc>
                <a:spcPct val="100000"/>
              </a:lnSpc>
              <a:spcBef>
                <a:spcPct val="50000"/>
              </a:spcBef>
              <a:spcAft>
                <a:spcPts val="0"/>
              </a:spcAft>
              <a:buClrTx/>
              <a:buSzTx/>
              <a:buFontTx/>
              <a:buNone/>
              <a:tabLst/>
              <a:defRPr/>
            </a:pPr>
            <a:r>
              <a:rPr kumimoji="0" lang="en-NZ" altLang="en-US" sz="2400" b="1"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“The promise of two peoples to take the </a:t>
            </a:r>
            <a:br>
              <a:rPr kumimoji="0" lang="en-NZ" altLang="en-US" sz="2400" b="1"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br>
            <a:r>
              <a:rPr kumimoji="0" lang="en-NZ" altLang="en-US" sz="2400" b="1"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best possible care of each other.”</a:t>
            </a:r>
            <a:r>
              <a:rPr kumimoji="0" lang="en-NZ" altLang="en-US" sz="2000" b="0" i="0" u="none" strike="noStrike" kern="1200" cap="none" spc="0" normalizeH="0" baseline="0" noProof="0" dirty="0">
                <a:ln>
                  <a:noFill/>
                </a:ln>
                <a:solidFill>
                  <a:srgbClr val="FF9900"/>
                </a:solidFill>
                <a:effectLst/>
                <a:uLnTx/>
                <a:uFillTx/>
                <a:latin typeface="Arial" panose="020B0604020202020204" pitchFamily="34" charset="0"/>
                <a:ea typeface="+mn-ea"/>
                <a:cs typeface="Arial" panose="020B0604020202020204" pitchFamily="34" charset="0"/>
              </a:rPr>
              <a:t> </a:t>
            </a:r>
          </a:p>
          <a:p>
            <a:pPr marL="0" marR="0" lvl="0" indent="0" algn="ctr" defTabSz="456020" rtl="0" eaLnBrk="1" fontAlgn="auto" latinLnBrk="0" hangingPunct="1">
              <a:lnSpc>
                <a:spcPct val="100000"/>
              </a:lnSpc>
              <a:spcBef>
                <a:spcPct val="50000"/>
              </a:spcBef>
              <a:spcAft>
                <a:spcPts val="0"/>
              </a:spcAft>
              <a:buClrTx/>
              <a:buSzTx/>
              <a:buFontTx/>
              <a:buNone/>
              <a:tabLst/>
              <a:defRPr/>
            </a:pPr>
            <a:r>
              <a:rPr kumimoji="0" lang="en-NZ"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human rights dimensions of the Treaty of Waitangi include </a:t>
            </a:r>
            <a:br>
              <a:rPr kumimoji="0" lang="en-NZ"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NZ"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both universal human rights and indigenous rights</a:t>
            </a:r>
            <a:r>
              <a:rPr kumimoji="0" lang="en-NZ" altLang="en-US" sz="1800" b="0" i="0" u="none" strike="noStrike" kern="1200" cap="none" spc="0" normalizeH="0" baseline="0" noProof="0" dirty="0">
                <a:ln>
                  <a:noFill/>
                </a:ln>
                <a:solidFill>
                  <a:srgbClr val="009999"/>
                </a:solidFill>
                <a:effectLst/>
                <a:uLnTx/>
                <a:uFillTx/>
                <a:latin typeface="Arial" panose="020B0604020202020204" pitchFamily="34" charset="0"/>
                <a:ea typeface="+mn-ea"/>
                <a:cs typeface="Arial" panose="020B0604020202020204" pitchFamily="34" charset="0"/>
              </a:rPr>
              <a:t>.</a:t>
            </a:r>
          </a:p>
          <a:p>
            <a:pPr marL="0" marR="0" lvl="0" indent="0" algn="r" defTabSz="456020" rtl="0" eaLnBrk="1" fontAlgn="auto" latinLnBrk="0" hangingPunct="1">
              <a:lnSpc>
                <a:spcPct val="100000"/>
              </a:lnSpc>
              <a:spcBef>
                <a:spcPct val="50000"/>
              </a:spcBef>
              <a:spcAft>
                <a:spcPts val="0"/>
              </a:spcAft>
              <a:buClrTx/>
              <a:buSzTx/>
              <a:buFontTx/>
              <a:buNone/>
              <a:tabLst/>
              <a:defRPr/>
            </a:pPr>
            <a:r>
              <a:rPr kumimoji="0" lang="en-NZ" altLang="en-US" sz="14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Human Rights Commission, Statement of Intent 2009-2010</a:t>
            </a:r>
            <a:endParaRPr kumimoji="0" lang="en-GB" altLang="en-US" sz="14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08272541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bwMode="auto">
          <a:xfrm>
            <a:off x="1774825" y="647700"/>
            <a:ext cx="8642350" cy="863600"/>
          </a:xfrm>
        </p:spPr>
        <p:txBody>
          <a:bodyPr wrap="square" numCol="1" anchorCtr="0" compatLnSpc="1">
            <a:prstTxWarp prst="textNoShape">
              <a:avLst/>
            </a:prstTxWarp>
          </a:bodyPr>
          <a:lstStyle/>
          <a:p>
            <a:r>
              <a:rPr lang="mi-NZ" sz="3200" b="1" dirty="0">
                <a:solidFill>
                  <a:schemeClr val="accent1">
                    <a:lumMod val="75000"/>
                  </a:schemeClr>
                </a:solidFill>
              </a:rPr>
              <a:t>Fast Forward 20th Century : Waitangi Tribunal </a:t>
            </a:r>
            <a:br>
              <a:rPr lang="mi-NZ" sz="3200" b="1" dirty="0">
                <a:solidFill>
                  <a:srgbClr val="FF0000"/>
                </a:solidFill>
              </a:rPr>
            </a:br>
            <a:r>
              <a:rPr lang="mi-NZ" sz="3200" b="1" dirty="0">
                <a:solidFill>
                  <a:srgbClr val="FF0000"/>
                </a:solidFill>
              </a:rPr>
              <a:t>  </a:t>
            </a:r>
            <a:endParaRPr lang="en-US" altLang="en-US" b="1" cap="none" dirty="0">
              <a:solidFill>
                <a:srgbClr val="FF0000"/>
              </a:solidFill>
              <a:latin typeface="Arial Narrow" panose="020B0606020202030204" pitchFamily="34" charset="0"/>
              <a:cs typeface="Arial" panose="020B0604020202020204" pitchFamily="34" charset="0"/>
            </a:endParaRPr>
          </a:p>
        </p:txBody>
      </p:sp>
      <p:sp>
        <p:nvSpPr>
          <p:cNvPr id="4" name="Textfeld 3"/>
          <p:cNvSpPr txBox="1">
            <a:spLocks noChangeArrowheads="1"/>
          </p:cNvSpPr>
          <p:nvPr/>
        </p:nvSpPr>
        <p:spPr bwMode="auto">
          <a:xfrm>
            <a:off x="1992314" y="1584325"/>
            <a:ext cx="8207375" cy="670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Waitangi Tribunal  established in 1975  and makes recommendations on claims by Māori relating to legislation, policies, actions or omissions of the Crown  (New Zealand Government)  that are alleged to breach the promises made in the Treaty of Waitangi.</a:t>
            </a: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In 1985 jurisdiction extended for claims back to 1840 (historical claims) </a:t>
            </a: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Principles of Treaty – partnership, protection, participation, good faith, loyalty and others.</a:t>
            </a: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742950" marR="0" lvl="1" indent="-28575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16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4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p:txBody>
      </p:sp>
    </p:spTree>
    <p:extLst>
      <p:ext uri="{BB962C8B-B14F-4D97-AF65-F5344CB8AC3E}">
        <p14:creationId xmlns:p14="http://schemas.microsoft.com/office/powerpoint/2010/main" val="702849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bwMode="auto">
          <a:xfrm>
            <a:off x="1774825" y="647700"/>
            <a:ext cx="8642350" cy="863600"/>
          </a:xfrm>
        </p:spPr>
        <p:txBody>
          <a:bodyPr wrap="square" numCol="1" anchorCtr="0" compatLnSpc="1">
            <a:prstTxWarp prst="textNoShape">
              <a:avLst/>
            </a:prstTxWarp>
          </a:bodyPr>
          <a:lstStyle/>
          <a:p>
            <a:r>
              <a:rPr lang="mi-NZ" sz="3200" b="1" dirty="0">
                <a:solidFill>
                  <a:schemeClr val="accent1">
                    <a:lumMod val="75000"/>
                  </a:schemeClr>
                </a:solidFill>
              </a:rPr>
              <a:t>Treaty </a:t>
            </a:r>
            <a:r>
              <a:rPr lang="mi-NZ" sz="3200" b="1" dirty="0" err="1">
                <a:solidFill>
                  <a:schemeClr val="accent1">
                    <a:lumMod val="75000"/>
                  </a:schemeClr>
                </a:solidFill>
              </a:rPr>
              <a:t>of</a:t>
            </a:r>
            <a:r>
              <a:rPr lang="mi-NZ" sz="3200" b="1" dirty="0">
                <a:solidFill>
                  <a:schemeClr val="accent1">
                    <a:lumMod val="75000"/>
                  </a:schemeClr>
                </a:solidFill>
              </a:rPr>
              <a:t> Waitangi Settlements </a:t>
            </a:r>
            <a:endParaRPr lang="en-US" altLang="en-US" b="1" cap="none" dirty="0">
              <a:solidFill>
                <a:schemeClr val="accent1">
                  <a:lumMod val="75000"/>
                </a:schemeClr>
              </a:solidFill>
              <a:latin typeface="Arial Narrow" panose="020B0606020202030204" pitchFamily="34" charset="0"/>
              <a:cs typeface="Arial" panose="020B0604020202020204" pitchFamily="34" charset="0"/>
            </a:endParaRPr>
          </a:p>
        </p:txBody>
      </p:sp>
      <p:sp>
        <p:nvSpPr>
          <p:cNvPr id="4" name="Textfeld 3"/>
          <p:cNvSpPr txBox="1">
            <a:spLocks noChangeArrowheads="1"/>
          </p:cNvSpPr>
          <p:nvPr/>
        </p:nvSpPr>
        <p:spPr bwMode="auto">
          <a:xfrm>
            <a:off x="1992314" y="1584325"/>
            <a:ext cx="8207375" cy="11264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456020" rtl="0" eaLnBrk="1" fontAlgn="auto" latinLnBrk="0" hangingPunct="1">
              <a:lnSpc>
                <a:spcPct val="100000"/>
              </a:lnSpc>
              <a:spcBef>
                <a:spcPct val="0"/>
              </a:spcBef>
              <a:spcAft>
                <a:spcPts val="1200"/>
              </a:spcAft>
              <a:buClrTx/>
              <a:buSzTx/>
              <a:buFont typeface="Arial" panose="020B0604020202020204" pitchFamily="34" charset="0"/>
              <a:buNone/>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Since 1990 , around  75  iwi (tribes) </a:t>
            </a:r>
            <a:r>
              <a:rPr lang="en-AU" altLang="en-US" sz="2000" dirty="0">
                <a:solidFill>
                  <a:srgbClr val="1A472B"/>
                </a:solidFill>
                <a:latin typeface="Arial Narrow" panose="020B0606020202030204" pitchFamily="34" charset="0"/>
              </a:rPr>
              <a:t>in</a:t>
            </a:r>
            <a:r>
              <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 New Zealand have finalized   Treaty of Waitangi  settlements with the Crown ( New  Zealand Government) . </a:t>
            </a: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A Treaty  settlement is an agreement between the Crown ( New Zealand Government)  and  a Māori claimant group, usually an iwi, (tribe) to settle all that claimant group’s  historical claims against the  Crown. </a:t>
            </a: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The  Treaty settlement is typically composed off historical accounts, an acknowledgement and  apology, cultural redress and financial  and commercial redress. </a:t>
            </a: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rPr>
              <a:t>The Treaty of Waitangi Settlements highlight the significant differences in Māori and Western Perspectives of Accounting and Accountability.</a:t>
            </a: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742950" marR="0" lvl="1" indent="-28575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16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742950" marR="0" lvl="1" indent="-28575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16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0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a:p>
            <a:pPr marL="266700" marR="0" lvl="0" indent="-266700" algn="l" defTabSz="456020"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AU" altLang="en-US" sz="2400" b="0" i="0" u="none" strike="noStrike" kern="1200" cap="none" spc="0" normalizeH="0" baseline="0" noProof="0" dirty="0">
              <a:ln>
                <a:noFill/>
              </a:ln>
              <a:solidFill>
                <a:srgbClr val="1A472B"/>
              </a:solidFill>
              <a:effectLst/>
              <a:uLnTx/>
              <a:uFillTx/>
              <a:latin typeface="Arial Narrow" panose="020B0606020202030204" pitchFamily="34" charset="0"/>
              <a:ea typeface="+mn-ea"/>
              <a:cs typeface="Arial" panose="020B0604020202020204" pitchFamily="34" charset="0"/>
            </a:endParaRPr>
          </a:p>
        </p:txBody>
      </p:sp>
    </p:spTree>
    <p:extLst>
      <p:ext uri="{BB962C8B-B14F-4D97-AF65-F5344CB8AC3E}">
        <p14:creationId xmlns:p14="http://schemas.microsoft.com/office/powerpoint/2010/main" val="3921901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D8201-D7A4-453A-AA7F-BD388973BCD9}"/>
              </a:ext>
            </a:extLst>
          </p:cNvPr>
          <p:cNvSpPr>
            <a:spLocks noGrp="1"/>
          </p:cNvSpPr>
          <p:nvPr>
            <p:ph type="title"/>
          </p:nvPr>
        </p:nvSpPr>
        <p:spPr>
          <a:xfrm>
            <a:off x="609600" y="274639"/>
            <a:ext cx="10972800" cy="457198"/>
          </a:xfrm>
        </p:spPr>
        <p:txBody>
          <a:bodyPr/>
          <a:lstStyle/>
          <a:p>
            <a:r>
              <a:rPr lang="mi-NZ" sz="3600" dirty="0"/>
              <a:t>Mana : The power in knowing who you are: Tama Iti</a:t>
            </a:r>
            <a:endParaRPr lang="en-NZ" sz="3600" dirty="0"/>
          </a:p>
        </p:txBody>
      </p:sp>
      <p:pic>
        <p:nvPicPr>
          <p:cNvPr id="4" name="Online Media 3" title="Mana: The power in knowing who you are | Tame Iti | TEDxAuckland">
            <a:hlinkClick r:id="" action="ppaction://media"/>
            <a:extLst>
              <a:ext uri="{FF2B5EF4-FFF2-40B4-BE49-F238E27FC236}">
                <a16:creationId xmlns:a16="http://schemas.microsoft.com/office/drawing/2014/main" id="{13080D73-D6F1-4680-8B8C-7186238AA101}"/>
              </a:ext>
            </a:extLst>
          </p:cNvPr>
          <p:cNvPicPr>
            <a:picLocks noGrp="1" noRot="1" noChangeAspect="1"/>
          </p:cNvPicPr>
          <p:nvPr>
            <p:ph idx="1"/>
            <a:videoFile r:link="rId1"/>
          </p:nvPr>
        </p:nvPicPr>
        <p:blipFill>
          <a:blip r:embed="rId4"/>
          <a:stretch>
            <a:fillRect/>
          </a:stretch>
        </p:blipFill>
        <p:spPr>
          <a:xfrm>
            <a:off x="609600" y="1186776"/>
            <a:ext cx="10700425" cy="5233479"/>
          </a:xfrm>
          <a:prstGeom prst="rect">
            <a:avLst/>
          </a:prstGeom>
        </p:spPr>
      </p:pic>
    </p:spTree>
    <p:extLst>
      <p:ext uri="{BB962C8B-B14F-4D97-AF65-F5344CB8AC3E}">
        <p14:creationId xmlns:p14="http://schemas.microsoft.com/office/powerpoint/2010/main" val="711000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602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338" name="Title 1"/>
          <p:cNvSpPr>
            <a:spLocks noGrp="1"/>
          </p:cNvSpPr>
          <p:nvPr>
            <p:ph type="ctrTitle"/>
          </p:nvPr>
        </p:nvSpPr>
        <p:spPr bwMode="auto">
          <a:xfrm>
            <a:off x="838200" y="631825"/>
            <a:ext cx="10515600" cy="1325563"/>
          </a:xfrm>
        </p:spPr>
        <p:txBody>
          <a:bodyPr vert="horz" lIns="91440" tIns="45720" rIns="91440" bIns="45720" numCol="1" rtlCol="0" anchor="ctr" anchorCtr="0" compatLnSpc="1">
            <a:prstTxWarp prst="textNoShape">
              <a:avLst/>
            </a:prstTxWarp>
            <a:normAutofit/>
          </a:bodyPr>
          <a:lstStyle/>
          <a:p>
            <a:pPr algn="l" defTabSz="914400">
              <a:lnSpc>
                <a:spcPct val="90000"/>
              </a:lnSpc>
            </a:pPr>
            <a:r>
              <a:rPr lang="en-US" sz="4000" b="1" kern="1200" dirty="0">
                <a:solidFill>
                  <a:schemeClr val="tx1"/>
                </a:solidFill>
              </a:rPr>
              <a:t>Māori  Colonisation and </a:t>
            </a:r>
            <a:r>
              <a:rPr lang="en-US" sz="4000" b="1" dirty="0"/>
              <a:t>an</a:t>
            </a:r>
            <a:r>
              <a:rPr lang="en-US" sz="4000" b="1" kern="1200" dirty="0">
                <a:solidFill>
                  <a:schemeClr val="tx1"/>
                </a:solidFill>
              </a:rPr>
              <a:t> Interrupted History </a:t>
            </a:r>
            <a:endParaRPr lang="en-US" altLang="en-US" sz="4000" b="1" kern="1200" cap="none" dirty="0">
              <a:solidFill>
                <a:schemeClr val="tx1"/>
              </a:solidFill>
            </a:endParaRPr>
          </a:p>
        </p:txBody>
      </p:sp>
      <p:sp>
        <p:nvSpPr>
          <p:cNvPr id="4" name="Textfeld 3"/>
          <p:cNvSpPr txBox="1">
            <a:spLocks noChangeArrowheads="1"/>
          </p:cNvSpPr>
          <p:nvPr/>
        </p:nvSpPr>
        <p:spPr bwMode="auto">
          <a:xfrm>
            <a:off x="838200" y="1721498"/>
            <a:ext cx="10515600" cy="387176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a:bodyPr>
          <a:lstStyle>
            <a:lvl1pPr marL="266700" indent="-2667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38100" marR="0" lvl="0" indent="0" algn="l" defTabSz="914400" rtl="0" eaLnBrk="1" fontAlgn="auto" latinLnBrk="0" hangingPunct="1">
              <a:lnSpc>
                <a:spcPct val="90000"/>
              </a:lnSpc>
              <a:spcBef>
                <a:spcPct val="0"/>
              </a:spcBef>
              <a:spcAft>
                <a:spcPts val="1200"/>
              </a:spcAft>
              <a:buClrTx/>
              <a:buSzTx/>
              <a:buFont typeface="Arial" panose="020B0604020202020204" pitchFamily="34" charset="0"/>
              <a:buNone/>
              <a:tabLst/>
              <a:defRPr/>
            </a:pPr>
            <a:r>
              <a:rPr kumimoji="0" lang="en-US" altLang="en-US" sz="2300" b="0" i="0" u="none" strike="noStrike" kern="1200" cap="none" spc="0" normalizeH="0" baseline="0" noProof="0" dirty="0">
                <a:ln>
                  <a:noFill/>
                </a:ln>
                <a:solidFill>
                  <a:srgbClr val="1A472B"/>
                </a:solidFill>
                <a:effectLst/>
                <a:uLnTx/>
                <a:uFillTx/>
                <a:latin typeface="Calibri"/>
                <a:ea typeface="+mn-ea"/>
                <a:cs typeface="Arial" panose="020B0604020202020204" pitchFamily="34" charset="0"/>
              </a:rPr>
              <a:t>There is a big difference between Māori and accounting and M</a:t>
            </a:r>
            <a:r>
              <a:rPr kumimoji="0" lang="mi-NZ" altLang="en-US" sz="2300" b="0" i="0" u="none" strike="noStrike" kern="1200" cap="none" spc="0" normalizeH="0" baseline="0" noProof="0" dirty="0">
                <a:ln>
                  <a:noFill/>
                </a:ln>
                <a:solidFill>
                  <a:srgbClr val="1A472B"/>
                </a:solidFill>
                <a:effectLst/>
                <a:uLnTx/>
                <a:uFillTx/>
                <a:latin typeface="Calibri"/>
                <a:ea typeface="+mn-ea"/>
                <a:cs typeface="Arial" panose="020B0604020202020204" pitchFamily="34" charset="0"/>
              </a:rPr>
              <a:t>āori</a:t>
            </a:r>
            <a:r>
              <a:rPr kumimoji="0" lang="en-US" altLang="en-US" sz="2300" b="0" i="0" u="none" strike="noStrike" kern="1200" cap="none" spc="0" normalizeH="0" baseline="0" noProof="0" dirty="0">
                <a:ln>
                  <a:noFill/>
                </a:ln>
                <a:solidFill>
                  <a:srgbClr val="1A472B"/>
                </a:solidFill>
                <a:effectLst/>
                <a:uLnTx/>
                <a:uFillTx/>
                <a:latin typeface="Calibri"/>
                <a:ea typeface="+mn-ea"/>
                <a:cs typeface="Arial" panose="020B0604020202020204" pitchFamily="34" charset="0"/>
              </a:rPr>
              <a:t> accounting. Māori accounting is precisely that…it would be the accounting that Māori would do today and they did yesterday and all the years before throughout history if our development had been </a:t>
            </a:r>
            <a:r>
              <a:rPr kumimoji="0" lang="en-US" altLang="en-US" sz="2300" b="1" i="0" u="none" strike="noStrike" kern="1200" cap="none" spc="0" normalizeH="0" baseline="0" noProof="0" dirty="0">
                <a:ln>
                  <a:noFill/>
                </a:ln>
                <a:solidFill>
                  <a:srgbClr val="1A472B"/>
                </a:solidFill>
                <a:effectLst/>
                <a:uLnTx/>
                <a:uFillTx/>
                <a:latin typeface="Calibri"/>
                <a:ea typeface="+mn-ea"/>
                <a:cs typeface="Arial" panose="020B0604020202020204" pitchFamily="34" charset="0"/>
              </a:rPr>
              <a:t>uninterrupted</a:t>
            </a:r>
            <a:r>
              <a:rPr kumimoji="0" lang="en-US" altLang="en-US" sz="2300" b="0" i="0" u="none" strike="noStrike" kern="1200" cap="none" spc="0" normalizeH="0" baseline="0" noProof="0" dirty="0">
                <a:ln>
                  <a:noFill/>
                </a:ln>
                <a:solidFill>
                  <a:srgbClr val="1A472B"/>
                </a:solidFill>
                <a:effectLst/>
                <a:uLnTx/>
                <a:uFillTx/>
                <a:latin typeface="Calibri"/>
                <a:ea typeface="+mn-ea"/>
                <a:cs typeface="Arial" panose="020B0604020202020204" pitchFamily="34" charset="0"/>
              </a:rPr>
              <a:t> … to the extent that we had retained our </a:t>
            </a:r>
            <a:r>
              <a:rPr kumimoji="0" lang="en-US" altLang="en-US" sz="2300" b="1" i="0" u="none" strike="noStrike" kern="1200" cap="none" spc="0" normalizeH="0" baseline="0" noProof="0" dirty="0">
                <a:ln>
                  <a:noFill/>
                </a:ln>
                <a:solidFill>
                  <a:srgbClr val="1A472B"/>
                </a:solidFill>
                <a:effectLst/>
                <a:uLnTx/>
                <a:uFillTx/>
                <a:latin typeface="Calibri"/>
                <a:ea typeface="+mn-ea"/>
                <a:cs typeface="Arial" panose="020B0604020202020204" pitchFamily="34" charset="0"/>
              </a:rPr>
              <a:t>repositories of knowledge. </a:t>
            </a:r>
          </a:p>
          <a:p>
            <a:pPr marL="38100" marR="0" lvl="0" indent="0" algn="l" defTabSz="914400" rtl="0" eaLnBrk="1" fontAlgn="auto" latinLnBrk="0" hangingPunct="1">
              <a:lnSpc>
                <a:spcPct val="90000"/>
              </a:lnSpc>
              <a:spcBef>
                <a:spcPct val="0"/>
              </a:spcBef>
              <a:spcAft>
                <a:spcPts val="1200"/>
              </a:spcAft>
              <a:buClrTx/>
              <a:buSzTx/>
              <a:buFont typeface="Arial" panose="020B0604020202020204" pitchFamily="34" charset="0"/>
              <a:buNone/>
              <a:tabLst/>
              <a:defRPr/>
            </a:pPr>
            <a:r>
              <a:rPr kumimoji="0" lang="en-US" altLang="en-US" sz="2300" b="0" i="0" u="none" strike="noStrike" kern="1200" cap="none" spc="0" normalizeH="0" baseline="0" noProof="0" dirty="0">
                <a:ln>
                  <a:noFill/>
                </a:ln>
                <a:solidFill>
                  <a:srgbClr val="1A472B"/>
                </a:solidFill>
                <a:effectLst/>
                <a:uLnTx/>
                <a:uFillTx/>
                <a:latin typeface="Calibri"/>
                <a:ea typeface="+mn-ea"/>
                <a:cs typeface="Arial" panose="020B0604020202020204" pitchFamily="34" charset="0"/>
              </a:rPr>
              <a:t>… if you can say that the kind of accounting that Māori do today has a different history from the accounting that Māori would have done if they had an uninterrupted history … a </a:t>
            </a:r>
            <a:r>
              <a:rPr kumimoji="0" lang="en-US" altLang="en-US" sz="2300" b="1" i="0" u="none" strike="noStrike" kern="1200" cap="none" spc="0" normalizeH="0" baseline="0" noProof="0" dirty="0">
                <a:ln>
                  <a:noFill/>
                </a:ln>
                <a:solidFill>
                  <a:srgbClr val="1A472B"/>
                </a:solidFill>
                <a:effectLst/>
                <a:uLnTx/>
                <a:uFillTx/>
                <a:latin typeface="Calibri"/>
                <a:ea typeface="+mn-ea"/>
                <a:cs typeface="Arial" panose="020B0604020202020204" pitchFamily="34" charset="0"/>
              </a:rPr>
              <a:t>less disturbing </a:t>
            </a:r>
            <a:r>
              <a:rPr kumimoji="0" lang="en-US" altLang="en-US" sz="2300" b="0" i="0" u="none" strike="noStrike" kern="1200" cap="none" spc="0" normalizeH="0" baseline="0" noProof="0" dirty="0">
                <a:ln>
                  <a:noFill/>
                </a:ln>
                <a:solidFill>
                  <a:srgbClr val="1A472B"/>
                </a:solidFill>
                <a:effectLst/>
                <a:uLnTx/>
                <a:uFillTx/>
                <a:latin typeface="Calibri"/>
                <a:ea typeface="+mn-ea"/>
                <a:cs typeface="Arial" panose="020B0604020202020204" pitchFamily="34" charset="0"/>
              </a:rPr>
              <a:t>and </a:t>
            </a:r>
            <a:r>
              <a:rPr kumimoji="0" lang="en-US" altLang="en-US" sz="2300" b="1" i="0" u="none" strike="noStrike" kern="1200" cap="none" spc="0" normalizeH="0" baseline="0" noProof="0" dirty="0">
                <a:ln>
                  <a:noFill/>
                </a:ln>
                <a:solidFill>
                  <a:srgbClr val="1A472B"/>
                </a:solidFill>
                <a:effectLst/>
                <a:uLnTx/>
                <a:uFillTx/>
                <a:latin typeface="Calibri"/>
                <a:ea typeface="+mn-ea"/>
                <a:cs typeface="Arial" panose="020B0604020202020204" pitchFamily="34" charset="0"/>
              </a:rPr>
              <a:t>devastating history </a:t>
            </a:r>
            <a:r>
              <a:rPr kumimoji="0" lang="en-US" altLang="en-US" sz="2300" b="0" i="0" u="none" strike="noStrike" kern="1200" cap="none" spc="0" normalizeH="0" baseline="0" noProof="0" dirty="0">
                <a:ln>
                  <a:noFill/>
                </a:ln>
                <a:solidFill>
                  <a:srgbClr val="1A472B"/>
                </a:solidFill>
                <a:effectLst/>
                <a:uLnTx/>
                <a:uFillTx/>
                <a:latin typeface="Calibri"/>
                <a:ea typeface="+mn-ea"/>
                <a:cs typeface="Arial" panose="020B0604020202020204" pitchFamily="34" charset="0"/>
              </a:rPr>
              <a:t>then you’ve got two different things..</a:t>
            </a:r>
          </a:p>
          <a:p>
            <a:pPr marL="38100" marR="0" lvl="0" indent="0" algn="l" defTabSz="914400" rtl="0" eaLnBrk="1" fontAlgn="auto" latinLnBrk="0" hangingPunct="1">
              <a:lnSpc>
                <a:spcPct val="90000"/>
              </a:lnSpc>
              <a:spcBef>
                <a:spcPct val="0"/>
              </a:spcBef>
              <a:spcAft>
                <a:spcPts val="1200"/>
              </a:spcAft>
              <a:buClrTx/>
              <a:buSzTx/>
              <a:buFont typeface="Arial" panose="020B0604020202020204" pitchFamily="34" charset="0"/>
              <a:buNone/>
              <a:tabLst/>
              <a:defRPr/>
            </a:pPr>
            <a:r>
              <a:rPr kumimoji="0" lang="en-US" altLang="en-US" sz="2300" b="0" i="0" u="none" strike="noStrike" kern="1200" cap="none" spc="0" normalizeH="0" baseline="0" noProof="0" dirty="0">
                <a:ln>
                  <a:noFill/>
                </a:ln>
                <a:solidFill>
                  <a:srgbClr val="1A472B"/>
                </a:solidFill>
                <a:effectLst/>
                <a:uLnTx/>
                <a:uFillTx/>
                <a:latin typeface="Calibri"/>
                <a:ea typeface="+mn-ea"/>
                <a:cs typeface="Arial" panose="020B0604020202020204" pitchFamily="34" charset="0"/>
              </a:rPr>
              <a:t>… you have two different possible pathways so you know what the question is … the question is “</a:t>
            </a:r>
            <a:r>
              <a:rPr kumimoji="0" lang="en-US" altLang="en-US" sz="2300" b="1" i="0" u="none" strike="noStrike" kern="1200" cap="none" spc="0" normalizeH="0" baseline="0" noProof="0" dirty="0">
                <a:ln>
                  <a:noFill/>
                </a:ln>
                <a:solidFill>
                  <a:srgbClr val="1A472B"/>
                </a:solidFill>
                <a:effectLst/>
                <a:uLnTx/>
                <a:uFillTx/>
                <a:latin typeface="Calibri"/>
                <a:ea typeface="+mn-ea"/>
                <a:cs typeface="Arial" panose="020B0604020202020204" pitchFamily="34" charset="0"/>
              </a:rPr>
              <a:t>How are Māori performing these new accounting</a:t>
            </a:r>
            <a:r>
              <a:rPr kumimoji="0" lang="en-US" altLang="en-US" sz="2300" b="0" i="0" u="none" strike="noStrike" kern="1200" cap="none" spc="0" normalizeH="0" baseline="0" noProof="0" dirty="0">
                <a:ln>
                  <a:noFill/>
                </a:ln>
                <a:solidFill>
                  <a:srgbClr val="1A472B"/>
                </a:solidFill>
                <a:effectLst/>
                <a:uLnTx/>
                <a:uFillTx/>
                <a:latin typeface="Calibri"/>
                <a:ea typeface="+mn-ea"/>
                <a:cs typeface="Arial" panose="020B0604020202020204" pitchFamily="34" charset="0"/>
              </a:rPr>
              <a:t>? or this post capitalist accounting? And if you are looking at that then its fine. (Barrett 2005)</a:t>
            </a:r>
          </a:p>
        </p:txBody>
      </p:sp>
    </p:spTree>
    <p:extLst>
      <p:ext uri="{BB962C8B-B14F-4D97-AF65-F5344CB8AC3E}">
        <p14:creationId xmlns:p14="http://schemas.microsoft.com/office/powerpoint/2010/main" val="4128226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5448"/>
            <a:ext cx="9144000" cy="1252728"/>
          </a:xfrm>
        </p:spPr>
        <p:txBody>
          <a:bodyPr>
            <a:normAutofit fontScale="90000"/>
          </a:bodyPr>
          <a:lstStyle/>
          <a:p>
            <a:r>
              <a:rPr lang="en-US" sz="4800" dirty="0"/>
              <a:t>An Integrated Development Agenda:  Panel Discussion</a:t>
            </a:r>
            <a:endParaRPr lang="en-US" dirty="0"/>
          </a:p>
        </p:txBody>
      </p:sp>
      <p:sp>
        <p:nvSpPr>
          <p:cNvPr id="3" name="Content Placeholder 2"/>
          <p:cNvSpPr>
            <a:spLocks noGrp="1"/>
          </p:cNvSpPr>
          <p:nvPr>
            <p:ph idx="1"/>
          </p:nvPr>
        </p:nvSpPr>
        <p:spPr>
          <a:xfrm>
            <a:off x="3203984" y="1473566"/>
            <a:ext cx="6765516" cy="5384434"/>
          </a:xfrm>
          <a:ln w="38100" cmpd="sng">
            <a:solidFill>
              <a:schemeClr val="accent4">
                <a:lumMod val="75000"/>
              </a:schemeClr>
            </a:solidFill>
          </a:ln>
        </p:spPr>
        <p:txBody>
          <a:bodyPr>
            <a:normAutofit fontScale="92500" lnSpcReduction="20000"/>
          </a:bodyPr>
          <a:lstStyle/>
          <a:p>
            <a:pPr marL="118872" indent="0">
              <a:buNone/>
            </a:pPr>
            <a:r>
              <a:rPr lang="en-GB" dirty="0"/>
              <a:t>‘</a:t>
            </a:r>
            <a:r>
              <a:rPr lang="en-GB" dirty="0" err="1"/>
              <a:t>Aotearoa</a:t>
            </a:r>
            <a:r>
              <a:rPr lang="en-GB" dirty="0"/>
              <a:t> has an opportunity to become  world leader in integrated development.’</a:t>
            </a:r>
          </a:p>
          <a:p>
            <a:pPr marL="118872" indent="0">
              <a:buNone/>
            </a:pPr>
            <a:endParaRPr lang="en-GB" sz="1100" dirty="0"/>
          </a:p>
          <a:p>
            <a:pPr marL="118872" indent="0">
              <a:buNone/>
            </a:pPr>
            <a:r>
              <a:rPr lang="en-GB" dirty="0"/>
              <a:t>‘The power of the State sector sets terms for economic engagement.  The transfer of resources into Maori hands should be a goal so that realities can be properly addressed’</a:t>
            </a:r>
          </a:p>
          <a:p>
            <a:pPr marL="118872" indent="0">
              <a:buNone/>
            </a:pPr>
            <a:endParaRPr lang="en-GB" sz="1200" dirty="0"/>
          </a:p>
          <a:p>
            <a:pPr marL="118872" indent="0">
              <a:buNone/>
            </a:pPr>
            <a:r>
              <a:rPr lang="en-GB" dirty="0"/>
              <a:t> ‘We now need to address the context of society of which political decision making is a dominant part.  And a second dimension is the machinery of Government.  Understanding both will be essential if progress is to be made.’  </a:t>
            </a:r>
            <a:endParaRPr lang="en-US" dirty="0"/>
          </a:p>
          <a:p>
            <a:endParaRPr lang="en-US" dirty="0"/>
          </a:p>
        </p:txBody>
      </p:sp>
      <p:pic>
        <p:nvPicPr>
          <p:cNvPr id="4" name="Picture 3"/>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46012" y="5170311"/>
            <a:ext cx="1294472" cy="1322564"/>
          </a:xfrm>
          <a:prstGeom prst="rect">
            <a:avLst/>
          </a:prstGeom>
        </p:spPr>
      </p:pic>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709766" y="1655701"/>
            <a:ext cx="1294472" cy="1337847"/>
          </a:xfrm>
          <a:prstGeom prst="rect">
            <a:avLst/>
          </a:prstGeom>
        </p:spPr>
      </p:pic>
      <p:pic>
        <p:nvPicPr>
          <p:cNvPr id="6" name="Picture 5"/>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758186" y="3375065"/>
            <a:ext cx="1362166" cy="1425914"/>
          </a:xfrm>
          <a:prstGeom prst="rect">
            <a:avLst/>
          </a:prstGeom>
        </p:spPr>
      </p:pic>
      <p:sp>
        <p:nvSpPr>
          <p:cNvPr id="7" name="Rectangle 6"/>
          <p:cNvSpPr/>
          <p:nvPr/>
        </p:nvSpPr>
        <p:spPr>
          <a:xfrm>
            <a:off x="1575489" y="6488668"/>
            <a:ext cx="1864613"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Sir </a:t>
            </a:r>
            <a:r>
              <a:rPr kumimoji="0" lang="en-US" sz="1800" b="1" i="0" u="none" strike="noStrike" kern="1200" cap="none" spc="0" normalizeH="0" baseline="0" noProof="0" dirty="0" err="1">
                <a:ln>
                  <a:noFill/>
                </a:ln>
                <a:solidFill>
                  <a:prstClr val="black"/>
                </a:solidFill>
                <a:effectLst/>
                <a:uLnTx/>
                <a:uFillTx/>
                <a:latin typeface="Corbel"/>
                <a:ea typeface="+mn-ea"/>
                <a:cs typeface="+mn-cs"/>
              </a:rPr>
              <a:t>Wira</a:t>
            </a:r>
            <a:r>
              <a:rPr kumimoji="0" lang="en-US" sz="1800" b="1" i="0" u="none" strike="noStrike" kern="1200" cap="none" spc="0" normalizeH="0" baseline="0" noProof="0" dirty="0">
                <a:ln>
                  <a:noFill/>
                </a:ln>
                <a:solidFill>
                  <a:prstClr val="black"/>
                </a:solidFill>
                <a:effectLst/>
                <a:uLnTx/>
                <a:uFillTx/>
                <a:latin typeface="Corbel"/>
                <a:ea typeface="+mn-ea"/>
                <a:cs typeface="+mn-cs"/>
              </a:rPr>
              <a:t> Gardiner</a:t>
            </a:r>
          </a:p>
        </p:txBody>
      </p:sp>
      <p:sp>
        <p:nvSpPr>
          <p:cNvPr id="8" name="Rectangle 7"/>
          <p:cNvSpPr/>
          <p:nvPr/>
        </p:nvSpPr>
        <p:spPr>
          <a:xfrm>
            <a:off x="1575488" y="3005733"/>
            <a:ext cx="1544864"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Corbel"/>
                <a:ea typeface="+mn-ea"/>
                <a:cs typeface="+mn-cs"/>
              </a:rPr>
              <a:t>Naida</a:t>
            </a:r>
            <a:r>
              <a:rPr kumimoji="0" lang="en-US" sz="1800" b="1" i="0" u="none" strike="noStrike" kern="1200" cap="none" spc="0" normalizeH="0" baseline="0" noProof="0" dirty="0">
                <a:ln>
                  <a:noFill/>
                </a:ln>
                <a:solidFill>
                  <a:prstClr val="black"/>
                </a:solidFill>
                <a:effectLst/>
                <a:uLnTx/>
                <a:uFillTx/>
                <a:latin typeface="Corbel"/>
                <a:ea typeface="+mn-ea"/>
                <a:cs typeface="+mn-cs"/>
              </a:rPr>
              <a:t> </a:t>
            </a:r>
            <a:r>
              <a:rPr kumimoji="0" lang="en-US" sz="1800" b="1" i="0" u="none" strike="noStrike" kern="1200" cap="none" spc="0" normalizeH="0" baseline="0" noProof="0" dirty="0" err="1">
                <a:ln>
                  <a:noFill/>
                </a:ln>
                <a:solidFill>
                  <a:prstClr val="black"/>
                </a:solidFill>
                <a:effectLst/>
                <a:uLnTx/>
                <a:uFillTx/>
                <a:latin typeface="Corbel"/>
                <a:ea typeface="+mn-ea"/>
                <a:cs typeface="+mn-cs"/>
              </a:rPr>
              <a:t>Glavish</a:t>
            </a:r>
            <a:endParaRPr kumimoji="0" lang="en-US" sz="1800" b="0" i="0" u="none" strike="noStrike" kern="1200" cap="none" spc="0" normalizeH="0" baseline="0" noProof="0" dirty="0">
              <a:ln>
                <a:noFill/>
              </a:ln>
              <a:solidFill>
                <a:prstClr val="black"/>
              </a:solidFill>
              <a:effectLst/>
              <a:uLnTx/>
              <a:uFillTx/>
              <a:latin typeface="Corbel"/>
              <a:ea typeface="+mn-ea"/>
              <a:cs typeface="+mn-cs"/>
            </a:endParaRPr>
          </a:p>
        </p:txBody>
      </p:sp>
      <p:sp>
        <p:nvSpPr>
          <p:cNvPr id="9" name="Rectangle 8"/>
          <p:cNvSpPr/>
          <p:nvPr/>
        </p:nvSpPr>
        <p:spPr>
          <a:xfrm>
            <a:off x="1575488" y="4800979"/>
            <a:ext cx="1628496"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John </a:t>
            </a:r>
            <a:r>
              <a:rPr kumimoji="0" lang="en-US" sz="1800" b="1" i="0" u="none" strike="noStrike" kern="1200" cap="none" spc="0" normalizeH="0" baseline="0" noProof="0" dirty="0" err="1">
                <a:ln>
                  <a:noFill/>
                </a:ln>
                <a:solidFill>
                  <a:prstClr val="black"/>
                </a:solidFill>
                <a:effectLst/>
                <a:uLnTx/>
                <a:uFillTx/>
                <a:latin typeface="Corbel"/>
                <a:ea typeface="+mn-ea"/>
                <a:cs typeface="+mn-cs"/>
              </a:rPr>
              <a:t>Tamihere</a:t>
            </a:r>
            <a:endParaRPr kumimoji="0" lang="en-US" sz="1800" b="1" i="0" u="none" strike="noStrike" kern="1200" cap="none" spc="0" normalizeH="0" baseline="0" noProof="0" dirty="0">
              <a:ln>
                <a:noFill/>
              </a:ln>
              <a:solidFill>
                <a:prstClr val="black"/>
              </a:solidFill>
              <a:effectLst/>
              <a:uLnTx/>
              <a:uFillTx/>
              <a:latin typeface="Corbel"/>
              <a:ea typeface="+mn-ea"/>
              <a:cs typeface="+mn-cs"/>
            </a:endParaRPr>
          </a:p>
        </p:txBody>
      </p:sp>
      <p:pic>
        <p:nvPicPr>
          <p:cNvPr id="10" name="Picture 9"/>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9731376" y="4586111"/>
            <a:ext cx="920750" cy="1473200"/>
          </a:xfrm>
          <a:prstGeom prst="rect">
            <a:avLst/>
          </a:prstGeom>
        </p:spPr>
      </p:pic>
      <p:sp>
        <p:nvSpPr>
          <p:cNvPr id="11" name="Rectangle 10"/>
          <p:cNvSpPr/>
          <p:nvPr/>
        </p:nvSpPr>
        <p:spPr>
          <a:xfrm>
            <a:off x="9338293" y="5979622"/>
            <a:ext cx="1564334" cy="923330"/>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rbel"/>
                <a:ea typeface="+mn-ea"/>
                <a:cs typeface="+mn-cs"/>
              </a:rPr>
              <a:t>Chair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rbel"/>
                <a:ea typeface="+mn-ea"/>
                <a:cs typeface="+mn-cs"/>
              </a:rPr>
              <a:t>Professor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rbel"/>
                <a:ea typeface="+mn-ea"/>
                <a:cs typeface="+mn-cs"/>
              </a:rPr>
              <a:t>Jarod </a:t>
            </a:r>
            <a:r>
              <a:rPr kumimoji="0" lang="en-US" sz="1800" b="0" i="0" u="none" strike="noStrike" kern="1200" cap="none" spc="0" normalizeH="0" baseline="0" noProof="0" dirty="0" err="1">
                <a:ln>
                  <a:noFill/>
                </a:ln>
                <a:solidFill>
                  <a:prstClr val="black"/>
                </a:solidFill>
                <a:effectLst/>
                <a:uLnTx/>
                <a:uFillTx/>
                <a:latin typeface="Corbel"/>
                <a:ea typeface="+mn-ea"/>
                <a:cs typeface="+mn-cs"/>
              </a:rPr>
              <a:t>Haar</a:t>
            </a:r>
            <a:endParaRPr kumimoji="0" lang="en-US" sz="1800" b="0" i="0" u="none" strike="noStrike" kern="1200" cap="none" spc="0" normalizeH="0" baseline="0" noProof="0" dirty="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4079865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999" y="298495"/>
            <a:ext cx="8977999" cy="897498"/>
          </a:xfrm>
        </p:spPr>
        <p:txBody>
          <a:bodyPr>
            <a:normAutofit fontScale="90000"/>
          </a:bodyPr>
          <a:lstStyle/>
          <a:p>
            <a:pPr algn="ctr"/>
            <a:br>
              <a:rPr lang="en-US" sz="4000" b="0" dirty="0"/>
            </a:br>
            <a:r>
              <a:rPr lang="en-US" sz="4000" b="0" dirty="0"/>
              <a:t> Te </a:t>
            </a:r>
            <a:r>
              <a:rPr lang="en-US" sz="4000" b="0" dirty="0" err="1"/>
              <a:t>Pae</a:t>
            </a:r>
            <a:r>
              <a:rPr lang="en-US" sz="4000" b="0" dirty="0"/>
              <a:t> </a:t>
            </a:r>
            <a:r>
              <a:rPr lang="en-US" sz="4000" b="0" dirty="0" err="1"/>
              <a:t>Roa</a:t>
            </a:r>
            <a:r>
              <a:rPr lang="en-US" sz="4000" b="0" dirty="0"/>
              <a:t> </a:t>
            </a:r>
            <a:r>
              <a:rPr lang="en-US" sz="4000" b="0" dirty="0" err="1"/>
              <a:t>Confernce</a:t>
            </a:r>
            <a:r>
              <a:rPr lang="en-US" sz="4000" b="0" dirty="0"/>
              <a:t> 2014 </a:t>
            </a:r>
            <a:br>
              <a:rPr lang="en-US" sz="4000" b="0" dirty="0"/>
            </a:br>
            <a:r>
              <a:rPr lang="en-US" sz="4000" b="0" dirty="0"/>
              <a:t> Massey  University </a:t>
            </a:r>
            <a:r>
              <a:rPr lang="en-US" sz="3600" b="0" dirty="0"/>
              <a:t>(Albany)</a:t>
            </a:r>
            <a:br>
              <a:rPr lang="en-US" dirty="0"/>
            </a:br>
            <a:endParaRPr lang="en-US" dirty="0"/>
          </a:p>
        </p:txBody>
      </p:sp>
      <p:sp>
        <p:nvSpPr>
          <p:cNvPr id="3" name="Content Placeholder 2"/>
          <p:cNvSpPr>
            <a:spLocks noGrp="1"/>
          </p:cNvSpPr>
          <p:nvPr>
            <p:ph idx="1"/>
          </p:nvPr>
        </p:nvSpPr>
        <p:spPr>
          <a:xfrm>
            <a:off x="3141684" y="1620294"/>
            <a:ext cx="6430942" cy="5110707"/>
          </a:xfrm>
          <a:ln w="38100" cmpd="sng">
            <a:solidFill>
              <a:schemeClr val="accent4">
                <a:lumMod val="75000"/>
              </a:schemeClr>
            </a:solidFill>
          </a:ln>
        </p:spPr>
        <p:txBody>
          <a:bodyPr>
            <a:normAutofit fontScale="92500" lnSpcReduction="20000"/>
          </a:bodyPr>
          <a:lstStyle/>
          <a:p>
            <a:pPr marL="118872" indent="0">
              <a:buNone/>
            </a:pPr>
            <a:r>
              <a:rPr lang="en-US" dirty="0"/>
              <a:t>Māori economic growth saw the establishment of a number of entities including MANA, FOMA and MTV;  but the vital question for the future will relate to the common good &amp; opportunities for whānau</a:t>
            </a:r>
          </a:p>
          <a:p>
            <a:pPr marL="118872" indent="0">
              <a:buNone/>
            </a:pPr>
            <a:endParaRPr lang="en-US" dirty="0"/>
          </a:p>
          <a:p>
            <a:pPr marL="118872" indent="0">
              <a:buNone/>
            </a:pPr>
            <a:r>
              <a:rPr lang="en-GB" dirty="0"/>
              <a:t>‘The real question is how </a:t>
            </a:r>
            <a:r>
              <a:rPr lang="en-GB" dirty="0" err="1"/>
              <a:t>Iwi</a:t>
            </a:r>
            <a:r>
              <a:rPr lang="en-GB" dirty="0"/>
              <a:t> see their futures without a grievance that can distort the vision’. ‘We need to be clear about designing a world that we want- a world that will be home to our </a:t>
            </a:r>
            <a:r>
              <a:rPr lang="en-GB" dirty="0" err="1"/>
              <a:t>mokopuna</a:t>
            </a:r>
            <a:r>
              <a:rPr lang="en-GB" dirty="0"/>
              <a:t> and their children.’ </a:t>
            </a:r>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690000" y="4096246"/>
            <a:ext cx="1328651" cy="1643683"/>
          </a:xfrm>
          <a:prstGeom prst="rect">
            <a:avLst/>
          </a:prstGeom>
        </p:spPr>
      </p:pic>
      <p:sp>
        <p:nvSpPr>
          <p:cNvPr id="7" name="TextBox 6"/>
          <p:cNvSpPr txBox="1"/>
          <p:nvPr/>
        </p:nvSpPr>
        <p:spPr>
          <a:xfrm>
            <a:off x="1690000" y="5547683"/>
            <a:ext cx="1233881" cy="98488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rbel"/>
                <a:ea typeface="+mn-ea"/>
                <a:cs typeface="+mn-cs"/>
              </a:rPr>
              <a:t>Sir </a:t>
            </a:r>
            <a:r>
              <a:rPr kumimoji="0" lang="en-US" sz="2000" b="0" i="0" u="none" strike="noStrike" kern="1200" cap="none" spc="0" normalizeH="0" baseline="0" noProof="0" dirty="0" err="1">
                <a:ln>
                  <a:noFill/>
                </a:ln>
                <a:solidFill>
                  <a:prstClr val="black"/>
                </a:solidFill>
                <a:effectLst/>
                <a:uLnTx/>
                <a:uFillTx/>
                <a:latin typeface="Corbel"/>
                <a:ea typeface="+mn-ea"/>
                <a:cs typeface="+mn-cs"/>
              </a:rPr>
              <a:t>Tipene</a:t>
            </a:r>
            <a:endParaRPr kumimoji="0" lang="en-US" sz="2000" b="0" i="0" u="none" strike="noStrike" kern="1200" cap="none" spc="0" normalizeH="0" baseline="0" noProof="0" dirty="0">
              <a:ln>
                <a:noFill/>
              </a:ln>
              <a:solidFill>
                <a:prstClr val="black"/>
              </a:solidFill>
              <a:effectLst/>
              <a:uLnTx/>
              <a:uFillTx/>
              <a:latin typeface="Corbe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rbel"/>
                <a:ea typeface="+mn-ea"/>
                <a:cs typeface="+mn-cs"/>
              </a:rPr>
              <a:t> </a:t>
            </a:r>
            <a:r>
              <a:rPr kumimoji="0" lang="en-US" sz="2000" b="0" i="0" u="none" strike="noStrike" kern="1200" cap="none" spc="0" normalizeH="0" baseline="0" noProof="0" dirty="0" err="1">
                <a:ln>
                  <a:noFill/>
                </a:ln>
                <a:solidFill>
                  <a:prstClr val="black"/>
                </a:solidFill>
                <a:effectLst/>
                <a:uLnTx/>
                <a:uFillTx/>
                <a:latin typeface="Corbel"/>
                <a:ea typeface="+mn-ea"/>
                <a:cs typeface="+mn-cs"/>
              </a:rPr>
              <a:t>O’Regan</a:t>
            </a:r>
            <a:endParaRPr kumimoji="0" lang="en-US" sz="2000" b="0" i="0" u="none" strike="noStrike" kern="1200" cap="none" spc="0" normalizeH="0" baseline="0" noProof="0" dirty="0">
              <a:ln>
                <a:noFill/>
              </a:ln>
              <a:solidFill>
                <a:prstClr val="black"/>
              </a:solidFill>
              <a:effectLst/>
              <a:uLnTx/>
              <a:uFillTx/>
              <a:latin typeface="Corbel"/>
              <a:ea typeface="+mn-ea"/>
              <a:cs typeface="+mn-cs"/>
            </a:endParaRPr>
          </a:p>
        </p:txBody>
      </p:sp>
      <p:pic>
        <p:nvPicPr>
          <p:cNvPr id="8" name="Picture 7"/>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471058" y="4739804"/>
            <a:ext cx="1164681" cy="1202043"/>
          </a:xfrm>
          <a:prstGeom prst="rect">
            <a:avLst/>
          </a:prstGeom>
        </p:spPr>
      </p:pic>
      <p:sp>
        <p:nvSpPr>
          <p:cNvPr id="9" name="TextBox 8"/>
          <p:cNvSpPr txBox="1"/>
          <p:nvPr/>
        </p:nvSpPr>
        <p:spPr>
          <a:xfrm>
            <a:off x="9277412" y="5886236"/>
            <a:ext cx="1343446" cy="707886"/>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rbel"/>
                <a:ea typeface="+mn-ea"/>
                <a:cs typeface="+mn-cs"/>
              </a:rPr>
              <a:t>Chair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rbel"/>
                <a:ea typeface="+mn-ea"/>
                <a:cs typeface="+mn-cs"/>
              </a:rPr>
              <a:t>Robin </a:t>
            </a:r>
            <a:r>
              <a:rPr kumimoji="0" lang="en-US" sz="2000" b="0" i="0" u="none" strike="noStrike" kern="1200" cap="none" spc="0" normalizeH="0" baseline="0" noProof="0" dirty="0" err="1">
                <a:ln>
                  <a:noFill/>
                </a:ln>
                <a:solidFill>
                  <a:prstClr val="black"/>
                </a:solidFill>
                <a:effectLst/>
                <a:uLnTx/>
                <a:uFillTx/>
                <a:latin typeface="Corbel"/>
                <a:ea typeface="+mn-ea"/>
                <a:cs typeface="+mn-cs"/>
              </a:rPr>
              <a:t>Hapi</a:t>
            </a:r>
            <a:endParaRPr kumimoji="0" lang="en-US" sz="2000" b="0" i="0" u="none" strike="noStrike" kern="1200" cap="none" spc="0" normalizeH="0" baseline="0" noProof="0" dirty="0">
              <a:ln>
                <a:noFill/>
              </a:ln>
              <a:solidFill>
                <a:prstClr val="black"/>
              </a:solidFill>
              <a:effectLst/>
              <a:uLnTx/>
              <a:uFillTx/>
              <a:latin typeface="Corbel"/>
              <a:ea typeface="+mn-ea"/>
              <a:cs typeface="+mn-cs"/>
            </a:endParaRPr>
          </a:p>
        </p:txBody>
      </p:sp>
      <p:sp>
        <p:nvSpPr>
          <p:cNvPr id="10" name="TextBox 9"/>
          <p:cNvSpPr txBox="1"/>
          <p:nvPr/>
        </p:nvSpPr>
        <p:spPr>
          <a:xfrm>
            <a:off x="1555767" y="3176194"/>
            <a:ext cx="1585916" cy="677108"/>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prstClr val="black"/>
                </a:solidFill>
                <a:effectLst/>
                <a:uLnTx/>
                <a:uFillTx/>
                <a:latin typeface="Corbel"/>
                <a:ea typeface="+mn-ea"/>
                <a:cs typeface="+mn-cs"/>
              </a:rPr>
              <a:t>Ripeka</a:t>
            </a:r>
            <a:r>
              <a:rPr kumimoji="0" lang="en-US" sz="2000" b="0" i="0" u="none" strike="noStrike" kern="1200" cap="none" spc="0" normalizeH="0" baseline="0" noProof="0" dirty="0">
                <a:ln>
                  <a:noFill/>
                </a:ln>
                <a:solidFill>
                  <a:prstClr val="black"/>
                </a:solidFill>
                <a:effectLst/>
                <a:uLnTx/>
                <a:uFillTx/>
                <a:latin typeface="Corbel"/>
                <a:ea typeface="+mn-ea"/>
                <a:cs typeface="+mn-cs"/>
              </a:rPr>
              <a:t> Evans</a:t>
            </a:r>
          </a:p>
        </p:txBody>
      </p:sp>
      <p:pic>
        <p:nvPicPr>
          <p:cNvPr id="11" name="Picture 10"/>
          <p:cNvPicPr>
            <a:picLocks noChangeAspect="1"/>
          </p:cNvPicPr>
          <p:nvPr/>
        </p:nvPicPr>
        <p:blipFill rotWithShape="1">
          <a:blip r:embed="rId5" cstate="screen">
            <a:extLst>
              <a:ext uri="{28A0092B-C50C-407E-A947-70E740481C1C}">
                <a14:useLocalDpi xmlns:a14="http://schemas.microsoft.com/office/drawing/2010/main"/>
              </a:ext>
            </a:extLst>
          </a:blip>
          <a:srcRect b="7168"/>
          <a:stretch/>
        </p:blipFill>
        <p:spPr>
          <a:xfrm>
            <a:off x="1705875" y="1784465"/>
            <a:ext cx="1328651" cy="1644536"/>
          </a:xfrm>
          <a:prstGeom prst="rect">
            <a:avLst/>
          </a:prstGeom>
        </p:spPr>
      </p:pic>
    </p:spTree>
    <p:extLst>
      <p:ext uri="{BB962C8B-B14F-4D97-AF65-F5344CB8AC3E}">
        <p14:creationId xmlns:p14="http://schemas.microsoft.com/office/powerpoint/2010/main" val="2164549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94858"/>
            <a:ext cx="8229600" cy="1252728"/>
          </a:xfrm>
        </p:spPr>
        <p:txBody>
          <a:bodyPr>
            <a:normAutofit fontScale="90000"/>
          </a:bodyPr>
          <a:lstStyle/>
          <a:p>
            <a:r>
              <a:rPr lang="en-US" dirty="0"/>
              <a:t>The Intergenerational Challenge: Balancing Present &amp; Future Needs -</a:t>
            </a:r>
            <a:br>
              <a:rPr lang="en-US" dirty="0"/>
            </a:br>
            <a:endParaRPr lang="en-US" dirty="0"/>
          </a:p>
        </p:txBody>
      </p:sp>
      <p:pic>
        <p:nvPicPr>
          <p:cNvPr id="5" name="Content Placeholder 4"/>
          <p:cNvPicPr>
            <a:picLocks noGrp="1" noChangeAspect="1"/>
          </p:cNvPicPr>
          <p:nvPr>
            <p:ph idx="1"/>
          </p:nvPr>
        </p:nvPicPr>
        <p:blipFill rotWithShape="1">
          <a:blip r:embed="rId2" cstate="screen">
            <a:extLst>
              <a:ext uri="{28A0092B-C50C-407E-A947-70E740481C1C}">
                <a14:useLocalDpi xmlns:a14="http://schemas.microsoft.com/office/drawing/2010/main"/>
              </a:ext>
            </a:extLst>
          </a:blip>
          <a:srcRect/>
          <a:stretch/>
        </p:blipFill>
        <p:spPr>
          <a:xfrm>
            <a:off x="1623920" y="2954890"/>
            <a:ext cx="1700652" cy="1614528"/>
          </a:xfrm>
          <a:ln w="38100" cmpd="sng">
            <a:solidFill>
              <a:schemeClr val="accent4"/>
            </a:solidFill>
          </a:ln>
        </p:spPr>
      </p:pic>
      <p:sp>
        <p:nvSpPr>
          <p:cNvPr id="4" name="TextBox 3"/>
          <p:cNvSpPr txBox="1"/>
          <p:nvPr/>
        </p:nvSpPr>
        <p:spPr>
          <a:xfrm>
            <a:off x="1719171" y="2102943"/>
            <a:ext cx="1483611" cy="830997"/>
          </a:xfrm>
          <a:prstGeom prst="rect">
            <a:avLst/>
          </a:prstGeom>
          <a:noFill/>
        </p:spPr>
        <p:txBody>
          <a:bodyPr wrap="none" rtlCol="0">
            <a:spAutoFit/>
          </a:bodyPr>
          <a:lstStyle/>
          <a:p>
            <a:pPr marL="0" marR="0" lvl="0" indent="0" algn="l" defTabSz="45602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rbel"/>
                <a:ea typeface="+mn-ea"/>
                <a:cs typeface="+mn-cs"/>
              </a:rPr>
              <a:t>Key Note </a:t>
            </a:r>
          </a:p>
          <a:p>
            <a:pPr marL="0" marR="0" lvl="0" indent="0" algn="l" defTabSz="45602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rbel"/>
                <a:ea typeface="+mn-ea"/>
                <a:cs typeface="+mn-cs"/>
              </a:rPr>
              <a:t>Speaker</a:t>
            </a:r>
          </a:p>
        </p:txBody>
      </p:sp>
      <p:sp>
        <p:nvSpPr>
          <p:cNvPr id="6" name="TextBox 5"/>
          <p:cNvSpPr txBox="1"/>
          <p:nvPr/>
        </p:nvSpPr>
        <p:spPr>
          <a:xfrm>
            <a:off x="1639795" y="4708488"/>
            <a:ext cx="1772390" cy="461665"/>
          </a:xfrm>
          <a:prstGeom prst="rect">
            <a:avLst/>
          </a:prstGeom>
          <a:noFill/>
        </p:spPr>
        <p:txBody>
          <a:bodyPr wrap="none" rtlCol="0">
            <a:spAutoFit/>
          </a:bodyPr>
          <a:lstStyle/>
          <a:p>
            <a:pPr marL="0" marR="0" lvl="0" indent="0" algn="l" defTabSz="45602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rbel"/>
                <a:ea typeface="+mn-ea"/>
                <a:cs typeface="+mn-cs"/>
              </a:rPr>
              <a:t>Jamie </a:t>
            </a:r>
            <a:r>
              <a:rPr kumimoji="0" lang="en-US" sz="2400" b="1" i="0" u="none" strike="noStrike" kern="1200" cap="none" spc="0" normalizeH="0" baseline="0" noProof="0" dirty="0" err="1">
                <a:ln>
                  <a:noFill/>
                </a:ln>
                <a:solidFill>
                  <a:prstClr val="black"/>
                </a:solidFill>
                <a:effectLst/>
                <a:uLnTx/>
                <a:uFillTx/>
                <a:latin typeface="Corbel"/>
                <a:ea typeface="+mn-ea"/>
                <a:cs typeface="+mn-cs"/>
              </a:rPr>
              <a:t>Tuuta</a:t>
            </a:r>
            <a:endParaRPr kumimoji="0" lang="en-US" sz="2400" b="1" i="0" u="none" strike="noStrike" kern="1200" cap="none" spc="0" normalizeH="0" baseline="0" noProof="0" dirty="0">
              <a:ln>
                <a:noFill/>
              </a:ln>
              <a:solidFill>
                <a:prstClr val="black"/>
              </a:solidFill>
              <a:effectLst/>
              <a:uLnTx/>
              <a:uFillTx/>
              <a:latin typeface="Corbel"/>
              <a:ea typeface="+mn-ea"/>
              <a:cs typeface="+mn-cs"/>
            </a:endParaRPr>
          </a:p>
        </p:txBody>
      </p:sp>
      <p:sp>
        <p:nvSpPr>
          <p:cNvPr id="7" name="TextBox 6"/>
          <p:cNvSpPr txBox="1"/>
          <p:nvPr/>
        </p:nvSpPr>
        <p:spPr>
          <a:xfrm>
            <a:off x="3419823" y="1496102"/>
            <a:ext cx="6375053" cy="5447645"/>
          </a:xfrm>
          <a:prstGeom prst="rect">
            <a:avLst/>
          </a:prstGeom>
          <a:noFill/>
          <a:ln w="38100" cmpd="sng">
            <a:solidFill>
              <a:srgbClr val="6BB76D"/>
            </a:solidFill>
          </a:ln>
        </p:spPr>
        <p:txBody>
          <a:bodyPr wrap="square" rtlCol="0">
            <a:spAutoFit/>
          </a:bodyPr>
          <a:lstStyle/>
          <a:p>
            <a:pPr marL="0" marR="0" lvl="0" indent="0" algn="ctr" defTabSz="45602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rbel"/>
                <a:ea typeface="+mn-ea"/>
                <a:cs typeface="+mn-cs"/>
              </a:rPr>
              <a:t>‘Guardians of the future against claims of the present’</a:t>
            </a:r>
            <a:endParaRPr kumimoji="0" lang="en-US" sz="1000" b="0" i="0" u="none" strike="noStrike" kern="1200" cap="none" spc="0" normalizeH="0" baseline="0" noProof="0" dirty="0">
              <a:ln>
                <a:noFill/>
              </a:ln>
              <a:solidFill>
                <a:prstClr val="black"/>
              </a:solidFill>
              <a:effectLst/>
              <a:uLnTx/>
              <a:uFillTx/>
              <a:latin typeface="Corbel"/>
              <a:ea typeface="+mn-ea"/>
              <a:cs typeface="+mn-cs"/>
            </a:endParaRPr>
          </a:p>
          <a:p>
            <a:pPr marL="0" marR="0" lvl="0" indent="0" algn="l" defTabSz="45602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a:ea typeface="+mn-ea"/>
                <a:cs typeface="+mn-cs"/>
              </a:rPr>
              <a:t>Can be over- enthralled by our past rather than being fully involved in our future</a:t>
            </a:r>
          </a:p>
          <a:p>
            <a:pPr marL="0" marR="0" lvl="0" indent="0" algn="l" defTabSz="45602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orbel"/>
              <a:ea typeface="+mn-ea"/>
              <a:cs typeface="+mn-cs"/>
            </a:endParaRPr>
          </a:p>
          <a:p>
            <a:pPr marL="0" marR="0" lvl="0" indent="0" algn="l" defTabSz="45602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a:ea typeface="+mn-ea"/>
                <a:cs typeface="+mn-cs"/>
              </a:rPr>
              <a:t>A shift is occurring; collaborative v adversarial</a:t>
            </a:r>
          </a:p>
          <a:p>
            <a:pPr marL="0" marR="0" lvl="0" indent="0" algn="l" defTabSz="45602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orbel"/>
              <a:ea typeface="+mn-ea"/>
              <a:cs typeface="+mn-cs"/>
            </a:endParaRPr>
          </a:p>
          <a:p>
            <a:pPr marL="0" marR="0" lvl="0" indent="0" algn="l" defTabSz="45602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a:ea typeface="+mn-ea"/>
                <a:cs typeface="+mn-cs"/>
              </a:rPr>
              <a:t>An increasing asset base &amp; decreasing wellbeing</a:t>
            </a:r>
          </a:p>
          <a:p>
            <a:pPr marL="0" marR="0" lvl="0" indent="0" algn="l" defTabSz="45602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orbel"/>
              <a:ea typeface="+mn-ea"/>
              <a:cs typeface="+mn-cs"/>
            </a:endParaRPr>
          </a:p>
          <a:p>
            <a:pPr marL="0" marR="0" lvl="0" indent="0" algn="l" defTabSz="45602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a:ea typeface="+mn-ea"/>
                <a:cs typeface="+mn-cs"/>
              </a:rPr>
              <a:t>80% Maori land is </a:t>
            </a:r>
            <a:r>
              <a:rPr kumimoji="0" lang="en-US" sz="2400" b="0" i="0" u="none" strike="noStrike" kern="1200" cap="none" spc="0" normalizeH="0" baseline="0" noProof="0" dirty="0" err="1">
                <a:ln>
                  <a:noFill/>
                </a:ln>
                <a:solidFill>
                  <a:prstClr val="black"/>
                </a:solidFill>
                <a:effectLst/>
                <a:uLnTx/>
                <a:uFillTx/>
                <a:latin typeface="Corbel"/>
                <a:ea typeface="+mn-ea"/>
                <a:cs typeface="+mn-cs"/>
              </a:rPr>
              <a:t>under-utilised</a:t>
            </a:r>
            <a:r>
              <a:rPr kumimoji="0" lang="en-US" sz="2400" b="0" i="0" u="none" strike="noStrike" kern="1200" cap="none" spc="0" normalizeH="0" baseline="0" noProof="0" dirty="0">
                <a:ln>
                  <a:noFill/>
                </a:ln>
                <a:solidFill>
                  <a:prstClr val="black"/>
                </a:solidFill>
                <a:effectLst/>
                <a:uLnTx/>
                <a:uFillTx/>
                <a:latin typeface="Corbel"/>
                <a:ea typeface="+mn-ea"/>
                <a:cs typeface="+mn-cs"/>
              </a:rPr>
              <a:t> – requires  investments to increase the value </a:t>
            </a:r>
            <a:r>
              <a:rPr kumimoji="0" lang="en-US" sz="2400" b="1" i="0" u="none" strike="noStrike" kern="1200" cap="none" spc="0" normalizeH="0" baseline="0" noProof="0" dirty="0">
                <a:ln>
                  <a:noFill/>
                </a:ln>
                <a:solidFill>
                  <a:prstClr val="black"/>
                </a:solidFill>
                <a:effectLst/>
                <a:uLnTx/>
                <a:uFillTx/>
                <a:latin typeface="Corbel"/>
                <a:ea typeface="+mn-ea"/>
                <a:cs typeface="+mn-cs"/>
              </a:rPr>
              <a:t>&amp; leadership</a:t>
            </a:r>
          </a:p>
          <a:p>
            <a:pPr marL="0" marR="0" lvl="0" indent="0" algn="l" defTabSz="45602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orbel"/>
              <a:ea typeface="+mn-ea"/>
              <a:cs typeface="+mn-cs"/>
            </a:endParaRPr>
          </a:p>
          <a:p>
            <a:pPr marL="0" marR="0" lvl="0" indent="0" algn="ctr" defTabSz="45602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rbel"/>
                <a:ea typeface="+mn-ea"/>
                <a:cs typeface="+mn-cs"/>
              </a:rPr>
              <a:t>Māori </a:t>
            </a:r>
            <a:r>
              <a:rPr kumimoji="0" lang="en-US" sz="2400" b="1" i="0" u="none" strike="noStrike" kern="1200" cap="none" spc="0" normalizeH="0" baseline="0" noProof="0" dirty="0" err="1">
                <a:ln>
                  <a:noFill/>
                </a:ln>
                <a:solidFill>
                  <a:prstClr val="black"/>
                </a:solidFill>
                <a:effectLst/>
                <a:uLnTx/>
                <a:uFillTx/>
                <a:latin typeface="Corbel"/>
                <a:ea typeface="+mn-ea"/>
                <a:cs typeface="+mn-cs"/>
              </a:rPr>
              <a:t>Inc</a:t>
            </a:r>
            <a:r>
              <a:rPr kumimoji="0" lang="en-US" sz="2400" b="1" i="0" u="none" strike="noStrike" kern="1200" cap="none" spc="0" normalizeH="0" baseline="0" noProof="0" dirty="0">
                <a:ln>
                  <a:noFill/>
                </a:ln>
                <a:solidFill>
                  <a:prstClr val="black"/>
                </a:solidFill>
                <a:effectLst/>
                <a:uLnTx/>
                <a:uFillTx/>
                <a:latin typeface="Corbel"/>
                <a:ea typeface="+mn-ea"/>
                <a:cs typeface="+mn-cs"/>
              </a:rPr>
              <a:t> + NZ </a:t>
            </a:r>
            <a:r>
              <a:rPr kumimoji="0" lang="en-US" sz="2400" b="1" i="0" u="none" strike="noStrike" kern="1200" cap="none" spc="0" normalizeH="0" baseline="0" noProof="0" dirty="0" err="1">
                <a:ln>
                  <a:noFill/>
                </a:ln>
                <a:solidFill>
                  <a:prstClr val="black"/>
                </a:solidFill>
                <a:effectLst/>
                <a:uLnTx/>
                <a:uFillTx/>
                <a:latin typeface="Corbel"/>
                <a:ea typeface="+mn-ea"/>
                <a:cs typeface="+mn-cs"/>
              </a:rPr>
              <a:t>Inc</a:t>
            </a:r>
            <a:r>
              <a:rPr kumimoji="0" lang="en-US" sz="2400" b="1" i="0" u="none" strike="noStrike" kern="1200" cap="none" spc="0" normalizeH="0" baseline="0" noProof="0" dirty="0">
                <a:ln>
                  <a:noFill/>
                </a:ln>
                <a:solidFill>
                  <a:prstClr val="black"/>
                </a:solidFill>
                <a:effectLst/>
                <a:uLnTx/>
                <a:uFillTx/>
                <a:latin typeface="Corbel"/>
                <a:ea typeface="+mn-ea"/>
                <a:cs typeface="+mn-cs"/>
              </a:rPr>
              <a:t> = </a:t>
            </a:r>
            <a:r>
              <a:rPr kumimoji="0" lang="en-US" sz="2400" b="1" i="0" u="none" strike="noStrike" kern="1200" cap="none" spc="0" normalizeH="0" baseline="0" noProof="0" dirty="0" err="1">
                <a:ln>
                  <a:noFill/>
                </a:ln>
                <a:solidFill>
                  <a:prstClr val="black"/>
                </a:solidFill>
                <a:effectLst/>
                <a:uLnTx/>
                <a:uFillTx/>
                <a:latin typeface="Corbel"/>
                <a:ea typeface="+mn-ea"/>
                <a:cs typeface="+mn-cs"/>
              </a:rPr>
              <a:t>Aotearoa</a:t>
            </a:r>
            <a:r>
              <a:rPr kumimoji="0" lang="en-US" sz="2400" b="1" i="0" u="none" strike="noStrike" kern="1200" cap="none" spc="0" normalizeH="0" baseline="0" noProof="0" dirty="0">
                <a:ln>
                  <a:noFill/>
                </a:ln>
                <a:solidFill>
                  <a:prstClr val="black"/>
                </a:solidFill>
                <a:effectLst/>
                <a:uLnTx/>
                <a:uFillTx/>
                <a:latin typeface="Corbel"/>
                <a:ea typeface="+mn-ea"/>
                <a:cs typeface="+mn-cs"/>
              </a:rPr>
              <a:t> </a:t>
            </a:r>
            <a:r>
              <a:rPr kumimoji="0" lang="en-US" sz="2400" b="1" i="0" u="none" strike="noStrike" kern="1200" cap="none" spc="0" normalizeH="0" baseline="0" noProof="0" dirty="0" err="1">
                <a:ln>
                  <a:noFill/>
                </a:ln>
                <a:solidFill>
                  <a:prstClr val="black"/>
                </a:solidFill>
                <a:effectLst/>
                <a:uLnTx/>
                <a:uFillTx/>
                <a:latin typeface="Corbel"/>
                <a:ea typeface="+mn-ea"/>
                <a:cs typeface="+mn-cs"/>
              </a:rPr>
              <a:t>Inc</a:t>
            </a:r>
            <a:endParaRPr kumimoji="0" lang="en-US" sz="2400" b="1" i="0" u="none" strike="noStrike" kern="1200" cap="none" spc="0" normalizeH="0" baseline="0" noProof="0" dirty="0">
              <a:ln>
                <a:noFill/>
              </a:ln>
              <a:solidFill>
                <a:prstClr val="black"/>
              </a:solidFill>
              <a:effectLst/>
              <a:uLnTx/>
              <a:uFillTx/>
              <a:latin typeface="Corbel"/>
              <a:ea typeface="+mn-ea"/>
              <a:cs typeface="+mn-cs"/>
            </a:endParaRPr>
          </a:p>
          <a:p>
            <a:pPr marL="0" marR="0" lvl="0" indent="0" algn="l" defTabSz="45602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orbel"/>
              <a:ea typeface="+mn-ea"/>
              <a:cs typeface="+mn-cs"/>
            </a:endParaRPr>
          </a:p>
          <a:p>
            <a:pPr marL="0" marR="0" lvl="0" indent="0" algn="l" defTabSz="45602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black"/>
                </a:solidFill>
                <a:effectLst/>
                <a:uLnTx/>
                <a:uFillTx/>
                <a:latin typeface="Corbel"/>
                <a:ea typeface="+mn-ea"/>
                <a:cs typeface="+mn-cs"/>
              </a:rPr>
              <a:t>Te</a:t>
            </a:r>
            <a:r>
              <a:rPr kumimoji="0" lang="en-US" sz="2400" b="1" i="0" u="none" strike="noStrike" kern="1200" cap="none" spc="0" normalizeH="0" baseline="0" noProof="0" dirty="0">
                <a:ln>
                  <a:noFill/>
                </a:ln>
                <a:solidFill>
                  <a:prstClr val="black"/>
                </a:solidFill>
                <a:effectLst/>
                <a:uLnTx/>
                <a:uFillTx/>
                <a:latin typeface="Corbel"/>
                <a:ea typeface="+mn-ea"/>
                <a:cs typeface="+mn-cs"/>
              </a:rPr>
              <a:t> </a:t>
            </a:r>
            <a:r>
              <a:rPr kumimoji="0" lang="en-US" sz="2400" b="1" i="0" u="none" strike="noStrike" kern="1200" cap="none" spc="0" normalizeH="0" baseline="0" noProof="0" dirty="0" err="1">
                <a:ln>
                  <a:noFill/>
                </a:ln>
                <a:solidFill>
                  <a:prstClr val="black"/>
                </a:solidFill>
                <a:effectLst/>
                <a:uLnTx/>
                <a:uFillTx/>
                <a:latin typeface="Corbel"/>
                <a:ea typeface="+mn-ea"/>
                <a:cs typeface="+mn-cs"/>
              </a:rPr>
              <a:t>Tumu</a:t>
            </a:r>
            <a:r>
              <a:rPr kumimoji="0" lang="en-US" sz="2400" b="1" i="0" u="none" strike="noStrike" kern="1200" cap="none" spc="0" normalizeH="0" baseline="0" noProof="0" dirty="0">
                <a:ln>
                  <a:noFill/>
                </a:ln>
                <a:solidFill>
                  <a:prstClr val="black"/>
                </a:solidFill>
                <a:effectLst/>
                <a:uLnTx/>
                <a:uFillTx/>
                <a:latin typeface="Corbel"/>
                <a:ea typeface="+mn-ea"/>
                <a:cs typeface="+mn-cs"/>
              </a:rPr>
              <a:t> </a:t>
            </a:r>
            <a:r>
              <a:rPr kumimoji="0" lang="en-US" sz="2400" b="1" i="0" u="none" strike="noStrike" kern="1200" cap="none" spc="0" normalizeH="0" baseline="0" noProof="0" dirty="0" err="1">
                <a:ln>
                  <a:noFill/>
                </a:ln>
                <a:solidFill>
                  <a:prstClr val="black"/>
                </a:solidFill>
                <a:effectLst/>
                <a:uLnTx/>
                <a:uFillTx/>
                <a:latin typeface="Corbel"/>
                <a:ea typeface="+mn-ea"/>
                <a:cs typeface="+mn-cs"/>
              </a:rPr>
              <a:t>Paeroa</a:t>
            </a:r>
            <a:r>
              <a:rPr kumimoji="0" lang="en-US" sz="2400" b="1" i="0" u="none" strike="noStrike" kern="1200" cap="none" spc="0" normalizeH="0" baseline="0" noProof="0" dirty="0">
                <a:ln>
                  <a:noFill/>
                </a:ln>
                <a:solidFill>
                  <a:prstClr val="black"/>
                </a:solidFill>
                <a:effectLst/>
                <a:uLnTx/>
                <a:uFillTx/>
                <a:latin typeface="Corbel"/>
                <a:ea typeface="+mn-ea"/>
                <a:cs typeface="+mn-cs"/>
              </a:rPr>
              <a:t> Mission</a:t>
            </a:r>
          </a:p>
          <a:p>
            <a:pPr marL="0" marR="0" lvl="0" indent="0" algn="l" defTabSz="45602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a:ea typeface="+mn-ea"/>
                <a:cs typeface="+mn-cs"/>
              </a:rPr>
              <a:t>‘</a:t>
            </a:r>
            <a:r>
              <a:rPr kumimoji="0" lang="en-US" sz="2400" b="0" i="0" u="none" strike="noStrike" kern="1200" cap="none" spc="0" normalizeH="0" baseline="0" noProof="0" dirty="0" err="1">
                <a:ln>
                  <a:noFill/>
                </a:ln>
                <a:solidFill>
                  <a:prstClr val="black"/>
                </a:solidFill>
                <a:effectLst/>
                <a:uLnTx/>
                <a:uFillTx/>
                <a:latin typeface="Corbel"/>
                <a:ea typeface="+mn-ea"/>
                <a:cs typeface="+mn-cs"/>
              </a:rPr>
              <a:t>Mobilising</a:t>
            </a:r>
            <a:r>
              <a:rPr kumimoji="0" lang="en-US" sz="2400" b="0" i="0" u="none" strike="noStrike" kern="1200" cap="none" spc="0" normalizeH="0" baseline="0" noProof="0" dirty="0">
                <a:ln>
                  <a:noFill/>
                </a:ln>
                <a:solidFill>
                  <a:prstClr val="black"/>
                </a:solidFill>
                <a:effectLst/>
                <a:uLnTx/>
                <a:uFillTx/>
                <a:latin typeface="Corbel"/>
                <a:ea typeface="+mn-ea"/>
                <a:cs typeface="+mn-cs"/>
              </a:rPr>
              <a:t> Māori land and assets to create this generation’s legacy’</a:t>
            </a:r>
          </a:p>
        </p:txBody>
      </p:sp>
      <p:pic>
        <p:nvPicPr>
          <p:cNvPr id="8" name="Picture 7"/>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794875" y="4681412"/>
            <a:ext cx="762000" cy="1016000"/>
          </a:xfrm>
          <a:prstGeom prst="rect">
            <a:avLst/>
          </a:prstGeom>
        </p:spPr>
      </p:pic>
      <p:sp>
        <p:nvSpPr>
          <p:cNvPr id="9" name="TextBox 8"/>
          <p:cNvSpPr txBox="1"/>
          <p:nvPr/>
        </p:nvSpPr>
        <p:spPr>
          <a:xfrm>
            <a:off x="8999912" y="5697413"/>
            <a:ext cx="1818527" cy="1200329"/>
          </a:xfrm>
          <a:prstGeom prst="rect">
            <a:avLst/>
          </a:prstGeom>
          <a:noFill/>
        </p:spPr>
        <p:txBody>
          <a:bodyPr wrap="none" rtlCol="0">
            <a:spAutoFit/>
          </a:bodyPr>
          <a:lstStyle/>
          <a:p>
            <a:pPr marL="0" marR="0" lvl="0" indent="0" algn="ctr" defTabSz="45602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rbel"/>
                <a:ea typeface="+mn-ea"/>
                <a:cs typeface="+mn-cs"/>
              </a:rPr>
              <a:t>Chair</a:t>
            </a:r>
          </a:p>
          <a:p>
            <a:pPr marL="0" marR="0" lvl="0" indent="0" algn="ctr" defTabSz="45602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rbel"/>
                <a:ea typeface="+mn-ea"/>
                <a:cs typeface="+mn-cs"/>
              </a:rPr>
              <a:t>Assoc.Prof</a:t>
            </a:r>
            <a:r>
              <a:rPr kumimoji="0" lang="en-US" sz="1800" b="0" i="0" u="none" strike="noStrike" kern="1200" cap="none" spc="0" normalizeH="0" baseline="0" noProof="0" dirty="0">
                <a:ln>
                  <a:noFill/>
                </a:ln>
                <a:solidFill>
                  <a:prstClr val="black"/>
                </a:solidFill>
                <a:effectLst/>
                <a:uLnTx/>
                <a:uFillTx/>
                <a:latin typeface="Corbel"/>
                <a:ea typeface="+mn-ea"/>
                <a:cs typeface="+mn-cs"/>
              </a:rPr>
              <a:t>.</a:t>
            </a:r>
          </a:p>
          <a:p>
            <a:pPr marL="0" marR="0" lvl="0" indent="0" algn="ctr" defTabSz="45602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rbel"/>
                <a:ea typeface="+mn-ea"/>
                <a:cs typeface="+mn-cs"/>
              </a:rPr>
              <a:t>Helen </a:t>
            </a:r>
          </a:p>
          <a:p>
            <a:pPr marL="0" marR="0" lvl="0" indent="0" algn="ctr" defTabSz="45602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rbel"/>
                <a:ea typeface="+mn-ea"/>
                <a:cs typeface="+mn-cs"/>
              </a:rPr>
              <a:t>Moewaka</a:t>
            </a:r>
            <a:r>
              <a:rPr kumimoji="0" lang="en-US" sz="1800" b="0" i="0" u="none" strike="noStrike" kern="1200" cap="none" spc="0" normalizeH="0" baseline="0" noProof="0" dirty="0">
                <a:ln>
                  <a:noFill/>
                </a:ln>
                <a:solidFill>
                  <a:prstClr val="black"/>
                </a:solidFill>
                <a:effectLst/>
                <a:uLnTx/>
                <a:uFillTx/>
                <a:latin typeface="Corbel"/>
                <a:ea typeface="+mn-ea"/>
                <a:cs typeface="+mn-cs"/>
              </a:rPr>
              <a:t> Barnes</a:t>
            </a:r>
          </a:p>
        </p:txBody>
      </p:sp>
    </p:spTree>
    <p:extLst>
      <p:ext uri="{BB962C8B-B14F-4D97-AF65-F5344CB8AC3E}">
        <p14:creationId xmlns:p14="http://schemas.microsoft.com/office/powerpoint/2010/main" val="155391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340" y="164637"/>
            <a:ext cx="7680853" cy="1440160"/>
          </a:xfrm>
        </p:spPr>
        <p:txBody>
          <a:bodyPr>
            <a:noAutofit/>
          </a:bodyPr>
          <a:lstStyle/>
          <a:p>
            <a:pPr algn="ctr"/>
            <a:r>
              <a:rPr lang="en-NZ" sz="4267" b="1" dirty="0">
                <a:solidFill>
                  <a:schemeClr val="accent1">
                    <a:lumMod val="75000"/>
                  </a:schemeClr>
                </a:solidFill>
              </a:rPr>
              <a:t>M</a:t>
            </a:r>
            <a:r>
              <a:rPr lang="en-NZ" sz="4267" b="1" dirty="0">
                <a:solidFill>
                  <a:schemeClr val="accent1">
                    <a:lumMod val="75000"/>
                  </a:schemeClr>
                </a:solidFill>
                <a:latin typeface="Corbel"/>
              </a:rPr>
              <a:t>āori Leadership </a:t>
            </a:r>
            <a:br>
              <a:rPr lang="en-NZ" sz="4267" b="1" dirty="0">
                <a:solidFill>
                  <a:schemeClr val="accent1">
                    <a:lumMod val="75000"/>
                  </a:schemeClr>
                </a:solidFill>
                <a:latin typeface="Corbel"/>
              </a:rPr>
            </a:br>
            <a:r>
              <a:rPr lang="en-NZ" sz="4267" b="1" dirty="0">
                <a:solidFill>
                  <a:schemeClr val="accent1">
                    <a:lumMod val="75000"/>
                  </a:schemeClr>
                </a:solidFill>
                <a:latin typeface="Corbel"/>
              </a:rPr>
              <a:t>what is the future we seek?</a:t>
            </a:r>
            <a:endParaRPr lang="en-NZ" sz="4267" b="1" dirty="0">
              <a:solidFill>
                <a:schemeClr val="accent1">
                  <a:lumMod val="75000"/>
                </a:schemeClr>
              </a:solidFill>
            </a:endParaRPr>
          </a:p>
        </p:txBody>
      </p:sp>
      <p:sp>
        <p:nvSpPr>
          <p:cNvPr id="3" name="Content Placeholder 2"/>
          <p:cNvSpPr>
            <a:spLocks noGrp="1"/>
          </p:cNvSpPr>
          <p:nvPr>
            <p:ph sz="half" idx="1"/>
          </p:nvPr>
        </p:nvSpPr>
        <p:spPr>
          <a:xfrm>
            <a:off x="335360" y="1892830"/>
            <a:ext cx="7488832" cy="4800533"/>
          </a:xfrm>
        </p:spPr>
        <p:txBody>
          <a:bodyPr>
            <a:normAutofit/>
          </a:bodyPr>
          <a:lstStyle/>
          <a:p>
            <a:pPr lvl="1"/>
            <a:r>
              <a:rPr lang="en-NZ" dirty="0"/>
              <a:t>All M</a:t>
            </a:r>
            <a:r>
              <a:rPr lang="en-NZ" dirty="0">
                <a:latin typeface="Corbel"/>
              </a:rPr>
              <a:t>ā</a:t>
            </a:r>
            <a:r>
              <a:rPr lang="en-NZ" dirty="0"/>
              <a:t>ori thriving as Māori </a:t>
            </a:r>
          </a:p>
          <a:p>
            <a:pPr lvl="1"/>
            <a:r>
              <a:rPr lang="en-NZ" dirty="0"/>
              <a:t>Flourishing </a:t>
            </a:r>
            <a:r>
              <a:rPr lang="en-NZ" dirty="0" err="1"/>
              <a:t>whānau</a:t>
            </a:r>
            <a:r>
              <a:rPr lang="en-NZ" dirty="0"/>
              <a:t> </a:t>
            </a:r>
          </a:p>
          <a:p>
            <a:pPr lvl="1"/>
            <a:r>
              <a:rPr lang="en-NZ" dirty="0"/>
              <a:t>Forward looking and globally connected iwi</a:t>
            </a:r>
          </a:p>
          <a:p>
            <a:pPr lvl="1"/>
            <a:r>
              <a:rPr lang="en-NZ" dirty="0"/>
              <a:t>Strong &amp; vibrant te reo Māori, tikanga, and </a:t>
            </a:r>
            <a:r>
              <a:rPr lang="en-NZ" dirty="0" err="1"/>
              <a:t>marae</a:t>
            </a:r>
            <a:endParaRPr lang="en-NZ" dirty="0"/>
          </a:p>
          <a:p>
            <a:pPr lvl="1"/>
            <a:r>
              <a:rPr lang="en-NZ" b="1" dirty="0">
                <a:solidFill>
                  <a:srgbClr val="FF0000"/>
                </a:solidFill>
              </a:rPr>
              <a:t>A booming Māori economy</a:t>
            </a:r>
          </a:p>
          <a:p>
            <a:pPr lvl="1"/>
            <a:r>
              <a:rPr lang="en-NZ" dirty="0"/>
              <a:t>A regenerated natural environment </a:t>
            </a:r>
          </a:p>
          <a:p>
            <a:pPr lvl="1"/>
            <a:r>
              <a:rPr lang="en-NZ" dirty="0"/>
              <a:t>Rebalanced constitutional arrangements in Aotearoa NZ </a:t>
            </a:r>
          </a:p>
          <a:p>
            <a:pPr lvl="1"/>
            <a:r>
              <a:rPr lang="en-NZ" b="1" dirty="0">
                <a:solidFill>
                  <a:srgbClr val="FF0000"/>
                </a:solidFill>
              </a:rPr>
              <a:t>(Te </a:t>
            </a:r>
            <a:r>
              <a:rPr lang="en-NZ" b="1" dirty="0" err="1">
                <a:solidFill>
                  <a:srgbClr val="FF0000"/>
                </a:solidFill>
              </a:rPr>
              <a:t>Pae</a:t>
            </a:r>
            <a:r>
              <a:rPr lang="en-NZ" b="1" dirty="0">
                <a:solidFill>
                  <a:srgbClr val="FF0000"/>
                </a:solidFill>
              </a:rPr>
              <a:t> </a:t>
            </a:r>
            <a:r>
              <a:rPr lang="en-NZ" b="1" dirty="0" err="1">
                <a:solidFill>
                  <a:srgbClr val="FF0000"/>
                </a:solidFill>
              </a:rPr>
              <a:t>Roa</a:t>
            </a:r>
            <a:r>
              <a:rPr lang="en-NZ" b="1" dirty="0">
                <a:solidFill>
                  <a:srgbClr val="FF0000"/>
                </a:solidFill>
              </a:rPr>
              <a:t> Conference 2014)</a:t>
            </a:r>
          </a:p>
        </p:txBody>
      </p:sp>
      <p:pic>
        <p:nvPicPr>
          <p:cNvPr id="7" name="Content Placeholder 6"/>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208235" y="1155419"/>
            <a:ext cx="3840427" cy="5596732"/>
          </a:xfrm>
        </p:spPr>
      </p:pic>
      <p:sp>
        <p:nvSpPr>
          <p:cNvPr id="6" name="Slide Number Placeholder 5"/>
          <p:cNvSpPr>
            <a:spLocks noGrp="1"/>
          </p:cNvSpPr>
          <p:nvPr>
            <p:ph type="sldNum" sz="quarter" idx="12"/>
          </p:nvPr>
        </p:nvSpPr>
        <p:spPr/>
        <p:txBody>
          <a:bodyPr/>
          <a:lstStyle/>
          <a:p>
            <a:pPr marL="0" marR="0" lvl="0" indent="0" algn="l" defTabSz="456020" rtl="0" eaLnBrk="1" fontAlgn="auto" latinLnBrk="0" hangingPunct="1">
              <a:lnSpc>
                <a:spcPct val="100000"/>
              </a:lnSpc>
              <a:spcBef>
                <a:spcPts val="0"/>
              </a:spcBef>
              <a:spcAft>
                <a:spcPts val="0"/>
              </a:spcAft>
              <a:buClrTx/>
              <a:buSzTx/>
              <a:buFontTx/>
              <a:buNone/>
              <a:tabLst/>
              <a:defRPr/>
            </a:pPr>
            <a:fld id="{27FF28F2-3D13-45CF-829C-77DE4BEFACBF}" type="slidenum">
              <a:rPr kumimoji="0" lang="en-NZ" sz="1800" b="0" i="0" u="none" strike="noStrike" kern="1200" cap="none" spc="0" normalizeH="0" baseline="0" noProof="0" smtClean="0">
                <a:ln>
                  <a:noFill/>
                </a:ln>
                <a:solidFill>
                  <a:srgbClr val="1A472B"/>
                </a:solidFill>
                <a:effectLst/>
                <a:uLnTx/>
                <a:uFillTx/>
                <a:latin typeface="Calibri"/>
                <a:ea typeface="+mn-ea"/>
                <a:cs typeface="+mn-cs"/>
              </a:rPr>
              <a:pPr marL="0" marR="0" lvl="0" indent="0" algn="l" defTabSz="456020" rtl="0" eaLnBrk="1" fontAlgn="auto" latinLnBrk="0" hangingPunct="1">
                <a:lnSpc>
                  <a:spcPct val="100000"/>
                </a:lnSpc>
                <a:spcBef>
                  <a:spcPts val="0"/>
                </a:spcBef>
                <a:spcAft>
                  <a:spcPts val="0"/>
                </a:spcAft>
                <a:buClrTx/>
                <a:buSzTx/>
                <a:buFontTx/>
                <a:buNone/>
                <a:tabLst/>
                <a:defRPr/>
              </a:pPr>
              <a:t>17</a:t>
            </a:fld>
            <a:endParaRPr kumimoji="0" lang="en-NZ" sz="1800" b="0" i="0" u="none" strike="noStrike" kern="1200" cap="none" spc="0" normalizeH="0" baseline="0" noProof="0" dirty="0">
              <a:ln>
                <a:noFill/>
              </a:ln>
              <a:solidFill>
                <a:srgbClr val="1A472B"/>
              </a:solidFill>
              <a:effectLst/>
              <a:uLnTx/>
              <a:uFillTx/>
              <a:latin typeface="Calibri"/>
              <a:ea typeface="+mn-ea"/>
              <a:cs typeface="+mn-cs"/>
            </a:endParaRPr>
          </a:p>
        </p:txBody>
      </p:sp>
    </p:spTree>
    <p:extLst>
      <p:ext uri="{BB962C8B-B14F-4D97-AF65-F5344CB8AC3E}">
        <p14:creationId xmlns:p14="http://schemas.microsoft.com/office/powerpoint/2010/main" val="523223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31841-8631-4B53-ABFD-B5CDE7751A43}"/>
              </a:ext>
            </a:extLst>
          </p:cNvPr>
          <p:cNvSpPr>
            <a:spLocks noGrp="1"/>
          </p:cNvSpPr>
          <p:nvPr>
            <p:ph type="title"/>
          </p:nvPr>
        </p:nvSpPr>
        <p:spPr/>
        <p:txBody>
          <a:bodyPr>
            <a:normAutofit fontScale="90000"/>
          </a:bodyPr>
          <a:lstStyle/>
          <a:p>
            <a:r>
              <a:rPr lang="mi-NZ" sz="3600" b="1" dirty="0"/>
              <a:t>Connecting People with their land: Te Tumu Paeroa</a:t>
            </a:r>
            <a:endParaRPr lang="en-NZ" sz="3600" b="1" dirty="0"/>
          </a:p>
        </p:txBody>
      </p:sp>
      <p:sp>
        <p:nvSpPr>
          <p:cNvPr id="5" name="Content Placeholder 4">
            <a:extLst>
              <a:ext uri="{FF2B5EF4-FFF2-40B4-BE49-F238E27FC236}">
                <a16:creationId xmlns:a16="http://schemas.microsoft.com/office/drawing/2014/main" id="{FAC621BB-5296-4846-94AF-51894161CA57}"/>
              </a:ext>
            </a:extLst>
          </p:cNvPr>
          <p:cNvSpPr>
            <a:spLocks noGrp="1"/>
          </p:cNvSpPr>
          <p:nvPr>
            <p:ph idx="1"/>
          </p:nvPr>
        </p:nvSpPr>
        <p:spPr/>
        <p:txBody>
          <a:bodyPr/>
          <a:lstStyle/>
          <a:p>
            <a:endParaRPr lang="en-US" dirty="0"/>
          </a:p>
          <a:p>
            <a:r>
              <a:rPr lang="en-US" dirty="0">
                <a:hlinkClick r:id="rId3"/>
              </a:rPr>
              <a:t>https:////www.tetumupaeroa.co.nz</a:t>
            </a:r>
            <a:endParaRPr lang="en-NZ" dirty="0"/>
          </a:p>
        </p:txBody>
      </p:sp>
      <p:sp>
        <p:nvSpPr>
          <p:cNvPr id="4" name="TextBox 3">
            <a:extLst>
              <a:ext uri="{FF2B5EF4-FFF2-40B4-BE49-F238E27FC236}">
                <a16:creationId xmlns:a16="http://schemas.microsoft.com/office/drawing/2014/main" id="{6930E10E-11E1-4D6B-99C5-1151DCD22C04}"/>
              </a:ext>
            </a:extLst>
          </p:cNvPr>
          <p:cNvSpPr txBox="1"/>
          <p:nvPr/>
        </p:nvSpPr>
        <p:spPr>
          <a:xfrm>
            <a:off x="19513685" y="2879387"/>
            <a:ext cx="184731" cy="369332"/>
          </a:xfrm>
          <a:prstGeom prst="rect">
            <a:avLst/>
          </a:prstGeom>
          <a:noFill/>
        </p:spPr>
        <p:txBody>
          <a:bodyPr wrap="none" rtlCol="0">
            <a:spAutoFit/>
          </a:bodyPr>
          <a:lstStyle/>
          <a:p>
            <a:endParaRPr lang="en-NZ" dirty="0"/>
          </a:p>
        </p:txBody>
      </p:sp>
    </p:spTree>
    <p:extLst>
      <p:ext uri="{BB962C8B-B14F-4D97-AF65-F5344CB8AC3E}">
        <p14:creationId xmlns:p14="http://schemas.microsoft.com/office/powerpoint/2010/main" val="2204374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01223" y="634495"/>
            <a:ext cx="8342778" cy="795247"/>
          </a:xfrm>
          <a:prstGeom prst="rect">
            <a:avLst/>
          </a:prstGeom>
          <a:noFill/>
        </p:spPr>
        <p:txBody>
          <a:bodyPr wrap="square" lIns="117007" tIns="58498" rIns="117007" bIns="58498" rtlCol="0">
            <a:spAutoFit/>
          </a:bodyPr>
          <a:lstStyle/>
          <a:p>
            <a:pPr defTabSz="912616"/>
            <a:r>
              <a:rPr lang="en-US" sz="4400" b="1" dirty="0">
                <a:solidFill>
                  <a:srgbClr val="1A472B"/>
                </a:solidFill>
              </a:rPr>
              <a:t>Te Tumu Paeroa  (2021)</a:t>
            </a:r>
            <a:endParaRPr lang="en-US" sz="5500" b="1" dirty="0">
              <a:solidFill>
                <a:srgbClr val="1A472B"/>
              </a:solidFill>
            </a:endParaRPr>
          </a:p>
        </p:txBody>
      </p:sp>
      <p:sp>
        <p:nvSpPr>
          <p:cNvPr id="5" name="Text Placeholder 8"/>
          <p:cNvSpPr txBox="1">
            <a:spLocks/>
          </p:cNvSpPr>
          <p:nvPr/>
        </p:nvSpPr>
        <p:spPr>
          <a:xfrm>
            <a:off x="801221" y="1738859"/>
            <a:ext cx="10756195" cy="4484646"/>
          </a:xfrm>
          <a:prstGeom prst="rect">
            <a:avLst/>
          </a:prstGeom>
        </p:spPr>
        <p:txBody>
          <a:bodyPr lIns="117007" tIns="58498" rIns="117007" bIns="58498"/>
          <a:lstStyle>
            <a:lvl1pPr marL="0" indent="0" algn="l" defTabSz="457200" rtl="0" eaLnBrk="1" latinLnBrk="0" hangingPunct="1">
              <a:spcBef>
                <a:spcPct val="20000"/>
              </a:spcBef>
              <a:buFont typeface="Courier New"/>
              <a:buNone/>
              <a:defRPr sz="2400" b="1" kern="1200">
                <a:solidFill>
                  <a:srgbClr val="FFFFFF"/>
                </a:solidFill>
                <a:latin typeface="+mn-lt"/>
                <a:ea typeface="+mn-ea"/>
                <a:cs typeface="+mn-cs"/>
              </a:defRPr>
            </a:lvl1pPr>
            <a:lvl2pPr marL="457200" indent="0" algn="l" defTabSz="457200" rtl="0" eaLnBrk="1" latinLnBrk="0" hangingPunct="1">
              <a:spcBef>
                <a:spcPct val="20000"/>
              </a:spcBef>
              <a:buFont typeface="Arial"/>
              <a:buNone/>
              <a:defRPr sz="2400" kern="1200">
                <a:solidFill>
                  <a:schemeClr val="tx1"/>
                </a:solidFill>
                <a:latin typeface="+mn-lt"/>
                <a:ea typeface="+mn-ea"/>
                <a:cs typeface="+mn-cs"/>
              </a:defRPr>
            </a:lvl2pPr>
            <a:lvl3pPr marL="442913" indent="-228600" algn="l" defTabSz="457200" rtl="0" eaLnBrk="1" latinLnBrk="0" hangingPunct="1">
              <a:spcBef>
                <a:spcPct val="20000"/>
              </a:spcBef>
              <a:buFont typeface="Arial"/>
              <a:buChar char="•"/>
              <a:defRPr sz="2000" b="1" kern="1200">
                <a:solidFill>
                  <a:schemeClr val="bg1"/>
                </a:solidFill>
                <a:latin typeface="+mn-lt"/>
                <a:ea typeface="+mn-ea"/>
                <a:cs typeface="+mn-cs"/>
              </a:defRPr>
            </a:lvl3pPr>
            <a:lvl4pPr marL="889000" indent="-228600" algn="l" defTabSz="457200" rtl="0" eaLnBrk="1" latinLnBrk="0" hangingPunct="1">
              <a:spcBef>
                <a:spcPct val="20000"/>
              </a:spcBef>
              <a:buFont typeface="Arial"/>
              <a:buChar char="•"/>
              <a:tabLst/>
              <a:defRPr sz="1800" kern="1200">
                <a:solidFill>
                  <a:srgbClr val="FFFFFF"/>
                </a:solidFill>
                <a:latin typeface="+mn-lt"/>
                <a:ea typeface="+mn-ea"/>
                <a:cs typeface="+mn-cs"/>
              </a:defRPr>
            </a:lvl4pPr>
            <a:lvl5pPr marL="1076325" indent="0" algn="l" defTabSz="457200" rtl="0" eaLnBrk="1" latinLnBrk="0" hangingPunct="1">
              <a:spcBef>
                <a:spcPct val="20000"/>
              </a:spcBef>
              <a:buFont typeface="Arial"/>
              <a:buNone/>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65615" lvl="7" indent="-365615">
              <a:spcBef>
                <a:spcPts val="0"/>
              </a:spcBef>
              <a:buClr>
                <a:srgbClr val="009645"/>
              </a:buClr>
              <a:buSzPct val="115000"/>
              <a:buFont typeface="Arial" pitchFamily="34" charset="0"/>
              <a:buChar char="•"/>
              <a:tabLst>
                <a:tab pos="292487" algn="l"/>
              </a:tabLst>
              <a:defRPr/>
            </a:pPr>
            <a:r>
              <a:rPr lang="en-NZ" sz="2800" dirty="0"/>
              <a:t>We face the dilemma of a growing asset base without increased overall well-being for Maori</a:t>
            </a:r>
          </a:p>
          <a:p>
            <a:pPr marL="365615" lvl="7" indent="-365615">
              <a:spcBef>
                <a:spcPts val="0"/>
              </a:spcBef>
              <a:buClr>
                <a:srgbClr val="009645"/>
              </a:buClr>
              <a:buSzPct val="115000"/>
              <a:buFont typeface="Arial" pitchFamily="34" charset="0"/>
              <a:buChar char="•"/>
              <a:tabLst>
                <a:tab pos="292487" algn="l"/>
              </a:tabLst>
              <a:defRPr/>
            </a:pPr>
            <a:r>
              <a:rPr lang="en-NZ" sz="2800" dirty="0"/>
              <a:t>When balancing present and future needs we need to consider:</a:t>
            </a:r>
          </a:p>
          <a:p>
            <a:pPr marL="950550" lvl="8" indent="-365615">
              <a:spcBef>
                <a:spcPts val="0"/>
              </a:spcBef>
              <a:buClr>
                <a:srgbClr val="009645"/>
              </a:buClr>
              <a:buSzPct val="115000"/>
              <a:buFont typeface="Arial" pitchFamily="34" charset="0"/>
              <a:buChar char="•"/>
              <a:tabLst>
                <a:tab pos="292487" algn="l"/>
              </a:tabLst>
              <a:defRPr/>
            </a:pPr>
            <a:r>
              <a:rPr lang="en-NZ" sz="2400" dirty="0"/>
              <a:t>The quadruple bottom line </a:t>
            </a:r>
            <a:r>
              <a:rPr lang="en-NZ" sz="2400" b="1" dirty="0"/>
              <a:t>– </a:t>
            </a:r>
            <a:r>
              <a:rPr lang="en-NZ" sz="2400" b="1" dirty="0">
                <a:solidFill>
                  <a:schemeClr val="accent1"/>
                </a:solidFill>
              </a:rPr>
              <a:t>financial, environmental, cultural and social</a:t>
            </a:r>
          </a:p>
          <a:p>
            <a:pPr marL="950550" lvl="8" indent="-365615">
              <a:spcBef>
                <a:spcPts val="0"/>
              </a:spcBef>
              <a:buClr>
                <a:srgbClr val="009645"/>
              </a:buClr>
              <a:buSzPct val="115000"/>
              <a:buFont typeface="Arial" pitchFamily="34" charset="0"/>
              <a:buChar char="•"/>
              <a:tabLst>
                <a:tab pos="292487" algn="l"/>
              </a:tabLst>
              <a:defRPr/>
            </a:pPr>
            <a:r>
              <a:rPr lang="mi-NZ" sz="2400" dirty="0"/>
              <a:t>The aspirations of this generation, and the legacy we want to leave</a:t>
            </a:r>
          </a:p>
          <a:p>
            <a:pPr marL="950550" lvl="8" indent="-365615">
              <a:spcBef>
                <a:spcPts val="0"/>
              </a:spcBef>
              <a:buClr>
                <a:srgbClr val="009645"/>
              </a:buClr>
              <a:buSzPct val="115000"/>
              <a:buFont typeface="Arial" pitchFamily="34" charset="0"/>
              <a:buChar char="•"/>
              <a:tabLst>
                <a:tab pos="292487" algn="l"/>
              </a:tabLst>
              <a:defRPr/>
            </a:pPr>
            <a:r>
              <a:rPr lang="en-NZ" sz="2400" dirty="0"/>
              <a:t>Investment in our capability – workforce education, management and governance</a:t>
            </a:r>
          </a:p>
          <a:p>
            <a:pPr marL="950550" lvl="8" indent="-365615">
              <a:spcBef>
                <a:spcPts val="0"/>
              </a:spcBef>
              <a:buClr>
                <a:srgbClr val="009645"/>
              </a:buClr>
              <a:buSzPct val="115000"/>
              <a:buFont typeface="Arial" pitchFamily="34" charset="0"/>
              <a:buChar char="•"/>
              <a:tabLst>
                <a:tab pos="292487" algn="l"/>
              </a:tabLst>
              <a:defRPr/>
            </a:pPr>
            <a:r>
              <a:rPr lang="mi-NZ" sz="2400" dirty="0"/>
              <a:t>Increased </a:t>
            </a:r>
            <a:r>
              <a:rPr lang="mi-NZ" sz="2400" b="1" dirty="0"/>
              <a:t>collaboration </a:t>
            </a:r>
            <a:r>
              <a:rPr lang="mi-NZ" sz="2400" dirty="0"/>
              <a:t>among </a:t>
            </a:r>
            <a:r>
              <a:rPr lang="mi-NZ" sz="2400" b="1" dirty="0"/>
              <a:t>Maori and non Maori </a:t>
            </a:r>
            <a:r>
              <a:rPr lang="mi-NZ" sz="2400" dirty="0"/>
              <a:t>– skills, capital, partnerships</a:t>
            </a:r>
          </a:p>
          <a:p>
            <a:pPr marL="950550" lvl="8" indent="-365615">
              <a:spcBef>
                <a:spcPts val="0"/>
              </a:spcBef>
              <a:buClr>
                <a:srgbClr val="009645"/>
              </a:buClr>
              <a:buSzPct val="115000"/>
              <a:buFont typeface="Arial" pitchFamily="34" charset="0"/>
              <a:buChar char="•"/>
              <a:tabLst>
                <a:tab pos="292487" algn="l"/>
              </a:tabLst>
              <a:defRPr/>
            </a:pPr>
            <a:r>
              <a:rPr lang="mi-NZ" sz="2400" dirty="0"/>
              <a:t>The role of leadership </a:t>
            </a:r>
          </a:p>
          <a:p>
            <a:pPr marL="950550" lvl="8" indent="-365615">
              <a:spcBef>
                <a:spcPts val="0"/>
              </a:spcBef>
              <a:buClr>
                <a:srgbClr val="009645"/>
              </a:buClr>
              <a:buSzPct val="115000"/>
              <a:buFont typeface="Arial" pitchFamily="34" charset="0"/>
              <a:buChar char="•"/>
              <a:tabLst>
                <a:tab pos="292487" algn="l"/>
              </a:tabLst>
              <a:defRPr/>
            </a:pPr>
            <a:endParaRPr lang="en-US" sz="2400" dirty="0"/>
          </a:p>
          <a:p>
            <a:pPr marL="365615" lvl="7" indent="-365615">
              <a:spcBef>
                <a:spcPts val="0"/>
              </a:spcBef>
              <a:buClr>
                <a:srgbClr val="009645"/>
              </a:buClr>
              <a:buSzPct val="115000"/>
              <a:buFont typeface="Arial" pitchFamily="34" charset="0"/>
              <a:buChar char="•"/>
              <a:tabLst>
                <a:tab pos="292487" algn="l"/>
              </a:tabLst>
              <a:defRPr/>
            </a:pPr>
            <a:endParaRPr lang="en-NZ" sz="2800" dirty="0">
              <a:solidFill>
                <a:srgbClr val="666366"/>
              </a:solidFill>
            </a:endParaRPr>
          </a:p>
        </p:txBody>
      </p:sp>
    </p:spTree>
    <p:extLst>
      <p:ext uri="{BB962C8B-B14F-4D97-AF65-F5344CB8AC3E}">
        <p14:creationId xmlns:p14="http://schemas.microsoft.com/office/powerpoint/2010/main" val="2050525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litni\Desktop\Tang-visuals and presentations\infographics\NZMap North Islandn M land.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00089" y="220721"/>
            <a:ext cx="5430875" cy="5755768"/>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litni\Desktop\Tang-visuals and presentations\infographics\NZMap South Island M land.jp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030964" y="220717"/>
            <a:ext cx="5459349" cy="578594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556000" y="371507"/>
            <a:ext cx="4876800" cy="918277"/>
          </a:xfrm>
          <a:prstGeom prst="rect">
            <a:avLst/>
          </a:prstGeom>
          <a:noFill/>
        </p:spPr>
        <p:txBody>
          <a:bodyPr wrap="square" lIns="116930" tIns="58458" rIns="116930" bIns="58458" rtlCol="0">
            <a:spAutoFit/>
          </a:bodyPr>
          <a:lstStyle/>
          <a:p>
            <a:pPr marL="0" marR="0" lvl="0" indent="0" algn="ctr" defTabSz="456020" rtl="0" eaLnBrk="1" fontAlgn="auto" latinLnBrk="0" hangingPunct="1">
              <a:lnSpc>
                <a:spcPct val="100000"/>
              </a:lnSpc>
              <a:spcBef>
                <a:spcPts val="0"/>
              </a:spcBef>
              <a:spcAft>
                <a:spcPts val="0"/>
              </a:spcAft>
              <a:buClrTx/>
              <a:buSzTx/>
              <a:buFontTx/>
              <a:buNone/>
              <a:tabLst/>
              <a:defRPr/>
            </a:pPr>
            <a:r>
              <a:rPr kumimoji="0" lang="en-NZ" sz="2600" b="1" i="0" u="none" strike="noStrike" kern="1200" cap="none" spc="0" normalizeH="0" baseline="0" noProof="0" dirty="0">
                <a:ln>
                  <a:noFill/>
                </a:ln>
                <a:solidFill>
                  <a:srgbClr val="1A472B"/>
                </a:solidFill>
                <a:effectLst/>
                <a:uLnTx/>
                <a:uFillTx/>
                <a:latin typeface="Calibri"/>
                <a:ea typeface="+mn-ea"/>
                <a:cs typeface="+mn-cs"/>
              </a:rPr>
              <a:t>1.5 million hectares Māori land</a:t>
            </a:r>
          </a:p>
          <a:p>
            <a:pPr marL="0" marR="0" lvl="0" indent="0" algn="ctr" defTabSz="456020" rtl="0" eaLnBrk="1" fontAlgn="auto" latinLnBrk="0" hangingPunct="1">
              <a:lnSpc>
                <a:spcPct val="100000"/>
              </a:lnSpc>
              <a:spcBef>
                <a:spcPts val="0"/>
              </a:spcBef>
              <a:spcAft>
                <a:spcPts val="0"/>
              </a:spcAft>
              <a:buClrTx/>
              <a:buSzTx/>
              <a:buFontTx/>
              <a:buNone/>
              <a:tabLst/>
              <a:defRPr/>
            </a:pPr>
            <a:r>
              <a:rPr kumimoji="0" lang="en-NZ" sz="2600" b="1" i="0" u="none" strike="noStrike" kern="1200" cap="none" spc="0" normalizeH="0" baseline="0" noProof="0" dirty="0">
                <a:ln>
                  <a:noFill/>
                </a:ln>
                <a:solidFill>
                  <a:srgbClr val="1A472B"/>
                </a:solidFill>
                <a:effectLst/>
                <a:uLnTx/>
                <a:uFillTx/>
                <a:latin typeface="Calibri"/>
                <a:ea typeface="+mn-ea"/>
                <a:cs typeface="+mn-cs"/>
              </a:rPr>
              <a:t>5.5% of NZ total land mass</a:t>
            </a:r>
          </a:p>
        </p:txBody>
      </p:sp>
    </p:spTree>
    <p:extLst>
      <p:ext uri="{BB962C8B-B14F-4D97-AF65-F5344CB8AC3E}">
        <p14:creationId xmlns:p14="http://schemas.microsoft.com/office/powerpoint/2010/main" val="2617881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8461" y="193065"/>
            <a:ext cx="9530599" cy="707886"/>
          </a:xfrm>
          <a:prstGeom prst="rect">
            <a:avLst/>
          </a:prstGeom>
          <a:noFill/>
        </p:spPr>
        <p:txBody>
          <a:bodyPr wrap="square" rtlCol="0">
            <a:spAutoFit/>
          </a:bodyPr>
          <a:lstStyle/>
          <a:p>
            <a:r>
              <a:rPr lang="en-US" sz="4000" b="1" dirty="0"/>
              <a:t>Understanding the Māori demographic</a:t>
            </a:r>
          </a:p>
        </p:txBody>
      </p:sp>
      <p:sp>
        <p:nvSpPr>
          <p:cNvPr id="7" name="TextBox 6"/>
          <p:cNvSpPr txBox="1"/>
          <p:nvPr/>
        </p:nvSpPr>
        <p:spPr>
          <a:xfrm>
            <a:off x="1035649" y="3004002"/>
            <a:ext cx="1425624" cy="710038"/>
          </a:xfrm>
          <a:prstGeom prst="rect">
            <a:avLst/>
          </a:prstGeom>
        </p:spPr>
        <p:txBody>
          <a:bodyPr vert="horz" wrap="square" lIns="109728" tIns="54864" rIns="109728" bIns="54864" rtlCol="0" anchor="ctr">
            <a:noAutofit/>
          </a:bodyPr>
          <a:lstStyle/>
          <a:p>
            <a:r>
              <a:rPr lang="en-US" sz="2160" dirty="0">
                <a:solidFill>
                  <a:schemeClr val="bg1"/>
                </a:solidFill>
              </a:rPr>
              <a:t>2006</a:t>
            </a:r>
          </a:p>
          <a:p>
            <a:r>
              <a:rPr lang="en-US" sz="2640" dirty="0">
                <a:solidFill>
                  <a:schemeClr val="bg1"/>
                </a:solidFill>
              </a:rPr>
              <a:t>$16.4bn</a:t>
            </a:r>
          </a:p>
          <a:p>
            <a:r>
              <a:rPr lang="en-US" sz="1440" dirty="0">
                <a:solidFill>
                  <a:schemeClr val="bg1"/>
                </a:solidFill>
              </a:rPr>
              <a:t>(estimate)</a:t>
            </a:r>
          </a:p>
        </p:txBody>
      </p:sp>
      <p:sp>
        <p:nvSpPr>
          <p:cNvPr id="9" name="TextBox 8"/>
          <p:cNvSpPr txBox="1"/>
          <p:nvPr/>
        </p:nvSpPr>
        <p:spPr>
          <a:xfrm>
            <a:off x="7752535" y="1969037"/>
            <a:ext cx="1425624" cy="710038"/>
          </a:xfrm>
          <a:prstGeom prst="rect">
            <a:avLst/>
          </a:prstGeom>
        </p:spPr>
        <p:txBody>
          <a:bodyPr vert="horz" wrap="square" lIns="109728" tIns="54864" rIns="109728" bIns="54864" rtlCol="0" anchor="ctr">
            <a:noAutofit/>
          </a:bodyPr>
          <a:lstStyle/>
          <a:p>
            <a:pPr algn="r"/>
            <a:r>
              <a:rPr lang="en-US" sz="2040" dirty="0">
                <a:solidFill>
                  <a:schemeClr val="bg1"/>
                </a:solidFill>
              </a:rPr>
              <a:t>$10.6bn</a:t>
            </a:r>
          </a:p>
          <a:p>
            <a:pPr algn="r"/>
            <a:r>
              <a:rPr lang="en-US" sz="1680" dirty="0">
                <a:solidFill>
                  <a:schemeClr val="bg1"/>
                </a:solidFill>
              </a:rPr>
              <a:t>Institutions</a:t>
            </a:r>
          </a:p>
        </p:txBody>
      </p:sp>
      <p:sp>
        <p:nvSpPr>
          <p:cNvPr id="10" name="TextBox 9"/>
          <p:cNvSpPr txBox="1"/>
          <p:nvPr/>
        </p:nvSpPr>
        <p:spPr>
          <a:xfrm>
            <a:off x="9332465" y="1931894"/>
            <a:ext cx="1715326" cy="710038"/>
          </a:xfrm>
          <a:prstGeom prst="rect">
            <a:avLst/>
          </a:prstGeom>
        </p:spPr>
        <p:txBody>
          <a:bodyPr vert="horz" wrap="square" lIns="109728" tIns="54864" rIns="109728" bIns="54864" rtlCol="0" anchor="ctr">
            <a:noAutofit/>
          </a:bodyPr>
          <a:lstStyle/>
          <a:p>
            <a:r>
              <a:rPr lang="en-US" sz="2040" dirty="0">
                <a:solidFill>
                  <a:schemeClr val="bg1"/>
                </a:solidFill>
              </a:rPr>
              <a:t>$5.4bn</a:t>
            </a:r>
          </a:p>
          <a:p>
            <a:r>
              <a:rPr lang="en-US" sz="1680" dirty="0">
                <a:solidFill>
                  <a:schemeClr val="bg1"/>
                </a:solidFill>
              </a:rPr>
              <a:t>Self-employed</a:t>
            </a:r>
          </a:p>
        </p:txBody>
      </p:sp>
      <p:sp>
        <p:nvSpPr>
          <p:cNvPr id="11" name="TextBox 10"/>
          <p:cNvSpPr txBox="1"/>
          <p:nvPr/>
        </p:nvSpPr>
        <p:spPr>
          <a:xfrm>
            <a:off x="7906841" y="4155408"/>
            <a:ext cx="1425624" cy="710038"/>
          </a:xfrm>
          <a:prstGeom prst="rect">
            <a:avLst/>
          </a:prstGeom>
        </p:spPr>
        <p:txBody>
          <a:bodyPr vert="horz" wrap="square" lIns="109728" tIns="54864" rIns="109728" bIns="54864" rtlCol="0" anchor="ctr">
            <a:noAutofit/>
          </a:bodyPr>
          <a:lstStyle/>
          <a:p>
            <a:pPr algn="r"/>
            <a:r>
              <a:rPr lang="en-US" sz="2040" dirty="0">
                <a:solidFill>
                  <a:schemeClr val="bg1"/>
                </a:solidFill>
              </a:rPr>
              <a:t>$20.8bn</a:t>
            </a:r>
          </a:p>
          <a:p>
            <a:pPr algn="r"/>
            <a:r>
              <a:rPr lang="en-US" sz="1680" dirty="0">
                <a:solidFill>
                  <a:schemeClr val="bg1"/>
                </a:solidFill>
              </a:rPr>
              <a:t>Employers</a:t>
            </a:r>
          </a:p>
        </p:txBody>
      </p:sp>
      <p:pic>
        <p:nvPicPr>
          <p:cNvPr id="2051" name="Picture 3"/>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528798" y="900951"/>
            <a:ext cx="4053602" cy="3447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95056" y="969284"/>
            <a:ext cx="3429940" cy="33452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035651" y="887339"/>
            <a:ext cx="2959405" cy="3383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34340" y="4480222"/>
            <a:ext cx="5661660" cy="20768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5" name="Picture 7"/>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6096000" y="4510427"/>
            <a:ext cx="5627579" cy="20768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77822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screen">
            <a:extLst>
              <a:ext uri="{28A0092B-C50C-407E-A947-70E740481C1C}">
                <a14:useLocalDpi xmlns:a14="http://schemas.microsoft.com/office/drawing/2010/main"/>
              </a:ext>
            </a:extLst>
          </a:blip>
          <a:srcRect l="-4568"/>
          <a:stretch/>
        </p:blipFill>
        <p:spPr>
          <a:xfrm>
            <a:off x="5664000" y="1275316"/>
            <a:ext cx="4853104" cy="2879832"/>
          </a:xfrm>
          <a:prstGeom prst="rect">
            <a:avLst/>
          </a:prstGeom>
        </p:spPr>
      </p:pic>
      <p:sp>
        <p:nvSpPr>
          <p:cNvPr id="4" name="TextBox 3"/>
          <p:cNvSpPr txBox="1"/>
          <p:nvPr/>
        </p:nvSpPr>
        <p:spPr>
          <a:xfrm>
            <a:off x="938051" y="224680"/>
            <a:ext cx="10111380" cy="795229"/>
          </a:xfrm>
          <a:prstGeom prst="rect">
            <a:avLst/>
          </a:prstGeom>
          <a:noFill/>
        </p:spPr>
        <p:txBody>
          <a:bodyPr wrap="square" lIns="116989" tIns="58489" rIns="116989" bIns="58489" rtlCol="0">
            <a:spAutoFit/>
          </a:bodyPr>
          <a:lstStyle/>
          <a:p>
            <a:pPr defTabSz="912470"/>
            <a:r>
              <a:rPr lang="en-US" sz="4400" b="1" dirty="0">
                <a:solidFill>
                  <a:srgbClr val="1A472B"/>
                </a:solidFill>
              </a:rPr>
              <a:t>Reframing success (Te Tumu Paeroa 2021)</a:t>
            </a:r>
            <a:endParaRPr lang="en-US" sz="8000" b="1" dirty="0">
              <a:solidFill>
                <a:srgbClr val="1A472B"/>
              </a:solidFill>
            </a:endParaRPr>
          </a:p>
        </p:txBody>
      </p:sp>
      <p:pic>
        <p:nvPicPr>
          <p:cNvPr id="6" name="Picture 5"/>
          <p:cNvPicPr>
            <a:picLocks noChangeAspect="1"/>
          </p:cNvPicPr>
          <p:nvPr/>
        </p:nvPicPr>
        <p:blipFill rotWithShape="1">
          <a:blip r:embed="rId4" cstate="screen">
            <a:extLst>
              <a:ext uri="{28A0092B-C50C-407E-A947-70E740481C1C}">
                <a14:useLocalDpi xmlns:a14="http://schemas.microsoft.com/office/drawing/2010/main"/>
              </a:ext>
            </a:extLst>
          </a:blip>
          <a:srcRect t="-784" b="-7274"/>
          <a:stretch/>
        </p:blipFill>
        <p:spPr>
          <a:xfrm>
            <a:off x="1164136" y="3778066"/>
            <a:ext cx="5164757" cy="2894400"/>
          </a:xfrm>
          <a:prstGeom prst="rect">
            <a:avLst/>
          </a:prstGeom>
        </p:spPr>
      </p:pic>
      <p:pic>
        <p:nvPicPr>
          <p:cNvPr id="9" name="Picture 8"/>
          <p:cNvPicPr>
            <a:picLocks noChangeAspect="1"/>
          </p:cNvPicPr>
          <p:nvPr/>
        </p:nvPicPr>
        <p:blipFill rotWithShape="1">
          <a:blip r:embed="rId5" cstate="screen">
            <a:extLst>
              <a:ext uri="{28A0092B-C50C-407E-A947-70E740481C1C}">
                <a14:useLocalDpi xmlns:a14="http://schemas.microsoft.com/office/drawing/2010/main"/>
              </a:ext>
            </a:extLst>
          </a:blip>
          <a:srcRect t="-11314"/>
          <a:stretch/>
        </p:blipFill>
        <p:spPr>
          <a:xfrm>
            <a:off x="1158079" y="951956"/>
            <a:ext cx="4799721" cy="2879832"/>
          </a:xfrm>
          <a:prstGeom prst="rect">
            <a:avLst/>
          </a:prstGeom>
        </p:spPr>
      </p:pic>
      <p:pic>
        <p:nvPicPr>
          <p:cNvPr id="2" name="Picture 1"/>
          <p:cNvPicPr>
            <a:picLocks noChangeAspect="1"/>
          </p:cNvPicPr>
          <p:nvPr/>
        </p:nvPicPr>
        <p:blipFill rotWithShape="1">
          <a:blip r:embed="rId6" cstate="screen">
            <a:extLst>
              <a:ext uri="{28A0092B-C50C-407E-A947-70E740481C1C}">
                <a14:useLocalDpi xmlns:a14="http://schemas.microsoft.com/office/drawing/2010/main"/>
              </a:ext>
            </a:extLst>
          </a:blip>
          <a:srcRect t="-2736"/>
          <a:stretch/>
        </p:blipFill>
        <p:spPr>
          <a:xfrm>
            <a:off x="5963857" y="3798058"/>
            <a:ext cx="4495592" cy="2697354"/>
          </a:xfrm>
          <a:prstGeom prst="rect">
            <a:avLst/>
          </a:prstGeom>
        </p:spPr>
      </p:pic>
      <p:sp>
        <p:nvSpPr>
          <p:cNvPr id="3" name="TextBox 2"/>
          <p:cNvSpPr txBox="1"/>
          <p:nvPr/>
        </p:nvSpPr>
        <p:spPr>
          <a:xfrm>
            <a:off x="1451929" y="1581663"/>
            <a:ext cx="2494241" cy="441286"/>
          </a:xfrm>
          <a:prstGeom prst="rect">
            <a:avLst/>
          </a:prstGeom>
          <a:noFill/>
        </p:spPr>
        <p:txBody>
          <a:bodyPr wrap="square" lIns="116989" tIns="58489" rIns="116989" bIns="58489" rtlCol="0">
            <a:spAutoFit/>
          </a:bodyPr>
          <a:lstStyle/>
          <a:p>
            <a:pPr defTabSz="912470"/>
            <a:r>
              <a:rPr lang="en-NZ" sz="2100" b="1" dirty="0">
                <a:solidFill>
                  <a:srgbClr val="1A472B"/>
                </a:solidFill>
              </a:rPr>
              <a:t>Economic</a:t>
            </a:r>
          </a:p>
        </p:txBody>
      </p:sp>
      <p:sp>
        <p:nvSpPr>
          <p:cNvPr id="12" name="TextBox 11"/>
          <p:cNvSpPr txBox="1"/>
          <p:nvPr/>
        </p:nvSpPr>
        <p:spPr>
          <a:xfrm>
            <a:off x="1533465" y="4084413"/>
            <a:ext cx="2494241" cy="441286"/>
          </a:xfrm>
          <a:prstGeom prst="rect">
            <a:avLst/>
          </a:prstGeom>
          <a:noFill/>
        </p:spPr>
        <p:txBody>
          <a:bodyPr wrap="square" lIns="116989" tIns="58489" rIns="116989" bIns="58489" rtlCol="0">
            <a:spAutoFit/>
          </a:bodyPr>
          <a:lstStyle/>
          <a:p>
            <a:pPr defTabSz="912470"/>
            <a:r>
              <a:rPr lang="en-NZ" sz="2100" b="1" dirty="0">
                <a:solidFill>
                  <a:prstClr val="white"/>
                </a:solidFill>
              </a:rPr>
              <a:t>Social</a:t>
            </a:r>
          </a:p>
        </p:txBody>
      </p:sp>
      <p:sp>
        <p:nvSpPr>
          <p:cNvPr id="13" name="TextBox 12"/>
          <p:cNvSpPr txBox="1"/>
          <p:nvPr/>
        </p:nvSpPr>
        <p:spPr>
          <a:xfrm>
            <a:off x="6251631" y="4263281"/>
            <a:ext cx="2494241" cy="441286"/>
          </a:xfrm>
          <a:prstGeom prst="rect">
            <a:avLst/>
          </a:prstGeom>
          <a:noFill/>
        </p:spPr>
        <p:txBody>
          <a:bodyPr wrap="square" lIns="116989" tIns="58489" rIns="116989" bIns="58489" rtlCol="0">
            <a:spAutoFit/>
          </a:bodyPr>
          <a:lstStyle/>
          <a:p>
            <a:pPr defTabSz="912470"/>
            <a:r>
              <a:rPr lang="en-NZ" sz="2100" b="1" dirty="0">
                <a:solidFill>
                  <a:prstClr val="white"/>
                </a:solidFill>
              </a:rPr>
              <a:t>Environmental</a:t>
            </a:r>
          </a:p>
        </p:txBody>
      </p:sp>
      <p:sp>
        <p:nvSpPr>
          <p:cNvPr id="14" name="TextBox 13"/>
          <p:cNvSpPr txBox="1"/>
          <p:nvPr/>
        </p:nvSpPr>
        <p:spPr>
          <a:xfrm>
            <a:off x="6251631" y="1586583"/>
            <a:ext cx="2494241" cy="441286"/>
          </a:xfrm>
          <a:prstGeom prst="rect">
            <a:avLst/>
          </a:prstGeom>
          <a:noFill/>
        </p:spPr>
        <p:txBody>
          <a:bodyPr wrap="square" lIns="116989" tIns="58489" rIns="116989" bIns="58489" rtlCol="0">
            <a:spAutoFit/>
          </a:bodyPr>
          <a:lstStyle/>
          <a:p>
            <a:pPr defTabSz="912470"/>
            <a:r>
              <a:rPr lang="en-NZ" sz="2100" b="1" dirty="0">
                <a:solidFill>
                  <a:prstClr val="white"/>
                </a:solidFill>
              </a:rPr>
              <a:t>Cultural</a:t>
            </a:r>
          </a:p>
        </p:txBody>
      </p:sp>
    </p:spTree>
    <p:extLst>
      <p:ext uri="{BB962C8B-B14F-4D97-AF65-F5344CB8AC3E}">
        <p14:creationId xmlns:p14="http://schemas.microsoft.com/office/powerpoint/2010/main" val="2791475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screen">
            <a:extLst>
              <a:ext uri="{28A0092B-C50C-407E-A947-70E740481C1C}">
                <a14:useLocalDpi xmlns:a14="http://schemas.microsoft.com/office/drawing/2010/main"/>
              </a:ext>
            </a:extLst>
          </a:blip>
          <a:srcRect l="-4568"/>
          <a:stretch/>
        </p:blipFill>
        <p:spPr>
          <a:xfrm>
            <a:off x="5664000" y="1275316"/>
            <a:ext cx="4853104" cy="2879832"/>
          </a:xfrm>
          <a:prstGeom prst="rect">
            <a:avLst/>
          </a:prstGeom>
        </p:spPr>
      </p:pic>
      <p:sp>
        <p:nvSpPr>
          <p:cNvPr id="4" name="TextBox 3"/>
          <p:cNvSpPr txBox="1"/>
          <p:nvPr/>
        </p:nvSpPr>
        <p:spPr>
          <a:xfrm>
            <a:off x="938051" y="224680"/>
            <a:ext cx="10111380" cy="795229"/>
          </a:xfrm>
          <a:prstGeom prst="rect">
            <a:avLst/>
          </a:prstGeom>
          <a:noFill/>
        </p:spPr>
        <p:txBody>
          <a:bodyPr wrap="square" lIns="116989" tIns="58489" rIns="116989" bIns="58489" rtlCol="0">
            <a:spAutoFit/>
          </a:bodyPr>
          <a:lstStyle/>
          <a:p>
            <a:pPr defTabSz="912470"/>
            <a:r>
              <a:rPr lang="en-US" sz="4400" b="1" dirty="0">
                <a:solidFill>
                  <a:srgbClr val="1A472B"/>
                </a:solidFill>
              </a:rPr>
              <a:t>Reframing success (Te Tumu Paeroa 2021)</a:t>
            </a:r>
            <a:endParaRPr lang="en-US" sz="8000" b="1" dirty="0">
              <a:solidFill>
                <a:srgbClr val="1A472B"/>
              </a:solidFill>
            </a:endParaRPr>
          </a:p>
        </p:txBody>
      </p:sp>
      <p:pic>
        <p:nvPicPr>
          <p:cNvPr id="6" name="Picture 5"/>
          <p:cNvPicPr>
            <a:picLocks noChangeAspect="1"/>
          </p:cNvPicPr>
          <p:nvPr/>
        </p:nvPicPr>
        <p:blipFill rotWithShape="1">
          <a:blip r:embed="rId4" cstate="screen">
            <a:extLst>
              <a:ext uri="{28A0092B-C50C-407E-A947-70E740481C1C}">
                <a14:useLocalDpi xmlns:a14="http://schemas.microsoft.com/office/drawing/2010/main"/>
              </a:ext>
            </a:extLst>
          </a:blip>
          <a:srcRect t="-784" b="-7274"/>
          <a:stretch/>
        </p:blipFill>
        <p:spPr>
          <a:xfrm>
            <a:off x="1164136" y="3778066"/>
            <a:ext cx="5164757" cy="2894400"/>
          </a:xfrm>
          <a:prstGeom prst="rect">
            <a:avLst/>
          </a:prstGeom>
        </p:spPr>
      </p:pic>
      <p:pic>
        <p:nvPicPr>
          <p:cNvPr id="9" name="Picture 8"/>
          <p:cNvPicPr>
            <a:picLocks noChangeAspect="1"/>
          </p:cNvPicPr>
          <p:nvPr/>
        </p:nvPicPr>
        <p:blipFill rotWithShape="1">
          <a:blip r:embed="rId5" cstate="screen">
            <a:extLst>
              <a:ext uri="{28A0092B-C50C-407E-A947-70E740481C1C}">
                <a14:useLocalDpi xmlns:a14="http://schemas.microsoft.com/office/drawing/2010/main"/>
              </a:ext>
            </a:extLst>
          </a:blip>
          <a:srcRect t="-11314"/>
          <a:stretch/>
        </p:blipFill>
        <p:spPr>
          <a:xfrm>
            <a:off x="1158079" y="951956"/>
            <a:ext cx="4799721" cy="2879832"/>
          </a:xfrm>
          <a:prstGeom prst="rect">
            <a:avLst/>
          </a:prstGeom>
        </p:spPr>
      </p:pic>
      <p:pic>
        <p:nvPicPr>
          <p:cNvPr id="2" name="Picture 1"/>
          <p:cNvPicPr>
            <a:picLocks noChangeAspect="1"/>
          </p:cNvPicPr>
          <p:nvPr/>
        </p:nvPicPr>
        <p:blipFill rotWithShape="1">
          <a:blip r:embed="rId6" cstate="screen">
            <a:extLst>
              <a:ext uri="{28A0092B-C50C-407E-A947-70E740481C1C}">
                <a14:useLocalDpi xmlns:a14="http://schemas.microsoft.com/office/drawing/2010/main"/>
              </a:ext>
            </a:extLst>
          </a:blip>
          <a:srcRect t="-2736"/>
          <a:stretch/>
        </p:blipFill>
        <p:spPr>
          <a:xfrm>
            <a:off x="5963857" y="3798058"/>
            <a:ext cx="4495592" cy="2697354"/>
          </a:xfrm>
          <a:prstGeom prst="rect">
            <a:avLst/>
          </a:prstGeom>
        </p:spPr>
      </p:pic>
      <p:sp>
        <p:nvSpPr>
          <p:cNvPr id="3" name="TextBox 2"/>
          <p:cNvSpPr txBox="1"/>
          <p:nvPr/>
        </p:nvSpPr>
        <p:spPr>
          <a:xfrm>
            <a:off x="1451929" y="1581663"/>
            <a:ext cx="2494241" cy="441286"/>
          </a:xfrm>
          <a:prstGeom prst="rect">
            <a:avLst/>
          </a:prstGeom>
          <a:noFill/>
        </p:spPr>
        <p:txBody>
          <a:bodyPr wrap="square" lIns="116989" tIns="58489" rIns="116989" bIns="58489" rtlCol="0">
            <a:spAutoFit/>
          </a:bodyPr>
          <a:lstStyle/>
          <a:p>
            <a:pPr defTabSz="912470"/>
            <a:r>
              <a:rPr lang="en-NZ" sz="2100" b="1" dirty="0">
                <a:solidFill>
                  <a:srgbClr val="1A472B"/>
                </a:solidFill>
              </a:rPr>
              <a:t>Economic</a:t>
            </a:r>
          </a:p>
        </p:txBody>
      </p:sp>
      <p:sp>
        <p:nvSpPr>
          <p:cNvPr id="12" name="TextBox 11"/>
          <p:cNvSpPr txBox="1"/>
          <p:nvPr/>
        </p:nvSpPr>
        <p:spPr>
          <a:xfrm>
            <a:off x="1533465" y="4084413"/>
            <a:ext cx="2494241" cy="441286"/>
          </a:xfrm>
          <a:prstGeom prst="rect">
            <a:avLst/>
          </a:prstGeom>
          <a:noFill/>
        </p:spPr>
        <p:txBody>
          <a:bodyPr wrap="square" lIns="116989" tIns="58489" rIns="116989" bIns="58489" rtlCol="0">
            <a:spAutoFit/>
          </a:bodyPr>
          <a:lstStyle/>
          <a:p>
            <a:pPr defTabSz="912470"/>
            <a:r>
              <a:rPr lang="en-NZ" sz="2100" b="1" dirty="0">
                <a:solidFill>
                  <a:prstClr val="white"/>
                </a:solidFill>
              </a:rPr>
              <a:t>Social</a:t>
            </a:r>
          </a:p>
        </p:txBody>
      </p:sp>
      <p:sp>
        <p:nvSpPr>
          <p:cNvPr id="13" name="TextBox 12"/>
          <p:cNvSpPr txBox="1"/>
          <p:nvPr/>
        </p:nvSpPr>
        <p:spPr>
          <a:xfrm>
            <a:off x="6251631" y="4263281"/>
            <a:ext cx="2494241" cy="441286"/>
          </a:xfrm>
          <a:prstGeom prst="rect">
            <a:avLst/>
          </a:prstGeom>
          <a:noFill/>
        </p:spPr>
        <p:txBody>
          <a:bodyPr wrap="square" lIns="116989" tIns="58489" rIns="116989" bIns="58489" rtlCol="0">
            <a:spAutoFit/>
          </a:bodyPr>
          <a:lstStyle/>
          <a:p>
            <a:pPr defTabSz="912470"/>
            <a:r>
              <a:rPr lang="en-NZ" sz="2100" b="1" dirty="0">
                <a:solidFill>
                  <a:prstClr val="white"/>
                </a:solidFill>
              </a:rPr>
              <a:t>Environmental</a:t>
            </a:r>
          </a:p>
        </p:txBody>
      </p:sp>
      <p:sp>
        <p:nvSpPr>
          <p:cNvPr id="14" name="TextBox 13"/>
          <p:cNvSpPr txBox="1"/>
          <p:nvPr/>
        </p:nvSpPr>
        <p:spPr>
          <a:xfrm>
            <a:off x="6251631" y="1586583"/>
            <a:ext cx="2494241" cy="441286"/>
          </a:xfrm>
          <a:prstGeom prst="rect">
            <a:avLst/>
          </a:prstGeom>
          <a:noFill/>
        </p:spPr>
        <p:txBody>
          <a:bodyPr wrap="square" lIns="116989" tIns="58489" rIns="116989" bIns="58489" rtlCol="0">
            <a:spAutoFit/>
          </a:bodyPr>
          <a:lstStyle/>
          <a:p>
            <a:pPr defTabSz="912470"/>
            <a:r>
              <a:rPr lang="en-NZ" sz="2100" b="1" dirty="0">
                <a:solidFill>
                  <a:prstClr val="white"/>
                </a:solidFill>
              </a:rPr>
              <a:t>Cultural</a:t>
            </a:r>
          </a:p>
        </p:txBody>
      </p:sp>
    </p:spTree>
    <p:extLst>
      <p:ext uri="{BB962C8B-B14F-4D97-AF65-F5344CB8AC3E}">
        <p14:creationId xmlns:p14="http://schemas.microsoft.com/office/powerpoint/2010/main" val="2296062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9873" y="26"/>
            <a:ext cx="10589555" cy="964443"/>
          </a:xfrm>
          <a:prstGeom prst="rect">
            <a:avLst/>
          </a:prstGeom>
          <a:noFill/>
        </p:spPr>
        <p:txBody>
          <a:bodyPr wrap="square" lIns="116930" tIns="58458" rIns="116930" bIns="58458" rtlCol="0">
            <a:spAutoFit/>
          </a:bodyPr>
          <a:lstStyle/>
          <a:p>
            <a:pPr marL="0" marR="0" lvl="0" indent="0" algn="l" defTabSz="456020" rtl="0" eaLnBrk="1" fontAlgn="auto" latinLnBrk="0" hangingPunct="1">
              <a:lnSpc>
                <a:spcPct val="100000"/>
              </a:lnSpc>
              <a:spcBef>
                <a:spcPts val="0"/>
              </a:spcBef>
              <a:spcAft>
                <a:spcPts val="0"/>
              </a:spcAft>
              <a:buClrTx/>
              <a:buSzTx/>
              <a:buFontTx/>
              <a:buNone/>
              <a:tabLst/>
              <a:defRPr/>
            </a:pPr>
            <a:r>
              <a:rPr kumimoji="0" lang="en-US" sz="5500" b="1" i="0" u="none" strike="noStrike" kern="1200" cap="none" spc="0" normalizeH="0" baseline="0" noProof="0" dirty="0">
                <a:ln>
                  <a:noFill/>
                </a:ln>
                <a:solidFill>
                  <a:srgbClr val="1A472B"/>
                </a:solidFill>
                <a:effectLst/>
                <a:uLnTx/>
                <a:uFillTx/>
                <a:latin typeface="Calibri"/>
                <a:ea typeface="+mn-ea"/>
                <a:cs typeface="+mn-cs"/>
              </a:rPr>
              <a:t>Reframing Māori Success</a:t>
            </a:r>
          </a:p>
        </p:txBody>
      </p:sp>
      <p:sp>
        <p:nvSpPr>
          <p:cNvPr id="12" name="TextBox 11"/>
          <p:cNvSpPr txBox="1"/>
          <p:nvPr/>
        </p:nvSpPr>
        <p:spPr>
          <a:xfrm>
            <a:off x="1533537" y="4084425"/>
            <a:ext cx="2494241" cy="441223"/>
          </a:xfrm>
          <a:prstGeom prst="rect">
            <a:avLst/>
          </a:prstGeom>
          <a:noFill/>
        </p:spPr>
        <p:txBody>
          <a:bodyPr wrap="square" lIns="116930" tIns="58458" rIns="116930" bIns="58458" rtlCol="0">
            <a:spAutoFit/>
          </a:bodyPr>
          <a:lstStyle/>
          <a:p>
            <a:pPr marL="0" marR="0" lvl="0" indent="0" algn="l" defTabSz="456020" rtl="0" eaLnBrk="1" fontAlgn="auto" latinLnBrk="0" hangingPunct="1">
              <a:lnSpc>
                <a:spcPct val="100000"/>
              </a:lnSpc>
              <a:spcBef>
                <a:spcPts val="0"/>
              </a:spcBef>
              <a:spcAft>
                <a:spcPts val="0"/>
              </a:spcAft>
              <a:buClrTx/>
              <a:buSzTx/>
              <a:buFontTx/>
              <a:buNone/>
              <a:tabLst/>
              <a:defRPr/>
            </a:pPr>
            <a:r>
              <a:rPr kumimoji="0" lang="en-NZ" sz="2100" b="1" i="0" u="none" strike="noStrike" kern="1200" cap="none" spc="0" normalizeH="0" baseline="0" noProof="0" dirty="0">
                <a:ln>
                  <a:noFill/>
                </a:ln>
                <a:solidFill>
                  <a:prstClr val="white"/>
                </a:solidFill>
                <a:effectLst/>
                <a:uLnTx/>
                <a:uFillTx/>
                <a:latin typeface="Calibri"/>
                <a:ea typeface="+mn-ea"/>
                <a:cs typeface="+mn-cs"/>
              </a:rPr>
              <a:t>Social</a:t>
            </a:r>
          </a:p>
        </p:txBody>
      </p:sp>
      <p:sp>
        <p:nvSpPr>
          <p:cNvPr id="14" name="TextBox 13"/>
          <p:cNvSpPr txBox="1"/>
          <p:nvPr/>
        </p:nvSpPr>
        <p:spPr>
          <a:xfrm>
            <a:off x="6251631" y="1586587"/>
            <a:ext cx="2494241" cy="441223"/>
          </a:xfrm>
          <a:prstGeom prst="rect">
            <a:avLst/>
          </a:prstGeom>
          <a:noFill/>
        </p:spPr>
        <p:txBody>
          <a:bodyPr wrap="square" lIns="116930" tIns="58458" rIns="116930" bIns="58458" rtlCol="0">
            <a:spAutoFit/>
          </a:bodyPr>
          <a:lstStyle/>
          <a:p>
            <a:pPr marL="0" marR="0" lvl="0" indent="0" algn="l" defTabSz="456020" rtl="0" eaLnBrk="1" fontAlgn="auto" latinLnBrk="0" hangingPunct="1">
              <a:lnSpc>
                <a:spcPct val="100000"/>
              </a:lnSpc>
              <a:spcBef>
                <a:spcPts val="0"/>
              </a:spcBef>
              <a:spcAft>
                <a:spcPts val="0"/>
              </a:spcAft>
              <a:buClrTx/>
              <a:buSzTx/>
              <a:buFontTx/>
              <a:buNone/>
              <a:tabLst/>
              <a:defRPr/>
            </a:pPr>
            <a:r>
              <a:rPr kumimoji="0" lang="en-NZ" sz="2100" b="1" i="0" u="none" strike="noStrike" kern="1200" cap="none" spc="0" normalizeH="0" baseline="0" noProof="0" dirty="0">
                <a:ln>
                  <a:noFill/>
                </a:ln>
                <a:solidFill>
                  <a:prstClr val="white"/>
                </a:solidFill>
                <a:effectLst/>
                <a:uLnTx/>
                <a:uFillTx/>
                <a:latin typeface="Calibri"/>
                <a:ea typeface="+mn-ea"/>
                <a:cs typeface="+mn-cs"/>
              </a:rPr>
              <a:t>Cultural</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84756" y="832589"/>
            <a:ext cx="10364672" cy="5780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98468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4613" y="216432"/>
            <a:ext cx="9409403" cy="1810829"/>
          </a:xfrm>
          <a:prstGeom prst="rect">
            <a:avLst/>
          </a:prstGeom>
          <a:noFill/>
        </p:spPr>
        <p:txBody>
          <a:bodyPr wrap="square" lIns="116930" tIns="58458" rIns="116930" bIns="58458" rtlCol="0">
            <a:spAutoFit/>
          </a:bodyPr>
          <a:lstStyle/>
          <a:p>
            <a:pPr marL="0" marR="0" lvl="0" indent="0" algn="l" defTabSz="456020" rtl="0" eaLnBrk="1" fontAlgn="auto" latinLnBrk="0" hangingPunct="1">
              <a:lnSpc>
                <a:spcPct val="100000"/>
              </a:lnSpc>
              <a:spcBef>
                <a:spcPts val="0"/>
              </a:spcBef>
              <a:spcAft>
                <a:spcPts val="0"/>
              </a:spcAft>
              <a:buClrTx/>
              <a:buSzTx/>
              <a:buFontTx/>
              <a:buNone/>
              <a:tabLst/>
              <a:defRPr/>
            </a:pPr>
            <a:r>
              <a:rPr kumimoji="0" lang="mi-NZ" sz="5500" b="1" i="0" u="none" strike="noStrike" kern="1200" cap="none" spc="0" normalizeH="0" baseline="0" noProof="0" dirty="0">
                <a:ln>
                  <a:noFill/>
                </a:ln>
                <a:solidFill>
                  <a:srgbClr val="1A472B"/>
                </a:solidFill>
                <a:effectLst/>
                <a:uLnTx/>
                <a:uFillTx/>
                <a:latin typeface="Calibri"/>
                <a:ea typeface="+mn-ea"/>
                <a:cs typeface="+mn-cs"/>
              </a:rPr>
              <a:t>Maori </a:t>
            </a:r>
            <a:r>
              <a:rPr kumimoji="0" lang="mi-NZ" sz="5500" b="1" i="0" u="none" strike="noStrike" kern="1200" cap="none" spc="0" normalizeH="0" baseline="0" noProof="0" dirty="0" err="1">
                <a:ln>
                  <a:noFill/>
                </a:ln>
                <a:solidFill>
                  <a:srgbClr val="1A472B"/>
                </a:solidFill>
                <a:effectLst/>
                <a:uLnTx/>
                <a:uFillTx/>
                <a:latin typeface="Calibri"/>
                <a:ea typeface="+mn-ea"/>
                <a:cs typeface="+mn-cs"/>
              </a:rPr>
              <a:t>Asset</a:t>
            </a:r>
            <a:r>
              <a:rPr kumimoji="0" lang="mi-NZ" sz="5500" b="1" i="0" u="none" strike="noStrike" kern="1200" cap="none" spc="0" normalizeH="0" baseline="0" noProof="0" dirty="0">
                <a:ln>
                  <a:noFill/>
                </a:ln>
                <a:solidFill>
                  <a:srgbClr val="1A472B"/>
                </a:solidFill>
                <a:effectLst/>
                <a:uLnTx/>
                <a:uFillTx/>
                <a:latin typeface="Calibri"/>
                <a:ea typeface="+mn-ea"/>
                <a:cs typeface="+mn-cs"/>
              </a:rPr>
              <a:t> </a:t>
            </a:r>
            <a:r>
              <a:rPr kumimoji="0" lang="mi-NZ" sz="5500" b="1" i="0" u="none" strike="noStrike" kern="1200" cap="none" spc="0" normalizeH="0" baseline="0" noProof="0" dirty="0" err="1">
                <a:ln>
                  <a:noFill/>
                </a:ln>
                <a:solidFill>
                  <a:srgbClr val="1A472B"/>
                </a:solidFill>
                <a:effectLst/>
                <a:uLnTx/>
                <a:uFillTx/>
                <a:latin typeface="Calibri"/>
                <a:ea typeface="+mn-ea"/>
                <a:cs typeface="+mn-cs"/>
              </a:rPr>
              <a:t>Ownership</a:t>
            </a:r>
            <a:r>
              <a:rPr kumimoji="0" lang="mi-NZ" sz="5500" b="1" i="0" u="none" strike="noStrike" kern="1200" cap="none" spc="0" normalizeH="0" baseline="0" noProof="0" dirty="0">
                <a:ln>
                  <a:noFill/>
                </a:ln>
                <a:solidFill>
                  <a:srgbClr val="1A472B"/>
                </a:solidFill>
                <a:effectLst/>
                <a:uLnTx/>
                <a:uFillTx/>
                <a:latin typeface="Calibri"/>
                <a:ea typeface="+mn-ea"/>
                <a:cs typeface="+mn-cs"/>
              </a:rPr>
              <a:t> </a:t>
            </a:r>
            <a:r>
              <a:rPr kumimoji="0" lang="mi-NZ" sz="5500" b="1" i="0" u="none" strike="noStrike" kern="1200" cap="none" spc="0" normalizeH="0" baseline="0" noProof="0" dirty="0" err="1">
                <a:ln>
                  <a:noFill/>
                </a:ln>
                <a:solidFill>
                  <a:srgbClr val="1A472B"/>
                </a:solidFill>
                <a:effectLst/>
                <a:uLnTx/>
                <a:uFillTx/>
                <a:latin typeface="Calibri"/>
                <a:ea typeface="+mn-ea"/>
                <a:cs typeface="+mn-cs"/>
              </a:rPr>
              <a:t>Objectives</a:t>
            </a:r>
            <a:endParaRPr kumimoji="0" lang="en-US" sz="5500" b="1" i="0" u="none" strike="noStrike" kern="1200" cap="none" spc="0" normalizeH="0" baseline="0" noProof="0" dirty="0">
              <a:ln>
                <a:noFill/>
              </a:ln>
              <a:solidFill>
                <a:srgbClr val="1A472B"/>
              </a:solidFill>
              <a:effectLst/>
              <a:uLnTx/>
              <a:uFillTx/>
              <a:latin typeface="Calibri"/>
              <a:ea typeface="+mn-ea"/>
              <a:cs typeface="+mn-cs"/>
            </a:endParaRPr>
          </a:p>
        </p:txBody>
      </p:sp>
      <p:sp>
        <p:nvSpPr>
          <p:cNvPr id="5" name="Content Placeholder 9"/>
          <p:cNvSpPr txBox="1">
            <a:spLocks/>
          </p:cNvSpPr>
          <p:nvPr/>
        </p:nvSpPr>
        <p:spPr>
          <a:xfrm>
            <a:off x="544616" y="1922719"/>
            <a:ext cx="11192933" cy="5368258"/>
          </a:xfrm>
          <a:prstGeom prst="rect">
            <a:avLst/>
          </a:prstGeom>
        </p:spPr>
        <p:txBody>
          <a:bodyPr lIns="116930" tIns="58458" rIns="116930" bIns="58458">
            <a:noAutofit/>
          </a:bodyPr>
          <a:lstStyle>
            <a:lvl1pPr marL="0" indent="0" algn="l" defTabSz="457200" rtl="0" eaLnBrk="1" latinLnBrk="0" hangingPunct="1">
              <a:spcBef>
                <a:spcPct val="20000"/>
              </a:spcBef>
              <a:buFont typeface="Courier New"/>
              <a:buNone/>
              <a:defRPr sz="2400" b="1" kern="1200">
                <a:solidFill>
                  <a:srgbClr val="FFFFFF"/>
                </a:solidFill>
                <a:latin typeface="+mn-lt"/>
                <a:ea typeface="+mn-ea"/>
                <a:cs typeface="+mn-cs"/>
              </a:defRPr>
            </a:lvl1pPr>
            <a:lvl2pPr marL="457200" indent="0" algn="l" defTabSz="457200" rtl="0" eaLnBrk="1" latinLnBrk="0" hangingPunct="1">
              <a:spcBef>
                <a:spcPct val="20000"/>
              </a:spcBef>
              <a:buFont typeface="Arial"/>
              <a:buNone/>
              <a:defRPr sz="2400" kern="1200">
                <a:solidFill>
                  <a:schemeClr val="tx1"/>
                </a:solidFill>
                <a:latin typeface="+mn-lt"/>
                <a:ea typeface="+mn-ea"/>
                <a:cs typeface="+mn-cs"/>
              </a:defRPr>
            </a:lvl2pPr>
            <a:lvl3pPr marL="442913" indent="-228600" algn="l" defTabSz="457200" rtl="0" eaLnBrk="1" latinLnBrk="0" hangingPunct="1">
              <a:spcBef>
                <a:spcPct val="20000"/>
              </a:spcBef>
              <a:buFont typeface="Arial"/>
              <a:buChar char="•"/>
              <a:defRPr sz="2000" b="1" kern="1200">
                <a:solidFill>
                  <a:schemeClr val="bg1"/>
                </a:solidFill>
                <a:latin typeface="+mn-lt"/>
                <a:ea typeface="+mn-ea"/>
                <a:cs typeface="+mn-cs"/>
              </a:defRPr>
            </a:lvl3pPr>
            <a:lvl4pPr marL="889000" indent="-228600" algn="l" defTabSz="457200" rtl="0" eaLnBrk="1" latinLnBrk="0" hangingPunct="1">
              <a:spcBef>
                <a:spcPct val="20000"/>
              </a:spcBef>
              <a:buFont typeface="Arial"/>
              <a:buChar char="•"/>
              <a:tabLst/>
              <a:defRPr sz="1800" kern="1200">
                <a:solidFill>
                  <a:srgbClr val="FFFFFF"/>
                </a:solidFill>
                <a:latin typeface="+mn-lt"/>
                <a:ea typeface="+mn-ea"/>
                <a:cs typeface="+mn-cs"/>
              </a:defRPr>
            </a:lvl4pPr>
            <a:lvl5pPr marL="1076325" indent="0" algn="l" defTabSz="457200" rtl="0" eaLnBrk="1" latinLnBrk="0" hangingPunct="1">
              <a:spcBef>
                <a:spcPct val="20000"/>
              </a:spcBef>
              <a:buFont typeface="Arial"/>
              <a:buNone/>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65373" marR="0" lvl="7" indent="-365373" algn="l" defTabSz="457200" rtl="0" eaLnBrk="1" fontAlgn="base" latinLnBrk="0" hangingPunct="1">
              <a:lnSpc>
                <a:spcPct val="110000"/>
              </a:lnSpc>
              <a:spcBef>
                <a:spcPts val="0"/>
              </a:spcBef>
              <a:spcAft>
                <a:spcPct val="0"/>
              </a:spcAft>
              <a:buClr>
                <a:srgbClr val="009645"/>
              </a:buClr>
              <a:buSzPct val="115000"/>
              <a:buFont typeface="Arial" pitchFamily="34" charset="0"/>
              <a:buChar char="•"/>
              <a:tabLst>
                <a:tab pos="292291" algn="l"/>
              </a:tabLst>
              <a:defRPr/>
            </a:pPr>
            <a:r>
              <a:rPr kumimoji="0" lang="en-NZ" sz="2800" b="0" i="0" u="none" strike="noStrike" kern="1200" cap="none" spc="0" normalizeH="0" baseline="0" noProof="0" dirty="0">
                <a:ln>
                  <a:noFill/>
                </a:ln>
                <a:solidFill>
                  <a:srgbClr val="666366"/>
                </a:solidFill>
                <a:effectLst/>
                <a:uLnTx/>
                <a:uFillTx/>
                <a:latin typeface="Calibri"/>
                <a:ea typeface="+mn-ea"/>
                <a:cs typeface="+mn-cs"/>
              </a:rPr>
              <a:t>Perpetual (</a:t>
            </a:r>
            <a:r>
              <a:rPr kumimoji="0" lang="en-NZ" sz="2800" b="0" i="0" u="none" strike="noStrike" kern="1200" cap="none" spc="0" normalizeH="0" baseline="0" noProof="0" dirty="0" err="1">
                <a:ln>
                  <a:noFill/>
                </a:ln>
                <a:solidFill>
                  <a:srgbClr val="666366"/>
                </a:solidFill>
                <a:effectLst/>
                <a:uLnTx/>
                <a:uFillTx/>
                <a:latin typeface="Calibri"/>
                <a:ea typeface="+mn-ea"/>
                <a:cs typeface="+mn-cs"/>
              </a:rPr>
              <a:t>taonga</a:t>
            </a:r>
            <a:r>
              <a:rPr kumimoji="0" lang="en-NZ" sz="2800" b="0" i="0" u="none" strike="noStrike" kern="1200" cap="none" spc="0" normalizeH="0" baseline="0" noProof="0" dirty="0">
                <a:ln>
                  <a:noFill/>
                </a:ln>
                <a:solidFill>
                  <a:srgbClr val="666366"/>
                </a:solidFill>
                <a:effectLst/>
                <a:uLnTx/>
                <a:uFillTx/>
                <a:latin typeface="Calibri"/>
                <a:ea typeface="+mn-ea"/>
                <a:cs typeface="+mn-cs"/>
              </a:rPr>
              <a:t>) Assets vs other assets</a:t>
            </a:r>
          </a:p>
          <a:p>
            <a:pPr marL="365373" marR="0" lvl="7" indent="-365373" algn="l" defTabSz="457200" rtl="0" eaLnBrk="1" fontAlgn="base" latinLnBrk="0" hangingPunct="1">
              <a:lnSpc>
                <a:spcPct val="110000"/>
              </a:lnSpc>
              <a:spcBef>
                <a:spcPts val="0"/>
              </a:spcBef>
              <a:spcAft>
                <a:spcPct val="0"/>
              </a:spcAft>
              <a:buClr>
                <a:srgbClr val="009645"/>
              </a:buClr>
              <a:buSzPct val="115000"/>
              <a:buFont typeface="Arial" pitchFamily="34" charset="0"/>
              <a:buChar char="•"/>
              <a:tabLst>
                <a:tab pos="292291" algn="l"/>
              </a:tabLst>
              <a:defRPr/>
            </a:pPr>
            <a:r>
              <a:rPr kumimoji="0" lang="en-NZ" sz="2800" b="0" i="0" u="none" strike="noStrike" kern="1200" cap="none" spc="0" normalizeH="0" baseline="0" noProof="0" dirty="0">
                <a:ln>
                  <a:noFill/>
                </a:ln>
                <a:solidFill>
                  <a:srgbClr val="666366"/>
                </a:solidFill>
                <a:effectLst/>
                <a:uLnTx/>
                <a:uFillTx/>
                <a:latin typeface="Calibri"/>
                <a:ea typeface="+mn-ea"/>
                <a:cs typeface="+mn-cs"/>
              </a:rPr>
              <a:t>How to avoid commercial or environmental outcomes where involuntary loss of ownership and control occurs</a:t>
            </a:r>
          </a:p>
          <a:p>
            <a:pPr marL="365373" marR="0" lvl="7" indent="-365373" algn="l" defTabSz="457200" rtl="0" eaLnBrk="1" fontAlgn="base" latinLnBrk="0" hangingPunct="1">
              <a:lnSpc>
                <a:spcPct val="110000"/>
              </a:lnSpc>
              <a:spcBef>
                <a:spcPts val="0"/>
              </a:spcBef>
              <a:spcAft>
                <a:spcPct val="0"/>
              </a:spcAft>
              <a:buClr>
                <a:srgbClr val="009645"/>
              </a:buClr>
              <a:buSzPct val="115000"/>
              <a:buFont typeface="Arial" pitchFamily="34" charset="0"/>
              <a:buChar char="•"/>
              <a:tabLst>
                <a:tab pos="292291" algn="l"/>
              </a:tabLst>
              <a:defRPr/>
            </a:pPr>
            <a:r>
              <a:rPr kumimoji="0" lang="en-NZ" sz="2800" b="0" i="0" u="none" strike="noStrike" kern="1200" cap="none" spc="0" normalizeH="0" baseline="0" noProof="0" dirty="0">
                <a:ln>
                  <a:noFill/>
                </a:ln>
                <a:solidFill>
                  <a:srgbClr val="666366"/>
                </a:solidFill>
                <a:effectLst/>
                <a:uLnTx/>
                <a:uFillTx/>
                <a:latin typeface="Calibri"/>
                <a:ea typeface="+mn-ea"/>
                <a:cs typeface="+mn-cs"/>
              </a:rPr>
              <a:t>Appropriate risk and management processes</a:t>
            </a:r>
          </a:p>
          <a:p>
            <a:pPr marL="365373" marR="0" lvl="7" indent="-365373" algn="l" defTabSz="457200" rtl="0" eaLnBrk="1" fontAlgn="base" latinLnBrk="0" hangingPunct="1">
              <a:lnSpc>
                <a:spcPct val="110000"/>
              </a:lnSpc>
              <a:spcBef>
                <a:spcPts val="0"/>
              </a:spcBef>
              <a:spcAft>
                <a:spcPct val="0"/>
              </a:spcAft>
              <a:buClr>
                <a:srgbClr val="009645"/>
              </a:buClr>
              <a:buSzPct val="115000"/>
              <a:buFont typeface="Arial" pitchFamily="34" charset="0"/>
              <a:buChar char="•"/>
              <a:tabLst>
                <a:tab pos="292291" algn="l"/>
              </a:tabLst>
              <a:defRPr/>
            </a:pPr>
            <a:r>
              <a:rPr kumimoji="0" lang="en-NZ" sz="2800" b="0" i="0" u="none" strike="noStrike" kern="1200" cap="none" spc="0" normalizeH="0" baseline="0" noProof="0" dirty="0">
                <a:ln>
                  <a:noFill/>
                </a:ln>
                <a:solidFill>
                  <a:srgbClr val="666366"/>
                </a:solidFill>
                <a:effectLst/>
                <a:uLnTx/>
                <a:uFillTx/>
                <a:latin typeface="Calibri"/>
                <a:ea typeface="+mn-ea"/>
                <a:cs typeface="+mn-cs"/>
              </a:rPr>
              <a:t>Does perpetual ownership and control over certain assets is a Maori objective that shapes attitudes and behaviour of Maori owners in a way that is significantly different from the norm. </a:t>
            </a:r>
          </a:p>
        </p:txBody>
      </p:sp>
      <p:pic>
        <p:nvPicPr>
          <p:cNvPr id="6" name="Pictur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341092" y="1556"/>
            <a:ext cx="2850909" cy="1546006"/>
          </a:xfrm>
          <a:prstGeom prst="rect">
            <a:avLst/>
          </a:prstGeom>
        </p:spPr>
      </p:pic>
    </p:spTree>
    <p:extLst>
      <p:ext uri="{BB962C8B-B14F-4D97-AF65-F5344CB8AC3E}">
        <p14:creationId xmlns:p14="http://schemas.microsoft.com/office/powerpoint/2010/main" val="2290075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01223" y="634495"/>
            <a:ext cx="8342778" cy="795247"/>
          </a:xfrm>
          <a:prstGeom prst="rect">
            <a:avLst/>
          </a:prstGeom>
          <a:noFill/>
        </p:spPr>
        <p:txBody>
          <a:bodyPr wrap="square" lIns="117007" tIns="58498" rIns="117007" bIns="58498" rtlCol="0">
            <a:spAutoFit/>
          </a:bodyPr>
          <a:lstStyle/>
          <a:p>
            <a:pPr marL="0" marR="0" lvl="0" indent="0" algn="l" defTabSz="912616"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1A472B"/>
                </a:solidFill>
                <a:effectLst/>
                <a:uLnTx/>
                <a:uFillTx/>
                <a:latin typeface="Calibri"/>
                <a:ea typeface="+mn-ea"/>
                <a:cs typeface="+mn-cs"/>
              </a:rPr>
              <a:t> TAONGA TUKU IHO </a:t>
            </a:r>
            <a:endParaRPr kumimoji="0" lang="en-US" sz="5500" b="1" i="0" u="none" strike="noStrike" kern="1200" cap="none" spc="0" normalizeH="0" baseline="0" noProof="0" dirty="0">
              <a:ln>
                <a:noFill/>
              </a:ln>
              <a:solidFill>
                <a:srgbClr val="1A472B"/>
              </a:solidFill>
              <a:effectLst/>
              <a:uLnTx/>
              <a:uFillTx/>
              <a:latin typeface="Calibri"/>
              <a:ea typeface="+mn-ea"/>
              <a:cs typeface="+mn-cs"/>
            </a:endParaRPr>
          </a:p>
        </p:txBody>
      </p:sp>
      <p:sp>
        <p:nvSpPr>
          <p:cNvPr id="5" name="Text Placeholder 8"/>
          <p:cNvSpPr txBox="1">
            <a:spLocks/>
          </p:cNvSpPr>
          <p:nvPr/>
        </p:nvSpPr>
        <p:spPr>
          <a:xfrm>
            <a:off x="801221" y="1738859"/>
            <a:ext cx="10756195" cy="4484646"/>
          </a:xfrm>
          <a:prstGeom prst="rect">
            <a:avLst/>
          </a:prstGeom>
        </p:spPr>
        <p:txBody>
          <a:bodyPr lIns="117007" tIns="58498" rIns="117007" bIns="58498"/>
          <a:lstStyle>
            <a:lvl1pPr marL="0" indent="0" algn="l" defTabSz="457200" rtl="0" eaLnBrk="1" latinLnBrk="0" hangingPunct="1">
              <a:spcBef>
                <a:spcPct val="20000"/>
              </a:spcBef>
              <a:buFont typeface="Courier New"/>
              <a:buNone/>
              <a:defRPr sz="2400" b="1" kern="1200">
                <a:solidFill>
                  <a:srgbClr val="FFFFFF"/>
                </a:solidFill>
                <a:latin typeface="+mn-lt"/>
                <a:ea typeface="+mn-ea"/>
                <a:cs typeface="+mn-cs"/>
              </a:defRPr>
            </a:lvl1pPr>
            <a:lvl2pPr marL="457200" indent="0" algn="l" defTabSz="457200" rtl="0" eaLnBrk="1" latinLnBrk="0" hangingPunct="1">
              <a:spcBef>
                <a:spcPct val="20000"/>
              </a:spcBef>
              <a:buFont typeface="Arial"/>
              <a:buNone/>
              <a:defRPr sz="2400" kern="1200">
                <a:solidFill>
                  <a:schemeClr val="tx1"/>
                </a:solidFill>
                <a:latin typeface="+mn-lt"/>
                <a:ea typeface="+mn-ea"/>
                <a:cs typeface="+mn-cs"/>
              </a:defRPr>
            </a:lvl2pPr>
            <a:lvl3pPr marL="442913" indent="-228600" algn="l" defTabSz="457200" rtl="0" eaLnBrk="1" latinLnBrk="0" hangingPunct="1">
              <a:spcBef>
                <a:spcPct val="20000"/>
              </a:spcBef>
              <a:buFont typeface="Arial"/>
              <a:buChar char="•"/>
              <a:defRPr sz="2000" b="1" kern="1200">
                <a:solidFill>
                  <a:schemeClr val="bg1"/>
                </a:solidFill>
                <a:latin typeface="+mn-lt"/>
                <a:ea typeface="+mn-ea"/>
                <a:cs typeface="+mn-cs"/>
              </a:defRPr>
            </a:lvl3pPr>
            <a:lvl4pPr marL="889000" indent="-228600" algn="l" defTabSz="457200" rtl="0" eaLnBrk="1" latinLnBrk="0" hangingPunct="1">
              <a:spcBef>
                <a:spcPct val="20000"/>
              </a:spcBef>
              <a:buFont typeface="Arial"/>
              <a:buChar char="•"/>
              <a:tabLst/>
              <a:defRPr sz="1800" kern="1200">
                <a:solidFill>
                  <a:srgbClr val="FFFFFF"/>
                </a:solidFill>
                <a:latin typeface="+mn-lt"/>
                <a:ea typeface="+mn-ea"/>
                <a:cs typeface="+mn-cs"/>
              </a:defRPr>
            </a:lvl4pPr>
            <a:lvl5pPr marL="1076325" indent="0" algn="l" defTabSz="457200" rtl="0" eaLnBrk="1" latinLnBrk="0" hangingPunct="1">
              <a:spcBef>
                <a:spcPct val="20000"/>
              </a:spcBef>
              <a:buFont typeface="Arial"/>
              <a:buNone/>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65615" marR="0" lvl="7" indent="-365615" algn="l" defTabSz="457200" rtl="0" eaLnBrk="1" fontAlgn="auto" latinLnBrk="0" hangingPunct="1">
              <a:lnSpc>
                <a:spcPct val="100000"/>
              </a:lnSpc>
              <a:spcBef>
                <a:spcPts val="0"/>
              </a:spcBef>
              <a:spcAft>
                <a:spcPts val="0"/>
              </a:spcAft>
              <a:buClr>
                <a:srgbClr val="009645"/>
              </a:buClr>
              <a:buSzPct val="115000"/>
              <a:buFont typeface="Arial" pitchFamily="34" charset="0"/>
              <a:buChar char="•"/>
              <a:tabLst>
                <a:tab pos="292487" algn="l"/>
              </a:tabLst>
              <a:defRPr/>
            </a:pPr>
            <a:r>
              <a:rPr kumimoji="0" lang="en-AU" sz="2800" b="0" i="0" u="none" strike="noStrike" kern="1200" cap="none" spc="0" normalizeH="0" baseline="0" noProof="0" dirty="0">
                <a:ln>
                  <a:noFill/>
                </a:ln>
                <a:solidFill>
                  <a:srgbClr val="666366"/>
                </a:solidFill>
                <a:effectLst/>
                <a:uLnTx/>
                <a:uFillTx/>
                <a:latin typeface="Calibri"/>
                <a:ea typeface="+mn-ea"/>
                <a:cs typeface="+mn-cs"/>
              </a:rPr>
              <a:t>My tikanga is that kin owned assets are taonga (treasures)  part of  an inter generational  legacy that are passed by the ancestors.  …</a:t>
            </a:r>
          </a:p>
          <a:p>
            <a:pPr marL="0" marR="0" lvl="7" indent="0" algn="l" defTabSz="457200" rtl="0" eaLnBrk="1" fontAlgn="auto" latinLnBrk="0" hangingPunct="1">
              <a:lnSpc>
                <a:spcPct val="100000"/>
              </a:lnSpc>
              <a:spcBef>
                <a:spcPts val="0"/>
              </a:spcBef>
              <a:spcAft>
                <a:spcPts val="0"/>
              </a:spcAft>
              <a:buClr>
                <a:srgbClr val="009645"/>
              </a:buClr>
              <a:buSzPct val="115000"/>
              <a:buFont typeface="Arial"/>
              <a:buNone/>
              <a:tabLst>
                <a:tab pos="292487" algn="l"/>
              </a:tabLst>
              <a:defRPr/>
            </a:pPr>
            <a:endParaRPr kumimoji="0" lang="en-AU" sz="2800" b="0" i="0" u="none" strike="noStrike" kern="1200" cap="none" spc="0" normalizeH="0" baseline="0" noProof="0" dirty="0">
              <a:ln>
                <a:noFill/>
              </a:ln>
              <a:solidFill>
                <a:srgbClr val="666366"/>
              </a:solidFill>
              <a:effectLst/>
              <a:uLnTx/>
              <a:uFillTx/>
              <a:latin typeface="Calibri"/>
              <a:ea typeface="+mn-ea"/>
              <a:cs typeface="+mn-cs"/>
            </a:endParaRPr>
          </a:p>
          <a:p>
            <a:pPr marL="365615" marR="0" lvl="7" indent="-365615" algn="l" defTabSz="457200" rtl="0" eaLnBrk="1" fontAlgn="auto" latinLnBrk="0" hangingPunct="1">
              <a:lnSpc>
                <a:spcPct val="100000"/>
              </a:lnSpc>
              <a:spcBef>
                <a:spcPts val="0"/>
              </a:spcBef>
              <a:spcAft>
                <a:spcPts val="0"/>
              </a:spcAft>
              <a:buClr>
                <a:srgbClr val="009645"/>
              </a:buClr>
              <a:buSzPct val="115000"/>
              <a:buFont typeface="Arial" pitchFamily="34" charset="0"/>
              <a:buChar char="•"/>
              <a:tabLst>
                <a:tab pos="292487" algn="l"/>
              </a:tabLst>
              <a:defRPr/>
            </a:pPr>
            <a:r>
              <a:rPr kumimoji="0" lang="en-AU" sz="2800" b="0" i="0" u="none" strike="noStrike" kern="1200" cap="none" spc="0" normalizeH="0" baseline="0" noProof="0" dirty="0">
                <a:ln>
                  <a:noFill/>
                </a:ln>
                <a:solidFill>
                  <a:srgbClr val="666366"/>
                </a:solidFill>
                <a:effectLst/>
                <a:uLnTx/>
                <a:uFillTx/>
                <a:latin typeface="Calibri"/>
                <a:ea typeface="+mn-ea"/>
                <a:cs typeface="+mn-cs"/>
              </a:rPr>
              <a:t>These are </a:t>
            </a:r>
            <a:r>
              <a:rPr kumimoji="0" lang="en-AU" sz="2800" b="1" i="0" u="none" strike="noStrike" kern="1200" cap="none" spc="0" normalizeH="0" baseline="0" noProof="0" dirty="0">
                <a:ln>
                  <a:noFill/>
                </a:ln>
                <a:solidFill>
                  <a:srgbClr val="666366"/>
                </a:solidFill>
                <a:effectLst/>
                <a:uLnTx/>
                <a:uFillTx/>
                <a:latin typeface="Calibri"/>
                <a:ea typeface="+mn-ea"/>
                <a:cs typeface="+mn-cs"/>
              </a:rPr>
              <a:t>t</a:t>
            </a:r>
            <a:r>
              <a:rPr kumimoji="0" lang="mi-NZ" sz="2800" b="1" i="0" u="none" strike="noStrike" kern="1200" cap="none" spc="0" normalizeH="0" baseline="0" noProof="0" dirty="0">
                <a:ln>
                  <a:noFill/>
                </a:ln>
                <a:solidFill>
                  <a:srgbClr val="666366"/>
                </a:solidFill>
                <a:effectLst/>
                <a:uLnTx/>
                <a:uFillTx/>
                <a:latin typeface="Calibri"/>
                <a:ea typeface="+mn-ea"/>
                <a:cs typeface="+mn-cs"/>
              </a:rPr>
              <a:t>aonga tuku iho</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which</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means</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they</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don’t</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belong</a:t>
            </a:r>
            <a:r>
              <a:rPr kumimoji="0" lang="mi-NZ" sz="2800" b="0" i="0" u="none" strike="noStrike" kern="1200" cap="none" spc="0" normalizeH="0" baseline="0" noProof="0" dirty="0">
                <a:ln>
                  <a:noFill/>
                </a:ln>
                <a:solidFill>
                  <a:srgbClr val="666366"/>
                </a:solidFill>
                <a:effectLst/>
                <a:uLnTx/>
                <a:uFillTx/>
                <a:latin typeface="Calibri"/>
                <a:ea typeface="+mn-ea"/>
                <a:cs typeface="+mn-cs"/>
              </a:rPr>
              <a:t> to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us</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they</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go</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on</a:t>
            </a:r>
            <a:r>
              <a:rPr kumimoji="0" lang="mi-NZ" sz="2800" b="0" i="0" u="none" strike="noStrike" kern="1200" cap="none" spc="0" normalizeH="0" baseline="0" noProof="0" dirty="0">
                <a:ln>
                  <a:noFill/>
                </a:ln>
                <a:solidFill>
                  <a:srgbClr val="666366"/>
                </a:solidFill>
                <a:effectLst/>
                <a:uLnTx/>
                <a:uFillTx/>
                <a:latin typeface="Calibri"/>
                <a:ea typeface="+mn-ea"/>
                <a:cs typeface="+mn-cs"/>
              </a:rPr>
              <a:t> and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on</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we</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pass</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from</a:t>
            </a:r>
            <a:r>
              <a:rPr kumimoji="0" lang="mi-NZ" sz="2800" b="0" i="0" u="none" strike="noStrike" kern="1200" cap="none" spc="0" normalizeH="0" baseline="0" noProof="0" dirty="0">
                <a:ln>
                  <a:noFill/>
                </a:ln>
                <a:solidFill>
                  <a:srgbClr val="666366"/>
                </a:solidFill>
                <a:effectLst/>
                <a:uLnTx/>
                <a:uFillTx/>
                <a:latin typeface="Calibri"/>
                <a:ea typeface="+mn-ea"/>
                <a:cs typeface="+mn-cs"/>
              </a:rPr>
              <a:t> one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generation</a:t>
            </a:r>
            <a:r>
              <a:rPr kumimoji="0" lang="mi-NZ" sz="2800" b="0" i="0" u="none" strike="noStrike" kern="1200" cap="none" spc="0" normalizeH="0" baseline="0" noProof="0" dirty="0">
                <a:ln>
                  <a:noFill/>
                </a:ln>
                <a:solidFill>
                  <a:srgbClr val="666366"/>
                </a:solidFill>
                <a:effectLst/>
                <a:uLnTx/>
                <a:uFillTx/>
                <a:latin typeface="Calibri"/>
                <a:ea typeface="+mn-ea"/>
                <a:cs typeface="+mn-cs"/>
              </a:rPr>
              <a:t> to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the</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next</a:t>
            </a:r>
            <a:r>
              <a:rPr kumimoji="0" lang="mi-NZ" sz="2800" b="0" i="0" u="none" strike="noStrike" kern="1200" cap="none" spc="0" normalizeH="0" baseline="0" noProof="0" dirty="0">
                <a:ln>
                  <a:noFill/>
                </a:ln>
                <a:solidFill>
                  <a:srgbClr val="666366"/>
                </a:solidFill>
                <a:effectLst/>
                <a:uLnTx/>
                <a:uFillTx/>
                <a:latin typeface="Calibri"/>
                <a:ea typeface="+mn-ea"/>
                <a:cs typeface="+mn-cs"/>
              </a:rPr>
              <a:t> and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our</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job</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in</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our</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generation</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is</a:t>
            </a:r>
            <a:r>
              <a:rPr kumimoji="0" lang="mi-NZ" sz="2800" b="0" i="0" u="none" strike="noStrike" kern="1200" cap="none" spc="0" normalizeH="0" baseline="0" noProof="0" dirty="0">
                <a:ln>
                  <a:noFill/>
                </a:ln>
                <a:solidFill>
                  <a:srgbClr val="666366"/>
                </a:solidFill>
                <a:effectLst/>
                <a:uLnTx/>
                <a:uFillTx/>
                <a:latin typeface="Calibri"/>
                <a:ea typeface="+mn-ea"/>
                <a:cs typeface="+mn-cs"/>
              </a:rPr>
              <a:t> to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protect</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them</a:t>
            </a:r>
            <a:r>
              <a:rPr kumimoji="0" lang="mi-NZ" sz="2800" b="0" i="0" u="none" strike="noStrike" kern="1200" cap="none" spc="0" normalizeH="0" baseline="0" noProof="0" dirty="0">
                <a:ln>
                  <a:noFill/>
                </a:ln>
                <a:solidFill>
                  <a:srgbClr val="666366"/>
                </a:solidFill>
                <a:effectLst/>
                <a:uLnTx/>
                <a:uFillTx/>
                <a:latin typeface="Calibri"/>
                <a:ea typeface="+mn-ea"/>
                <a:cs typeface="+mn-cs"/>
              </a:rPr>
              <a:t> for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the</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next</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generation</a:t>
            </a:r>
            <a:r>
              <a:rPr kumimoji="0" lang="mi-NZ" sz="2800" b="0" i="0" u="none" strike="noStrike" kern="1200" cap="none" spc="0" normalizeH="0" baseline="0" noProof="0" dirty="0">
                <a:ln>
                  <a:noFill/>
                </a:ln>
                <a:solidFill>
                  <a:srgbClr val="666366"/>
                </a:solidFill>
                <a:effectLst/>
                <a:uLnTx/>
                <a:uFillTx/>
                <a:latin typeface="Calibri"/>
                <a:ea typeface="+mn-ea"/>
                <a:cs typeface="+mn-cs"/>
              </a:rPr>
              <a:t> … (Barrett 2005)</a:t>
            </a:r>
          </a:p>
          <a:p>
            <a:pPr marL="365615" marR="0" lvl="7" indent="-365615" algn="l" defTabSz="457200" rtl="0" eaLnBrk="1" fontAlgn="auto" latinLnBrk="0" hangingPunct="1">
              <a:lnSpc>
                <a:spcPct val="100000"/>
              </a:lnSpc>
              <a:spcBef>
                <a:spcPts val="0"/>
              </a:spcBef>
              <a:spcAft>
                <a:spcPts val="0"/>
              </a:spcAft>
              <a:buClr>
                <a:srgbClr val="009645"/>
              </a:buClr>
              <a:buSzPct val="115000"/>
              <a:buFont typeface="Arial" pitchFamily="34" charset="0"/>
              <a:buChar char="•"/>
              <a:tabLst>
                <a:tab pos="292487" algn="l"/>
              </a:tabLst>
              <a:defRPr/>
            </a:pPr>
            <a:r>
              <a:rPr kumimoji="0" lang="mi-NZ" sz="2800" b="0" i="0" u="none" strike="noStrike" kern="1200" cap="none" spc="0" normalizeH="0" baseline="0" noProof="0" dirty="0" err="1">
                <a:ln>
                  <a:noFill/>
                </a:ln>
                <a:solidFill>
                  <a:srgbClr val="666366"/>
                </a:solidFill>
                <a:effectLst/>
                <a:uLnTx/>
                <a:uFillTx/>
                <a:latin typeface="Calibri"/>
                <a:ea typeface="+mn-ea"/>
                <a:cs typeface="+mn-cs"/>
              </a:rPr>
              <a:t>e.g</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our</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lakes</a:t>
            </a:r>
            <a:r>
              <a:rPr kumimoji="0" lang="mi-NZ" sz="2800" b="0" i="0" u="none" strike="noStrike" kern="1200" cap="none" spc="0" normalizeH="0" baseline="0" noProof="0" dirty="0">
                <a:ln>
                  <a:noFill/>
                </a:ln>
                <a:solidFill>
                  <a:srgbClr val="666366"/>
                </a:solidFill>
                <a:effectLst/>
                <a:uLnTx/>
                <a:uFillTx/>
                <a:latin typeface="Calibri"/>
                <a:ea typeface="+mn-ea"/>
                <a:cs typeface="+mn-cs"/>
              </a:rPr>
              <a:t> and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rivers</a:t>
            </a:r>
            <a:r>
              <a:rPr kumimoji="0" lang="mi-NZ" sz="2800" b="0" i="0" u="none" strike="noStrike" kern="1200" cap="none" spc="0" normalizeH="0" baseline="0" noProof="0" dirty="0">
                <a:ln>
                  <a:noFill/>
                </a:ln>
                <a:solidFill>
                  <a:srgbClr val="666366"/>
                </a:solidFill>
                <a:effectLst/>
                <a:uLnTx/>
                <a:uFillTx/>
                <a:latin typeface="Calibri"/>
                <a:ea typeface="+mn-ea"/>
                <a:cs typeface="+mn-cs"/>
              </a:rPr>
              <a:t> and </a:t>
            </a:r>
            <a:r>
              <a:rPr kumimoji="0" lang="mi-NZ" sz="2800" b="0" i="0" u="none" strike="noStrike" kern="1200" cap="none" spc="0" normalizeH="0" baseline="0" noProof="0" dirty="0" err="1">
                <a:ln>
                  <a:noFill/>
                </a:ln>
                <a:solidFill>
                  <a:srgbClr val="666366"/>
                </a:solidFill>
                <a:effectLst/>
                <a:uLnTx/>
                <a:uFillTx/>
                <a:latin typeface="Calibri"/>
                <a:ea typeface="+mn-ea"/>
                <a:cs typeface="+mn-cs"/>
              </a:rPr>
              <a:t>mountains</a:t>
            </a:r>
            <a:r>
              <a:rPr kumimoji="0" lang="mi-NZ" sz="2800" b="0" i="0" u="none" strike="noStrike" kern="1200" cap="none" spc="0" normalizeH="0" baseline="0" noProof="0" dirty="0">
                <a:ln>
                  <a:noFill/>
                </a:ln>
                <a:solidFill>
                  <a:srgbClr val="666366"/>
                </a:solidFill>
                <a:effectLst/>
                <a:uLnTx/>
                <a:uFillTx/>
                <a:latin typeface="Calibri"/>
                <a:ea typeface="+mn-ea"/>
                <a:cs typeface="+mn-cs"/>
              </a:rPr>
              <a:t>. </a:t>
            </a:r>
          </a:p>
          <a:p>
            <a:pPr marL="365615" marR="0" lvl="7" indent="-365615" algn="l" defTabSz="457200" rtl="0" eaLnBrk="1" fontAlgn="auto" latinLnBrk="0" hangingPunct="1">
              <a:lnSpc>
                <a:spcPct val="100000"/>
              </a:lnSpc>
              <a:spcBef>
                <a:spcPts val="0"/>
              </a:spcBef>
              <a:spcAft>
                <a:spcPts val="0"/>
              </a:spcAft>
              <a:buClr>
                <a:srgbClr val="009645"/>
              </a:buClr>
              <a:buSzPct val="115000"/>
              <a:buFont typeface="Arial" pitchFamily="34" charset="0"/>
              <a:buChar char="•"/>
              <a:tabLst>
                <a:tab pos="292487" algn="l"/>
              </a:tabLst>
              <a:defRPr/>
            </a:pPr>
            <a:endParaRPr kumimoji="0" lang="en-AU" sz="2800" b="0" i="0" u="none" strike="noStrike" kern="1200" cap="none" spc="0" normalizeH="0" baseline="0" noProof="0" dirty="0">
              <a:ln>
                <a:noFill/>
              </a:ln>
              <a:solidFill>
                <a:srgbClr val="666366"/>
              </a:solidFill>
              <a:effectLst/>
              <a:uLnTx/>
              <a:uFillTx/>
              <a:latin typeface="Calibri"/>
              <a:ea typeface="+mn-ea"/>
              <a:cs typeface="+mn-cs"/>
            </a:endParaRPr>
          </a:p>
          <a:p>
            <a:pPr marL="365615" marR="0" lvl="7" indent="-365615" algn="l" defTabSz="457200" rtl="0" eaLnBrk="1" fontAlgn="auto" latinLnBrk="0" hangingPunct="1">
              <a:lnSpc>
                <a:spcPct val="100000"/>
              </a:lnSpc>
              <a:spcBef>
                <a:spcPts val="0"/>
              </a:spcBef>
              <a:spcAft>
                <a:spcPts val="0"/>
              </a:spcAft>
              <a:buClr>
                <a:srgbClr val="009645"/>
              </a:buClr>
              <a:buSzPct val="115000"/>
              <a:buFont typeface="Arial" pitchFamily="34" charset="0"/>
              <a:buChar char="•"/>
              <a:tabLst>
                <a:tab pos="292487" algn="l"/>
              </a:tabLst>
              <a:defRPr/>
            </a:pPr>
            <a:endParaRPr kumimoji="0" lang="en-NZ" sz="2800" b="0" i="0" u="none" strike="noStrike" kern="1200" cap="none" spc="0" normalizeH="0" baseline="0" noProof="0" dirty="0">
              <a:ln>
                <a:noFill/>
              </a:ln>
              <a:solidFill>
                <a:srgbClr val="666366"/>
              </a:solidFill>
              <a:effectLst/>
              <a:uLnTx/>
              <a:uFillTx/>
              <a:latin typeface="Calibri"/>
              <a:ea typeface="+mn-ea"/>
              <a:cs typeface="+mn-cs"/>
            </a:endParaRPr>
          </a:p>
          <a:p>
            <a:pPr marL="365615" marR="0" lvl="7" indent="-365615" algn="l" defTabSz="457200" rtl="0" eaLnBrk="1" fontAlgn="auto" latinLnBrk="0" hangingPunct="1">
              <a:lnSpc>
                <a:spcPct val="100000"/>
              </a:lnSpc>
              <a:spcBef>
                <a:spcPts val="0"/>
              </a:spcBef>
              <a:spcAft>
                <a:spcPts val="0"/>
              </a:spcAft>
              <a:buClr>
                <a:srgbClr val="009645"/>
              </a:buClr>
              <a:buSzPct val="115000"/>
              <a:buFont typeface="Arial" pitchFamily="34" charset="0"/>
              <a:buChar char="•"/>
              <a:tabLst>
                <a:tab pos="292487" algn="l"/>
              </a:tabLst>
              <a:defRPr/>
            </a:pPr>
            <a:endParaRPr kumimoji="0" lang="en-NZ" sz="2800" b="0" i="0" u="none" strike="noStrike" kern="1200" cap="none" spc="0" normalizeH="0" baseline="0" noProof="0" dirty="0">
              <a:ln>
                <a:noFill/>
              </a:ln>
              <a:solidFill>
                <a:srgbClr val="666366"/>
              </a:solidFill>
              <a:effectLst/>
              <a:uLnTx/>
              <a:uFillTx/>
              <a:latin typeface="Calibri"/>
              <a:ea typeface="+mn-ea"/>
              <a:cs typeface="+mn-cs"/>
            </a:endParaRPr>
          </a:p>
        </p:txBody>
      </p:sp>
    </p:spTree>
    <p:extLst>
      <p:ext uri="{BB962C8B-B14F-4D97-AF65-F5344CB8AC3E}">
        <p14:creationId xmlns:p14="http://schemas.microsoft.com/office/powerpoint/2010/main" val="3625615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4338" name="Title 1"/>
          <p:cNvSpPr>
            <a:spLocks noGrp="1"/>
          </p:cNvSpPr>
          <p:nvPr>
            <p:ph type="ctrTitle"/>
          </p:nvPr>
        </p:nvSpPr>
        <p:spPr bwMode="auto">
          <a:xfrm>
            <a:off x="6053668" y="803325"/>
            <a:ext cx="5314536" cy="4851615"/>
          </a:xfrm>
        </p:spPr>
        <p:txBody>
          <a:bodyPr vert="horz" lIns="91440" tIns="45720" rIns="91440" bIns="45720" numCol="1" rtlCol="0" anchor="ctr" anchorCtr="0" compatLnSpc="1">
            <a:prstTxWarp prst="textNoShape">
              <a:avLst/>
            </a:prstTxWarp>
            <a:normAutofit/>
          </a:bodyPr>
          <a:lstStyle/>
          <a:p>
            <a:pPr defTabSz="914400">
              <a:lnSpc>
                <a:spcPct val="90000"/>
              </a:lnSpc>
            </a:pPr>
            <a:r>
              <a:rPr lang="en-US" altLang="en-US" sz="4400" b="1" dirty="0"/>
              <a:t> Emergence I</a:t>
            </a:r>
            <a:r>
              <a:rPr lang="en-US" altLang="en-US" sz="4400" b="1" kern="1200" cap="none" dirty="0">
                <a:solidFill>
                  <a:schemeClr val="tx1"/>
                </a:solidFill>
                <a:latin typeface="+mj-lt"/>
                <a:ea typeface="+mj-ea"/>
                <a:cs typeface="+mj-cs"/>
              </a:rPr>
              <a:t>ntegrated Reporting?</a:t>
            </a:r>
          </a:p>
        </p:txBody>
      </p:sp>
      <p:sp>
        <p:nvSpPr>
          <p:cNvPr id="73" name="Freeform: Shape 72">
            <a:extLst>
              <a:ext uri="{FF2B5EF4-FFF2-40B4-BE49-F238E27FC236}">
                <a16:creationId xmlns:a16="http://schemas.microsoft.com/office/drawing/2014/main" id="{E0D60ECE-8986-45DC-B7FE-EC7699B46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438829" cy="5840278"/>
          </a:xfrm>
          <a:custGeom>
            <a:avLst/>
            <a:gdLst>
              <a:gd name="connsiteX0" fmla="*/ 0 w 5438829"/>
              <a:gd name="connsiteY0" fmla="*/ 0 h 5840278"/>
              <a:gd name="connsiteX1" fmla="*/ 4466700 w 5438829"/>
              <a:gd name="connsiteY1" fmla="*/ 0 h 5840278"/>
              <a:gd name="connsiteX2" fmla="*/ 4652178 w 5438829"/>
              <a:gd name="connsiteY2" fmla="*/ 204077 h 5840278"/>
              <a:gd name="connsiteX3" fmla="*/ 5438829 w 5438829"/>
              <a:gd name="connsiteY3" fmla="*/ 2395363 h 5840278"/>
              <a:gd name="connsiteX4" fmla="*/ 1993914 w 5438829"/>
              <a:gd name="connsiteY4" fmla="*/ 5840278 h 5840278"/>
              <a:gd name="connsiteX5" fmla="*/ 67829 w 5438829"/>
              <a:gd name="connsiteY5" fmla="*/ 5251941 h 5840278"/>
              <a:gd name="connsiteX6" fmla="*/ 0 w 5438829"/>
              <a:gd name="connsiteY6" fmla="*/ 5201220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38829" h="5840278">
                <a:moveTo>
                  <a:pt x="0" y="0"/>
                </a:moveTo>
                <a:lnTo>
                  <a:pt x="4466700" y="0"/>
                </a:lnTo>
                <a:lnTo>
                  <a:pt x="4652178" y="204077"/>
                </a:lnTo>
                <a:cubicBezTo>
                  <a:pt x="5143616" y="799562"/>
                  <a:pt x="5438829" y="1562987"/>
                  <a:pt x="5438829" y="2395363"/>
                </a:cubicBezTo>
                <a:cubicBezTo>
                  <a:pt x="5438829" y="4297937"/>
                  <a:pt x="3896488" y="5840278"/>
                  <a:pt x="1993914" y="5840278"/>
                </a:cubicBezTo>
                <a:cubicBezTo>
                  <a:pt x="1280449" y="5840278"/>
                  <a:pt x="617641" y="5623387"/>
                  <a:pt x="67829" y="5251941"/>
                </a:cubicBezTo>
                <a:lnTo>
                  <a:pt x="0" y="520122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Freeform: Shape 74">
            <a:extLst>
              <a:ext uri="{FF2B5EF4-FFF2-40B4-BE49-F238E27FC236}">
                <a16:creationId xmlns:a16="http://schemas.microsoft.com/office/drawing/2014/main" id="{96964194-5878-40D2-8EC0-DDC58387F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269134" cy="5654940"/>
          </a:xfrm>
          <a:custGeom>
            <a:avLst/>
            <a:gdLst>
              <a:gd name="connsiteX0" fmla="*/ 0 w 5269134"/>
              <a:gd name="connsiteY0" fmla="*/ 0 h 5654940"/>
              <a:gd name="connsiteX1" fmla="*/ 4227767 w 5269134"/>
              <a:gd name="connsiteY1" fmla="*/ 0 h 5654940"/>
              <a:gd name="connsiteX2" fmla="*/ 4312042 w 5269134"/>
              <a:gd name="connsiteY2" fmla="*/ 76595 h 5654940"/>
              <a:gd name="connsiteX3" fmla="*/ 5269134 w 5269134"/>
              <a:gd name="connsiteY3" fmla="*/ 2387221 h 5654940"/>
              <a:gd name="connsiteX4" fmla="*/ 2001415 w 5269134"/>
              <a:gd name="connsiteY4" fmla="*/ 5654940 h 5654940"/>
              <a:gd name="connsiteX5" fmla="*/ 198928 w 5269134"/>
              <a:gd name="connsiteY5" fmla="*/ 5113274 h 5654940"/>
              <a:gd name="connsiteX6" fmla="*/ 0 w 5269134"/>
              <a:gd name="connsiteY6" fmla="*/ 4969563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9134" h="5654940">
                <a:moveTo>
                  <a:pt x="0" y="0"/>
                </a:moveTo>
                <a:lnTo>
                  <a:pt x="4227767" y="0"/>
                </a:lnTo>
                <a:lnTo>
                  <a:pt x="4312042" y="76595"/>
                </a:lnTo>
                <a:cubicBezTo>
                  <a:pt x="4903383" y="667936"/>
                  <a:pt x="5269134" y="1484866"/>
                  <a:pt x="5269134" y="2387221"/>
                </a:cubicBezTo>
                <a:cubicBezTo>
                  <a:pt x="5269134" y="4191932"/>
                  <a:pt x="3806126" y="5654940"/>
                  <a:pt x="2001415" y="5654940"/>
                </a:cubicBezTo>
                <a:cubicBezTo>
                  <a:pt x="1335223" y="5654940"/>
                  <a:pt x="715593" y="5455584"/>
                  <a:pt x="198928" y="5113274"/>
                </a:cubicBezTo>
                <a:lnTo>
                  <a:pt x="0" y="496956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0" name="Graphic 69" descr="Head with Gears">
            <a:extLst>
              <a:ext uri="{FF2B5EF4-FFF2-40B4-BE49-F238E27FC236}">
                <a16:creationId xmlns:a16="http://schemas.microsoft.com/office/drawing/2014/main" id="{31973598-143A-436B-9741-90D6EED4D46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1733" y="543135"/>
            <a:ext cx="3835488" cy="3835488"/>
          </a:xfrm>
          <a:prstGeom prst="rect">
            <a:avLst/>
          </a:prstGeom>
        </p:spPr>
      </p:pic>
      <p:sp>
        <p:nvSpPr>
          <p:cNvPr id="4" name="Textfeld 3"/>
          <p:cNvSpPr txBox="1">
            <a:spLocks noChangeArrowheads="1"/>
          </p:cNvSpPr>
          <p:nvPr/>
        </p:nvSpPr>
        <p:spPr bwMode="auto">
          <a:xfrm>
            <a:off x="6053667" y="2279017"/>
            <a:ext cx="5314543" cy="377565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a:bodyPr>
          <a:lstStyle>
            <a:lvl1pPr marL="266700" indent="-2667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38100" marR="0" lvl="0" indent="0" algn="l" defTabSz="914400" rtl="0" eaLnBrk="1" fontAlgn="auto" latinLnBrk="0" hangingPunct="1">
              <a:lnSpc>
                <a:spcPct val="90000"/>
              </a:lnSpc>
              <a:spcBef>
                <a:spcPct val="0"/>
              </a:spcBef>
              <a:spcAft>
                <a:spcPts val="1200"/>
              </a:spcAft>
              <a:buClrTx/>
              <a:buSzTx/>
              <a:buNone/>
              <a:tabLst/>
              <a:defRPr/>
            </a:pPr>
            <a:r>
              <a:rPr kumimoji="0" lang="en-US" altLang="en-US" sz="2400" b="0" i="0" u="none" strike="noStrike" kern="1200" cap="none" spc="0" normalizeH="0" baseline="0" noProof="0" dirty="0">
                <a:ln>
                  <a:noFill/>
                </a:ln>
                <a:solidFill>
                  <a:prstClr val="white"/>
                </a:solidFill>
                <a:effectLst/>
                <a:uLnTx/>
                <a:uFillTx/>
                <a:latin typeface="Calibri"/>
                <a:ea typeface="+mn-ea"/>
                <a:cs typeface="Arial" panose="020B0604020202020204" pitchFamily="34" charset="0"/>
              </a:rPr>
              <a:t> </a:t>
            </a:r>
          </a:p>
          <a:p>
            <a:pPr marL="266700" marR="0" lvl="0" indent="-228600" algn="l" defTabSz="914400" rtl="0" eaLnBrk="1" fontAlgn="auto" latinLnBrk="0" hangingPunct="1">
              <a:lnSpc>
                <a:spcPct val="90000"/>
              </a:lnSpc>
              <a:spcBef>
                <a:spcPct val="0"/>
              </a:spcBef>
              <a:spcAft>
                <a:spcPts val="120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prstClr val="white"/>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9479184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bwMode="auto">
          <a:xfrm>
            <a:off x="1774825" y="647700"/>
            <a:ext cx="8642350" cy="863600"/>
          </a:xfrm>
        </p:spPr>
        <p:txBody>
          <a:bodyPr wrap="square" numCol="1" anchorCtr="0" compatLnSpc="1">
            <a:prstTxWarp prst="textNoShape">
              <a:avLst/>
            </a:prstTxWarp>
          </a:bodyPr>
          <a:lstStyle/>
          <a:p>
            <a:pPr eaLnBrk="1" hangingPunct="1"/>
            <a:r>
              <a:rPr lang="en-US" altLang="en-US" sz="3600" cap="none" dirty="0">
                <a:latin typeface="Arial Narrow" panose="020B0606020202030204" pitchFamily="34" charset="0"/>
                <a:cs typeface="Arial" panose="020B0604020202020204" pitchFamily="34" charset="0"/>
              </a:rPr>
              <a:t>Why Integrated Reporting?</a:t>
            </a:r>
          </a:p>
        </p:txBody>
      </p:sp>
      <p:sp>
        <p:nvSpPr>
          <p:cNvPr id="4" name="Textfeld 3"/>
          <p:cNvSpPr txBox="1">
            <a:spLocks noChangeArrowheads="1"/>
          </p:cNvSpPr>
          <p:nvPr/>
        </p:nvSpPr>
        <p:spPr bwMode="auto">
          <a:xfrm>
            <a:off x="1992314" y="1584325"/>
            <a:ext cx="8207375"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spcAft>
                <a:spcPts val="1200"/>
              </a:spcAft>
            </a:pPr>
            <a:r>
              <a:rPr lang="en-AU" altLang="en-US" sz="2400" dirty="0">
                <a:latin typeface="Arial Narrow" panose="020B0606020202030204" pitchFamily="34" charset="0"/>
              </a:rPr>
              <a:t> Company paradigm created in era of industrial revolution does not explain all forms of capital value. </a:t>
            </a:r>
          </a:p>
          <a:p>
            <a:pPr>
              <a:spcBef>
                <a:spcPct val="0"/>
              </a:spcBef>
              <a:spcAft>
                <a:spcPts val="1200"/>
              </a:spcAft>
            </a:pPr>
            <a:r>
              <a:rPr lang="en-AU" altLang="en-US" sz="2400" dirty="0">
                <a:latin typeface="Arial Narrow" panose="020B0606020202030204" pitchFamily="34" charset="0"/>
              </a:rPr>
              <a:t>Today stakeholders demand information about all forms of capital in making financial investment and valuation decisions. </a:t>
            </a:r>
          </a:p>
          <a:p>
            <a:pPr>
              <a:spcBef>
                <a:spcPct val="0"/>
              </a:spcBef>
              <a:spcAft>
                <a:spcPts val="1200"/>
              </a:spcAft>
            </a:pPr>
            <a:r>
              <a:rPr lang="en-AU" altLang="en-US" sz="2400" dirty="0">
                <a:latin typeface="Arial Narrow" panose="020B0606020202030204" pitchFamily="34" charset="0"/>
              </a:rPr>
              <a:t>Important to remember that IR capitals do not replace financial capital but add financial and non financial information. </a:t>
            </a:r>
          </a:p>
          <a:p>
            <a:pPr>
              <a:spcBef>
                <a:spcPct val="0"/>
              </a:spcBef>
              <a:spcAft>
                <a:spcPts val="1200"/>
              </a:spcAft>
            </a:pPr>
            <a:endParaRPr lang="en-AU" altLang="en-US" sz="2400" dirty="0">
              <a:latin typeface="Arial Narrow" panose="020B0606020202030204" pitchFamily="34" charset="0"/>
            </a:endParaRPr>
          </a:p>
        </p:txBody>
      </p:sp>
    </p:spTree>
    <p:extLst>
      <p:ext uri="{BB962C8B-B14F-4D97-AF65-F5344CB8AC3E}">
        <p14:creationId xmlns:p14="http://schemas.microsoft.com/office/powerpoint/2010/main" val="2836263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a:spLocks noChangeArrowheads="1"/>
          </p:cNvSpPr>
          <p:nvPr/>
        </p:nvSpPr>
        <p:spPr bwMode="auto">
          <a:xfrm>
            <a:off x="768626" y="4047473"/>
            <a:ext cx="10654748" cy="64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Futura LT" pitchFamily="2" charset="0"/>
                <a:cs typeface="Arial" charset="0"/>
              </a:defRPr>
            </a:lvl1pPr>
            <a:lvl2pPr marL="742950" indent="-285750" eaLnBrk="0" hangingPunct="0">
              <a:defRPr>
                <a:solidFill>
                  <a:schemeClr val="tx1"/>
                </a:solidFill>
                <a:latin typeface="Futura LT" pitchFamily="2" charset="0"/>
                <a:cs typeface="Arial" charset="0"/>
              </a:defRPr>
            </a:lvl2pPr>
            <a:lvl3pPr marL="1143000" indent="-228600" eaLnBrk="0" hangingPunct="0">
              <a:defRPr>
                <a:solidFill>
                  <a:schemeClr val="tx1"/>
                </a:solidFill>
                <a:latin typeface="Futura LT" pitchFamily="2" charset="0"/>
                <a:cs typeface="Arial" charset="0"/>
              </a:defRPr>
            </a:lvl3pPr>
            <a:lvl4pPr marL="1600200" indent="-228600" eaLnBrk="0" hangingPunct="0">
              <a:defRPr>
                <a:solidFill>
                  <a:schemeClr val="tx1"/>
                </a:solidFill>
                <a:latin typeface="Futura LT" pitchFamily="2" charset="0"/>
                <a:cs typeface="Arial" charset="0"/>
              </a:defRPr>
            </a:lvl4pPr>
            <a:lvl5pPr marL="2057400" indent="-228600" eaLnBrk="0" hangingPunct="0">
              <a:defRPr>
                <a:solidFill>
                  <a:schemeClr val="tx1"/>
                </a:solidFill>
                <a:latin typeface="Futura LT" pitchFamily="2" charset="0"/>
                <a:cs typeface="Arial" charset="0"/>
              </a:defRPr>
            </a:lvl5pPr>
            <a:lvl6pPr marL="2514600" indent="-228600" eaLnBrk="0" fontAlgn="base" hangingPunct="0">
              <a:spcBef>
                <a:spcPct val="0"/>
              </a:spcBef>
              <a:spcAft>
                <a:spcPct val="0"/>
              </a:spcAft>
              <a:defRPr>
                <a:solidFill>
                  <a:schemeClr val="tx1"/>
                </a:solidFill>
                <a:latin typeface="Futura LT" pitchFamily="2" charset="0"/>
                <a:cs typeface="Arial" charset="0"/>
              </a:defRPr>
            </a:lvl6pPr>
            <a:lvl7pPr marL="2971800" indent="-228600" eaLnBrk="0" fontAlgn="base" hangingPunct="0">
              <a:spcBef>
                <a:spcPct val="0"/>
              </a:spcBef>
              <a:spcAft>
                <a:spcPct val="0"/>
              </a:spcAft>
              <a:defRPr>
                <a:solidFill>
                  <a:schemeClr val="tx1"/>
                </a:solidFill>
                <a:latin typeface="Futura LT" pitchFamily="2" charset="0"/>
                <a:cs typeface="Arial" charset="0"/>
              </a:defRPr>
            </a:lvl7pPr>
            <a:lvl8pPr marL="3429000" indent="-228600" eaLnBrk="0" fontAlgn="base" hangingPunct="0">
              <a:spcBef>
                <a:spcPct val="0"/>
              </a:spcBef>
              <a:spcAft>
                <a:spcPct val="0"/>
              </a:spcAft>
              <a:defRPr>
                <a:solidFill>
                  <a:schemeClr val="tx1"/>
                </a:solidFill>
                <a:latin typeface="Futura LT" pitchFamily="2" charset="0"/>
                <a:cs typeface="Arial" charset="0"/>
              </a:defRPr>
            </a:lvl8pPr>
            <a:lvl9pPr marL="3886200" indent="-228600" eaLnBrk="0" fontAlgn="base" hangingPunct="0">
              <a:spcBef>
                <a:spcPct val="0"/>
              </a:spcBef>
              <a:spcAft>
                <a:spcPct val="0"/>
              </a:spcAft>
              <a:defRPr>
                <a:solidFill>
                  <a:schemeClr val="tx1"/>
                </a:solidFill>
                <a:latin typeface="Futura LT" pitchFamily="2" charset="0"/>
                <a:cs typeface="Arial" charset="0"/>
              </a:defRPr>
            </a:lvl9p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NZ" sz="1800" b="1" i="0" u="none" strike="noStrike" kern="1200" cap="none" spc="0" normalizeH="0" baseline="0" noProof="0" dirty="0">
                <a:ln>
                  <a:noFill/>
                </a:ln>
                <a:solidFill>
                  <a:srgbClr val="1A472B"/>
                </a:solidFill>
                <a:effectLst/>
                <a:uLnTx/>
                <a:uFillTx/>
                <a:latin typeface="Futura LT" pitchFamily="2" charset="0"/>
                <a:ea typeface="+mn-ea"/>
                <a:cs typeface="Arial" charset="0"/>
              </a:rPr>
              <a:t>https://www.youtube.com/watch?v=giKGVMM8Z5Y</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4F81BD">
                  <a:lumMod val="50000"/>
                </a:srgbClr>
              </a:solidFill>
              <a:effectLst/>
              <a:uLnTx/>
              <a:uFillTx/>
              <a:latin typeface="Verdana" pitchFamily="34" charset="0"/>
              <a:ea typeface="Verdana" pitchFamily="34" charset="0"/>
              <a:cs typeface="Verdana" pitchFamily="34" charset="0"/>
            </a:endParaRPr>
          </a:p>
        </p:txBody>
      </p:sp>
      <p:grpSp>
        <p:nvGrpSpPr>
          <p:cNvPr id="2" name="Group 1"/>
          <p:cNvGrpSpPr/>
          <p:nvPr/>
        </p:nvGrpSpPr>
        <p:grpSpPr>
          <a:xfrm>
            <a:off x="2361256" y="1300943"/>
            <a:ext cx="7686802" cy="1188215"/>
            <a:chOff x="1695458" y="3748340"/>
            <a:chExt cx="5765101" cy="1188215"/>
          </a:xfrm>
        </p:grpSpPr>
        <p:sp>
          <p:nvSpPr>
            <p:cNvPr id="32" name="TextBox 31"/>
            <p:cNvSpPr txBox="1">
              <a:spLocks noChangeArrowheads="1"/>
            </p:cNvSpPr>
            <p:nvPr/>
          </p:nvSpPr>
          <p:spPr bwMode="auto">
            <a:xfrm>
              <a:off x="1695458" y="4536445"/>
              <a:ext cx="57651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Futura LT" pitchFamily="2" charset="0"/>
                  <a:cs typeface="Arial" charset="0"/>
                </a:defRPr>
              </a:lvl1pPr>
              <a:lvl2pPr marL="742950" indent="-285750" eaLnBrk="0" hangingPunct="0">
                <a:defRPr>
                  <a:solidFill>
                    <a:schemeClr val="tx1"/>
                  </a:solidFill>
                  <a:latin typeface="Futura LT" pitchFamily="2" charset="0"/>
                  <a:cs typeface="Arial" charset="0"/>
                </a:defRPr>
              </a:lvl2pPr>
              <a:lvl3pPr marL="1143000" indent="-228600" eaLnBrk="0" hangingPunct="0">
                <a:defRPr>
                  <a:solidFill>
                    <a:schemeClr val="tx1"/>
                  </a:solidFill>
                  <a:latin typeface="Futura LT" pitchFamily="2" charset="0"/>
                  <a:cs typeface="Arial" charset="0"/>
                </a:defRPr>
              </a:lvl3pPr>
              <a:lvl4pPr marL="1600200" indent="-228600" eaLnBrk="0" hangingPunct="0">
                <a:defRPr>
                  <a:solidFill>
                    <a:schemeClr val="tx1"/>
                  </a:solidFill>
                  <a:latin typeface="Futura LT" pitchFamily="2" charset="0"/>
                  <a:cs typeface="Arial" charset="0"/>
                </a:defRPr>
              </a:lvl4pPr>
              <a:lvl5pPr marL="2057400" indent="-228600" eaLnBrk="0" hangingPunct="0">
                <a:defRPr>
                  <a:solidFill>
                    <a:schemeClr val="tx1"/>
                  </a:solidFill>
                  <a:latin typeface="Futura LT" pitchFamily="2" charset="0"/>
                  <a:cs typeface="Arial" charset="0"/>
                </a:defRPr>
              </a:lvl5pPr>
              <a:lvl6pPr marL="2514600" indent="-228600" eaLnBrk="0" fontAlgn="base" hangingPunct="0">
                <a:spcBef>
                  <a:spcPct val="0"/>
                </a:spcBef>
                <a:spcAft>
                  <a:spcPct val="0"/>
                </a:spcAft>
                <a:defRPr>
                  <a:solidFill>
                    <a:schemeClr val="tx1"/>
                  </a:solidFill>
                  <a:latin typeface="Futura LT" pitchFamily="2" charset="0"/>
                  <a:cs typeface="Arial" charset="0"/>
                </a:defRPr>
              </a:lvl6pPr>
              <a:lvl7pPr marL="2971800" indent="-228600" eaLnBrk="0" fontAlgn="base" hangingPunct="0">
                <a:spcBef>
                  <a:spcPct val="0"/>
                </a:spcBef>
                <a:spcAft>
                  <a:spcPct val="0"/>
                </a:spcAft>
                <a:defRPr>
                  <a:solidFill>
                    <a:schemeClr val="tx1"/>
                  </a:solidFill>
                  <a:latin typeface="Futura LT" pitchFamily="2" charset="0"/>
                  <a:cs typeface="Arial" charset="0"/>
                </a:defRPr>
              </a:lvl7pPr>
              <a:lvl8pPr marL="3429000" indent="-228600" eaLnBrk="0" fontAlgn="base" hangingPunct="0">
                <a:spcBef>
                  <a:spcPct val="0"/>
                </a:spcBef>
                <a:spcAft>
                  <a:spcPct val="0"/>
                </a:spcAft>
                <a:defRPr>
                  <a:solidFill>
                    <a:schemeClr val="tx1"/>
                  </a:solidFill>
                  <a:latin typeface="Futura LT" pitchFamily="2" charset="0"/>
                  <a:cs typeface="Arial" charset="0"/>
                </a:defRPr>
              </a:lvl8pPr>
              <a:lvl9pPr marL="3886200" indent="-228600" eaLnBrk="0" fontAlgn="base" hangingPunct="0">
                <a:spcBef>
                  <a:spcPct val="0"/>
                </a:spcBef>
                <a:spcAft>
                  <a:spcPct val="0"/>
                </a:spcAft>
                <a:defRPr>
                  <a:solidFill>
                    <a:schemeClr val="tx1"/>
                  </a:solidFill>
                  <a:latin typeface="Futura LT" pitchFamily="2"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4F81BD">
                      <a:lumMod val="50000"/>
                    </a:srgbClr>
                  </a:solidFill>
                  <a:effectLst/>
                  <a:uLnTx/>
                  <a:uFillTx/>
                  <a:latin typeface="Verdana" pitchFamily="34" charset="0"/>
                  <a:ea typeface="Verdana" pitchFamily="34" charset="0"/>
                  <a:cs typeface="Verdana" pitchFamily="34" charset="0"/>
                </a:rPr>
                <a:t>Interview with Professor Carol Adam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 b="1" i="0" u="none" strike="noStrike" kern="1200" cap="none" spc="0" normalizeH="0" baseline="0" noProof="0" dirty="0">
                <a:ln>
                  <a:noFill/>
                </a:ln>
                <a:solidFill>
                  <a:srgbClr val="4F81BD">
                    <a:lumMod val="50000"/>
                  </a:srgbClr>
                </a:solidFill>
                <a:effectLst/>
                <a:uLnTx/>
                <a:uFillTx/>
                <a:latin typeface="Verdana" pitchFamily="34" charset="0"/>
                <a:ea typeface="Verdana" pitchFamily="34" charset="0"/>
                <a:cs typeface="Verdana" pitchFamily="34" charset="0"/>
              </a:endParaRPr>
            </a:p>
          </p:txBody>
        </p:sp>
        <p:pic>
          <p:nvPicPr>
            <p:cNvPr id="90" name="Picture 89" descr="K:\Projects\IIRC\Production\Design\Logos\logo-colour.jpg"/>
            <p:cNvPicPr>
              <a:picLocks noChangeAspect="1"/>
            </p:cNvPicPr>
            <p:nvPr/>
          </p:nvPicPr>
          <p:blipFill>
            <a:blip r:embed="rId3" cstate="print"/>
            <a:srcRect/>
            <a:stretch>
              <a:fillRect/>
            </a:stretch>
          </p:blipFill>
          <p:spPr>
            <a:xfrm>
              <a:off x="2756303" y="3748340"/>
              <a:ext cx="3643412" cy="367686"/>
            </a:xfrm>
            <a:prstGeom prst="rect">
              <a:avLst/>
            </a:prstGeom>
            <a:noFill/>
            <a:ln>
              <a:noFill/>
            </a:ln>
          </p:spPr>
        </p:pic>
      </p:grpSp>
      <p:sp>
        <p:nvSpPr>
          <p:cNvPr id="43" name="TextBox 42"/>
          <p:cNvSpPr txBox="1"/>
          <p:nvPr/>
        </p:nvSpPr>
        <p:spPr>
          <a:xfrm>
            <a:off x="203201" y="116635"/>
            <a:ext cx="656487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4F81BD">
                    <a:lumMod val="50000"/>
                  </a:srgbClr>
                </a:solidFill>
                <a:effectLst/>
                <a:uLnTx/>
                <a:uFillTx/>
                <a:latin typeface="Calibri"/>
                <a:ea typeface="+mn-ea"/>
                <a:cs typeface="+mn-cs"/>
              </a:rPr>
              <a:t>&lt;IR&gt;: A new focus</a:t>
            </a:r>
          </a:p>
        </p:txBody>
      </p:sp>
    </p:spTree>
    <p:extLst>
      <p:ext uri="{BB962C8B-B14F-4D97-AF65-F5344CB8AC3E}">
        <p14:creationId xmlns:p14="http://schemas.microsoft.com/office/powerpoint/2010/main" val="2338935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a:spLocks noChangeArrowheads="1"/>
          </p:cNvSpPr>
          <p:nvPr/>
        </p:nvSpPr>
        <p:spPr bwMode="auto">
          <a:xfrm>
            <a:off x="3651518" y="3224797"/>
            <a:ext cx="4888969" cy="63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Futura LT" pitchFamily="2" charset="0"/>
                <a:cs typeface="Arial" charset="0"/>
              </a:defRPr>
            </a:lvl1pPr>
            <a:lvl2pPr marL="742950" indent="-285750" eaLnBrk="0" hangingPunct="0">
              <a:defRPr>
                <a:solidFill>
                  <a:schemeClr val="tx1"/>
                </a:solidFill>
                <a:latin typeface="Futura LT" pitchFamily="2" charset="0"/>
                <a:cs typeface="Arial" charset="0"/>
              </a:defRPr>
            </a:lvl2pPr>
            <a:lvl3pPr marL="1143000" indent="-228600" eaLnBrk="0" hangingPunct="0">
              <a:defRPr>
                <a:solidFill>
                  <a:schemeClr val="tx1"/>
                </a:solidFill>
                <a:latin typeface="Futura LT" pitchFamily="2" charset="0"/>
                <a:cs typeface="Arial" charset="0"/>
              </a:defRPr>
            </a:lvl3pPr>
            <a:lvl4pPr marL="1600200" indent="-228600" eaLnBrk="0" hangingPunct="0">
              <a:defRPr>
                <a:solidFill>
                  <a:schemeClr val="tx1"/>
                </a:solidFill>
                <a:latin typeface="Futura LT" pitchFamily="2" charset="0"/>
                <a:cs typeface="Arial" charset="0"/>
              </a:defRPr>
            </a:lvl4pPr>
            <a:lvl5pPr marL="2057400" indent="-228600" eaLnBrk="0" hangingPunct="0">
              <a:defRPr>
                <a:solidFill>
                  <a:schemeClr val="tx1"/>
                </a:solidFill>
                <a:latin typeface="Futura LT" pitchFamily="2" charset="0"/>
                <a:cs typeface="Arial" charset="0"/>
              </a:defRPr>
            </a:lvl5pPr>
            <a:lvl6pPr marL="2514600" indent="-228600" eaLnBrk="0" fontAlgn="base" hangingPunct="0">
              <a:spcBef>
                <a:spcPct val="0"/>
              </a:spcBef>
              <a:spcAft>
                <a:spcPct val="0"/>
              </a:spcAft>
              <a:defRPr>
                <a:solidFill>
                  <a:schemeClr val="tx1"/>
                </a:solidFill>
                <a:latin typeface="Futura LT" pitchFamily="2" charset="0"/>
                <a:cs typeface="Arial" charset="0"/>
              </a:defRPr>
            </a:lvl6pPr>
            <a:lvl7pPr marL="2971800" indent="-228600" eaLnBrk="0" fontAlgn="base" hangingPunct="0">
              <a:spcBef>
                <a:spcPct val="0"/>
              </a:spcBef>
              <a:spcAft>
                <a:spcPct val="0"/>
              </a:spcAft>
              <a:defRPr>
                <a:solidFill>
                  <a:schemeClr val="tx1"/>
                </a:solidFill>
                <a:latin typeface="Futura LT" pitchFamily="2" charset="0"/>
                <a:cs typeface="Arial" charset="0"/>
              </a:defRPr>
            </a:lvl7pPr>
            <a:lvl8pPr marL="3429000" indent="-228600" eaLnBrk="0" fontAlgn="base" hangingPunct="0">
              <a:spcBef>
                <a:spcPct val="0"/>
              </a:spcBef>
              <a:spcAft>
                <a:spcPct val="0"/>
              </a:spcAft>
              <a:defRPr>
                <a:solidFill>
                  <a:schemeClr val="tx1"/>
                </a:solidFill>
                <a:latin typeface="Futura LT" pitchFamily="2" charset="0"/>
                <a:cs typeface="Arial" charset="0"/>
              </a:defRPr>
            </a:lvl8pPr>
            <a:lvl9pPr marL="3886200" indent="-228600" eaLnBrk="0" fontAlgn="base" hangingPunct="0">
              <a:spcBef>
                <a:spcPct val="0"/>
              </a:spcBef>
              <a:spcAft>
                <a:spcPct val="0"/>
              </a:spcAft>
              <a:defRPr>
                <a:solidFill>
                  <a:schemeClr val="tx1"/>
                </a:solidFill>
                <a:latin typeface="Futura LT" pitchFamily="2" charset="0"/>
                <a:cs typeface="Arial" charset="0"/>
              </a:defRPr>
            </a:lvl9pPr>
          </a:lstStyle>
          <a:p>
            <a:pPr algn="ctr" defTabSz="914400" eaLnBrk="1" hangingPunct="1">
              <a:lnSpc>
                <a:spcPct val="110000"/>
              </a:lnSpc>
            </a:pPr>
            <a:r>
              <a:rPr lang="en-GB" sz="1600" dirty="0">
                <a:solidFill>
                  <a:srgbClr val="4F81BD">
                    <a:lumMod val="50000"/>
                  </a:srgbClr>
                </a:solidFill>
                <a:latin typeface="Calibri" panose="020F0502020204030204" pitchFamily="34" charset="0"/>
                <a:ea typeface="Verdana" pitchFamily="34" charset="0"/>
                <a:cs typeface="Verdana" pitchFamily="34" charset="0"/>
              </a:rPr>
              <a:t>strategy, governance, </a:t>
            </a:r>
          </a:p>
          <a:p>
            <a:pPr algn="ctr" defTabSz="914400" eaLnBrk="1" hangingPunct="1">
              <a:lnSpc>
                <a:spcPct val="110000"/>
              </a:lnSpc>
            </a:pPr>
            <a:r>
              <a:rPr lang="en-GB" sz="1600" dirty="0">
                <a:solidFill>
                  <a:srgbClr val="4F81BD">
                    <a:lumMod val="50000"/>
                  </a:srgbClr>
                </a:solidFill>
                <a:latin typeface="Calibri" panose="020F0502020204030204" pitchFamily="34" charset="0"/>
                <a:ea typeface="Verdana" pitchFamily="34" charset="0"/>
                <a:cs typeface="Verdana" pitchFamily="34" charset="0"/>
              </a:rPr>
              <a:t>performance, prospects</a:t>
            </a:r>
          </a:p>
        </p:txBody>
      </p:sp>
      <p:sp>
        <p:nvSpPr>
          <p:cNvPr id="34" name="Down Arrow 33"/>
          <p:cNvSpPr/>
          <p:nvPr/>
        </p:nvSpPr>
        <p:spPr>
          <a:xfrm rot="16200000" flipV="1">
            <a:off x="8689875" y="3335567"/>
            <a:ext cx="422859" cy="736700"/>
          </a:xfrm>
          <a:prstGeom prst="downArrow">
            <a:avLst>
              <a:gd name="adj1" fmla="val 47916"/>
              <a:gd name="adj2" fmla="val 52315"/>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srgbClr val="4F81BD">
                  <a:lumMod val="50000"/>
                </a:srgbClr>
              </a:solidFill>
              <a:latin typeface="Calibri" panose="020F0502020204030204" pitchFamily="34" charset="0"/>
              <a:ea typeface="Verdana" pitchFamily="34" charset="0"/>
              <a:cs typeface="Verdana" pitchFamily="34" charset="0"/>
            </a:endParaRPr>
          </a:p>
        </p:txBody>
      </p:sp>
      <p:grpSp>
        <p:nvGrpSpPr>
          <p:cNvPr id="35" name="Group 34"/>
          <p:cNvGrpSpPr/>
          <p:nvPr/>
        </p:nvGrpSpPr>
        <p:grpSpPr>
          <a:xfrm>
            <a:off x="260751" y="2306809"/>
            <a:ext cx="3014884" cy="3684013"/>
            <a:chOff x="189443" y="1628800"/>
            <a:chExt cx="2235042" cy="3909626"/>
          </a:xfrm>
        </p:grpSpPr>
        <p:sp>
          <p:nvSpPr>
            <p:cNvPr id="36" name="Rectangle 35"/>
            <p:cNvSpPr/>
            <p:nvPr/>
          </p:nvSpPr>
          <p:spPr>
            <a:xfrm>
              <a:off x="563730" y="2034999"/>
              <a:ext cx="1457762" cy="3100965"/>
            </a:xfrm>
            <a:prstGeom prst="rect">
              <a:avLst/>
            </a:prstGeom>
            <a:solidFill>
              <a:srgbClr val="D5D5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srgbClr val="4F81BD">
                    <a:lumMod val="50000"/>
                  </a:srgbClr>
                </a:solidFill>
                <a:latin typeface="Calibri" panose="020F0502020204030204" pitchFamily="34" charset="0"/>
                <a:ea typeface="Verdana" pitchFamily="34" charset="0"/>
                <a:cs typeface="Verdana" pitchFamily="34" charset="0"/>
              </a:endParaRPr>
            </a:p>
          </p:txBody>
        </p:sp>
        <p:sp>
          <p:nvSpPr>
            <p:cNvPr id="37" name="Rectangle 36"/>
            <p:cNvSpPr/>
            <p:nvPr/>
          </p:nvSpPr>
          <p:spPr>
            <a:xfrm>
              <a:off x="838038" y="2031263"/>
              <a:ext cx="31957" cy="3100965"/>
            </a:xfrm>
            <a:prstGeom prst="rect">
              <a:avLst/>
            </a:prstGeom>
            <a:solidFill>
              <a:srgbClr val="C4C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srgbClr val="4F81BD">
                    <a:lumMod val="50000"/>
                  </a:srgbClr>
                </a:solidFill>
                <a:latin typeface="Calibri" panose="020F0502020204030204" pitchFamily="34" charset="0"/>
                <a:ea typeface="Verdana" pitchFamily="34" charset="0"/>
                <a:cs typeface="Verdana" pitchFamily="34" charset="0"/>
              </a:endParaRPr>
            </a:p>
          </p:txBody>
        </p:sp>
        <p:sp>
          <p:nvSpPr>
            <p:cNvPr id="38" name="Rectangle 37"/>
            <p:cNvSpPr/>
            <p:nvPr/>
          </p:nvSpPr>
          <p:spPr>
            <a:xfrm>
              <a:off x="1619672" y="2031264"/>
              <a:ext cx="31957" cy="3100965"/>
            </a:xfrm>
            <a:prstGeom prst="rect">
              <a:avLst/>
            </a:prstGeom>
            <a:solidFill>
              <a:srgbClr val="C4C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srgbClr val="4F81BD">
                    <a:lumMod val="50000"/>
                  </a:srgbClr>
                </a:solidFill>
                <a:latin typeface="Calibri" panose="020F0502020204030204" pitchFamily="34" charset="0"/>
                <a:ea typeface="Verdana" pitchFamily="34" charset="0"/>
                <a:cs typeface="Verdana" pitchFamily="34" charset="0"/>
              </a:endParaRPr>
            </a:p>
          </p:txBody>
        </p:sp>
        <p:sp>
          <p:nvSpPr>
            <p:cNvPr id="39" name="Rectangle 38"/>
            <p:cNvSpPr/>
            <p:nvPr/>
          </p:nvSpPr>
          <p:spPr>
            <a:xfrm>
              <a:off x="1993896" y="2031265"/>
              <a:ext cx="31957" cy="3100965"/>
            </a:xfrm>
            <a:prstGeom prst="rect">
              <a:avLst/>
            </a:prstGeom>
            <a:solidFill>
              <a:srgbClr val="C4C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srgbClr val="4F81BD">
                    <a:lumMod val="50000"/>
                  </a:srgbClr>
                </a:solidFill>
                <a:latin typeface="Calibri" panose="020F0502020204030204" pitchFamily="34" charset="0"/>
                <a:ea typeface="Verdana" pitchFamily="34" charset="0"/>
                <a:cs typeface="Verdana" pitchFamily="34" charset="0"/>
              </a:endParaRPr>
            </a:p>
          </p:txBody>
        </p:sp>
        <p:sp>
          <p:nvSpPr>
            <p:cNvPr id="40" name="Rectangle 39"/>
            <p:cNvSpPr/>
            <p:nvPr/>
          </p:nvSpPr>
          <p:spPr>
            <a:xfrm>
              <a:off x="683691" y="2701610"/>
              <a:ext cx="1255988" cy="917765"/>
            </a:xfrm>
            <a:prstGeom prst="rect">
              <a:avLst/>
            </a:prstGeom>
            <a:solidFill>
              <a:srgbClr val="D5D5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srgbClr val="4F81BD">
                    <a:lumMod val="50000"/>
                  </a:srgbClr>
                </a:solidFill>
                <a:latin typeface="Calibri" panose="020F0502020204030204" pitchFamily="34" charset="0"/>
                <a:ea typeface="Verdana" pitchFamily="34" charset="0"/>
                <a:cs typeface="Verdana" pitchFamily="34" charset="0"/>
              </a:endParaRPr>
            </a:p>
          </p:txBody>
        </p:sp>
        <p:sp>
          <p:nvSpPr>
            <p:cNvPr id="41" name="Rectangle 40"/>
            <p:cNvSpPr/>
            <p:nvPr/>
          </p:nvSpPr>
          <p:spPr>
            <a:xfrm>
              <a:off x="547752" y="2033377"/>
              <a:ext cx="31957" cy="3100965"/>
            </a:xfrm>
            <a:prstGeom prst="rect">
              <a:avLst/>
            </a:prstGeom>
            <a:solidFill>
              <a:srgbClr val="C4C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srgbClr val="4F81BD">
                    <a:lumMod val="50000"/>
                  </a:srgbClr>
                </a:solidFill>
                <a:latin typeface="Calibri" panose="020F0502020204030204" pitchFamily="34" charset="0"/>
                <a:ea typeface="Verdana" pitchFamily="34" charset="0"/>
                <a:cs typeface="Verdana" pitchFamily="34" charset="0"/>
              </a:endParaRPr>
            </a:p>
          </p:txBody>
        </p:sp>
        <p:sp>
          <p:nvSpPr>
            <p:cNvPr id="42" name="TextBox 41"/>
            <p:cNvSpPr txBox="1">
              <a:spLocks noChangeArrowheads="1"/>
            </p:cNvSpPr>
            <p:nvPr/>
          </p:nvSpPr>
          <p:spPr bwMode="auto">
            <a:xfrm>
              <a:off x="423018" y="2784949"/>
              <a:ext cx="1777333" cy="62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Futura LT" pitchFamily="2" charset="0"/>
                  <a:cs typeface="Arial" charset="0"/>
                </a:defRPr>
              </a:lvl1pPr>
              <a:lvl2pPr marL="742950" indent="-285750" eaLnBrk="0" hangingPunct="0">
                <a:defRPr>
                  <a:solidFill>
                    <a:schemeClr val="tx1"/>
                  </a:solidFill>
                  <a:latin typeface="Futura LT" pitchFamily="2" charset="0"/>
                  <a:cs typeface="Arial" charset="0"/>
                </a:defRPr>
              </a:lvl2pPr>
              <a:lvl3pPr marL="1143000" indent="-228600" eaLnBrk="0" hangingPunct="0">
                <a:defRPr>
                  <a:solidFill>
                    <a:schemeClr val="tx1"/>
                  </a:solidFill>
                  <a:latin typeface="Futura LT" pitchFamily="2" charset="0"/>
                  <a:cs typeface="Arial" charset="0"/>
                </a:defRPr>
              </a:lvl3pPr>
              <a:lvl4pPr marL="1600200" indent="-228600" eaLnBrk="0" hangingPunct="0">
                <a:defRPr>
                  <a:solidFill>
                    <a:schemeClr val="tx1"/>
                  </a:solidFill>
                  <a:latin typeface="Futura LT" pitchFamily="2" charset="0"/>
                  <a:cs typeface="Arial" charset="0"/>
                </a:defRPr>
              </a:lvl4pPr>
              <a:lvl5pPr marL="2057400" indent="-228600" eaLnBrk="0" hangingPunct="0">
                <a:defRPr>
                  <a:solidFill>
                    <a:schemeClr val="tx1"/>
                  </a:solidFill>
                  <a:latin typeface="Futura LT" pitchFamily="2" charset="0"/>
                  <a:cs typeface="Arial" charset="0"/>
                </a:defRPr>
              </a:lvl5pPr>
              <a:lvl6pPr marL="2514600" indent="-228600" eaLnBrk="0" fontAlgn="base" hangingPunct="0">
                <a:spcBef>
                  <a:spcPct val="0"/>
                </a:spcBef>
                <a:spcAft>
                  <a:spcPct val="0"/>
                </a:spcAft>
                <a:defRPr>
                  <a:solidFill>
                    <a:schemeClr val="tx1"/>
                  </a:solidFill>
                  <a:latin typeface="Futura LT" pitchFamily="2" charset="0"/>
                  <a:cs typeface="Arial" charset="0"/>
                </a:defRPr>
              </a:lvl6pPr>
              <a:lvl7pPr marL="2971800" indent="-228600" eaLnBrk="0" fontAlgn="base" hangingPunct="0">
                <a:spcBef>
                  <a:spcPct val="0"/>
                </a:spcBef>
                <a:spcAft>
                  <a:spcPct val="0"/>
                </a:spcAft>
                <a:defRPr>
                  <a:solidFill>
                    <a:schemeClr val="tx1"/>
                  </a:solidFill>
                  <a:latin typeface="Futura LT" pitchFamily="2" charset="0"/>
                  <a:cs typeface="Arial" charset="0"/>
                </a:defRPr>
              </a:lvl7pPr>
              <a:lvl8pPr marL="3429000" indent="-228600" eaLnBrk="0" fontAlgn="base" hangingPunct="0">
                <a:spcBef>
                  <a:spcPct val="0"/>
                </a:spcBef>
                <a:spcAft>
                  <a:spcPct val="0"/>
                </a:spcAft>
                <a:defRPr>
                  <a:solidFill>
                    <a:schemeClr val="tx1"/>
                  </a:solidFill>
                  <a:latin typeface="Futura LT" pitchFamily="2" charset="0"/>
                  <a:cs typeface="Arial" charset="0"/>
                </a:defRPr>
              </a:lvl8pPr>
              <a:lvl9pPr marL="3886200" indent="-228600" eaLnBrk="0" fontAlgn="base" hangingPunct="0">
                <a:spcBef>
                  <a:spcPct val="0"/>
                </a:spcBef>
                <a:spcAft>
                  <a:spcPct val="0"/>
                </a:spcAft>
                <a:defRPr>
                  <a:solidFill>
                    <a:schemeClr val="tx1"/>
                  </a:solidFill>
                  <a:latin typeface="Futura LT" pitchFamily="2" charset="0"/>
                  <a:cs typeface="Arial" charset="0"/>
                </a:defRPr>
              </a:lvl9pPr>
            </a:lstStyle>
            <a:p>
              <a:pPr algn="ctr" defTabSz="914400" eaLnBrk="1" hangingPunct="1"/>
              <a:r>
                <a:rPr lang="en-GB" sz="1600" dirty="0">
                  <a:solidFill>
                    <a:srgbClr val="4F81BD">
                      <a:lumMod val="50000"/>
                    </a:srgbClr>
                  </a:solidFill>
                  <a:latin typeface="Calibri" panose="020F0502020204030204" pitchFamily="34" charset="0"/>
                  <a:ea typeface="Verdana" pitchFamily="34" charset="0"/>
                  <a:cs typeface="Verdana" pitchFamily="34" charset="0"/>
                </a:rPr>
                <a:t>Financial</a:t>
              </a:r>
            </a:p>
            <a:p>
              <a:pPr algn="ctr" defTabSz="914400" eaLnBrk="1" hangingPunct="1"/>
              <a:r>
                <a:rPr lang="en-GB" sz="1600" dirty="0">
                  <a:solidFill>
                    <a:srgbClr val="4F81BD">
                      <a:lumMod val="50000"/>
                    </a:srgbClr>
                  </a:solidFill>
                  <a:latin typeface="Calibri" panose="020F0502020204030204" pitchFamily="34" charset="0"/>
                  <a:ea typeface="Verdana" pitchFamily="34" charset="0"/>
                  <a:cs typeface="Verdana" pitchFamily="34" charset="0"/>
                </a:rPr>
                <a:t>reporting</a:t>
              </a:r>
            </a:p>
          </p:txBody>
        </p:sp>
        <p:sp>
          <p:nvSpPr>
            <p:cNvPr id="72" name="Rectangle 71"/>
            <p:cNvSpPr/>
            <p:nvPr/>
          </p:nvSpPr>
          <p:spPr>
            <a:xfrm flipV="1">
              <a:off x="189443" y="5312813"/>
              <a:ext cx="2206336" cy="225613"/>
            </a:xfrm>
            <a:prstGeom prst="rect">
              <a:avLst/>
            </a:prstGeom>
            <a:solidFill>
              <a:srgbClr val="C9C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srgbClr val="4F81BD">
                    <a:lumMod val="50000"/>
                  </a:srgbClr>
                </a:solidFill>
                <a:latin typeface="Calibri" panose="020F0502020204030204" pitchFamily="34" charset="0"/>
                <a:ea typeface="Verdana" pitchFamily="34" charset="0"/>
                <a:cs typeface="Verdana" pitchFamily="34" charset="0"/>
              </a:endParaRPr>
            </a:p>
          </p:txBody>
        </p:sp>
        <p:sp>
          <p:nvSpPr>
            <p:cNvPr id="73" name="Trapezoid 72"/>
            <p:cNvSpPr/>
            <p:nvPr/>
          </p:nvSpPr>
          <p:spPr>
            <a:xfrm>
              <a:off x="189443" y="5132228"/>
              <a:ext cx="2206336" cy="180585"/>
            </a:xfrm>
            <a:prstGeom prst="trapezoid">
              <a:avLst>
                <a:gd name="adj" fmla="val 115454"/>
              </a:avLst>
            </a:prstGeom>
            <a:solidFill>
              <a:srgbClr val="C9C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srgbClr val="4F81BD">
                    <a:lumMod val="50000"/>
                  </a:srgbClr>
                </a:solidFill>
                <a:latin typeface="Calibri" panose="020F0502020204030204" pitchFamily="34" charset="0"/>
                <a:ea typeface="Verdana" pitchFamily="34" charset="0"/>
                <a:cs typeface="Verdana" pitchFamily="34" charset="0"/>
              </a:endParaRPr>
            </a:p>
          </p:txBody>
        </p:sp>
        <p:sp>
          <p:nvSpPr>
            <p:cNvPr id="74" name="Rectangle 73"/>
            <p:cNvSpPr/>
            <p:nvPr/>
          </p:nvSpPr>
          <p:spPr>
            <a:xfrm flipV="1">
              <a:off x="218149" y="1628800"/>
              <a:ext cx="2206336" cy="225613"/>
            </a:xfrm>
            <a:prstGeom prst="rect">
              <a:avLst/>
            </a:prstGeom>
            <a:solidFill>
              <a:srgbClr val="C9C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srgbClr val="4F81BD">
                    <a:lumMod val="50000"/>
                  </a:srgbClr>
                </a:solidFill>
                <a:latin typeface="Calibri" panose="020F0502020204030204" pitchFamily="34" charset="0"/>
                <a:ea typeface="Verdana" pitchFamily="34" charset="0"/>
                <a:cs typeface="Verdana" pitchFamily="34" charset="0"/>
              </a:endParaRPr>
            </a:p>
          </p:txBody>
        </p:sp>
        <p:sp>
          <p:nvSpPr>
            <p:cNvPr id="75" name="Trapezoid 74"/>
            <p:cNvSpPr/>
            <p:nvPr/>
          </p:nvSpPr>
          <p:spPr>
            <a:xfrm rot="10800000">
              <a:off x="218149" y="1854413"/>
              <a:ext cx="2206336" cy="180585"/>
            </a:xfrm>
            <a:prstGeom prst="trapezoid">
              <a:avLst>
                <a:gd name="adj" fmla="val 115454"/>
              </a:avLst>
            </a:prstGeom>
            <a:solidFill>
              <a:srgbClr val="C9C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srgbClr val="4F81BD">
                    <a:lumMod val="50000"/>
                  </a:srgbClr>
                </a:solidFill>
                <a:latin typeface="Calibri" panose="020F0502020204030204" pitchFamily="34" charset="0"/>
                <a:ea typeface="Verdana" pitchFamily="34" charset="0"/>
                <a:cs typeface="Verdana" pitchFamily="34" charset="0"/>
              </a:endParaRPr>
            </a:p>
          </p:txBody>
        </p:sp>
      </p:grpSp>
      <p:grpSp>
        <p:nvGrpSpPr>
          <p:cNvPr id="76" name="Group 75"/>
          <p:cNvGrpSpPr/>
          <p:nvPr/>
        </p:nvGrpSpPr>
        <p:grpSpPr>
          <a:xfrm>
            <a:off x="8901304" y="2337278"/>
            <a:ext cx="2915475" cy="3684013"/>
            <a:chOff x="189443" y="1628800"/>
            <a:chExt cx="2235042" cy="3909626"/>
          </a:xfrm>
        </p:grpSpPr>
        <p:sp>
          <p:nvSpPr>
            <p:cNvPr id="77" name="Rectangle 76"/>
            <p:cNvSpPr/>
            <p:nvPr/>
          </p:nvSpPr>
          <p:spPr>
            <a:xfrm>
              <a:off x="563730" y="2034999"/>
              <a:ext cx="1457762" cy="3100965"/>
            </a:xfrm>
            <a:prstGeom prst="rect">
              <a:avLst/>
            </a:prstGeom>
            <a:solidFill>
              <a:srgbClr val="D5D5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srgbClr val="4F81BD">
                    <a:lumMod val="50000"/>
                  </a:srgbClr>
                </a:solidFill>
                <a:latin typeface="Calibri" panose="020F0502020204030204" pitchFamily="34" charset="0"/>
                <a:ea typeface="Verdana" pitchFamily="34" charset="0"/>
                <a:cs typeface="Verdana" pitchFamily="34" charset="0"/>
              </a:endParaRPr>
            </a:p>
          </p:txBody>
        </p:sp>
        <p:sp>
          <p:nvSpPr>
            <p:cNvPr id="78" name="Rectangle 77"/>
            <p:cNvSpPr/>
            <p:nvPr/>
          </p:nvSpPr>
          <p:spPr>
            <a:xfrm>
              <a:off x="838038" y="2031263"/>
              <a:ext cx="31957" cy="3100965"/>
            </a:xfrm>
            <a:prstGeom prst="rect">
              <a:avLst/>
            </a:prstGeom>
            <a:solidFill>
              <a:srgbClr val="C4C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srgbClr val="4F81BD">
                    <a:lumMod val="50000"/>
                  </a:srgbClr>
                </a:solidFill>
                <a:latin typeface="Calibri" panose="020F0502020204030204" pitchFamily="34" charset="0"/>
                <a:ea typeface="Verdana" pitchFamily="34" charset="0"/>
                <a:cs typeface="Verdana" pitchFamily="34" charset="0"/>
              </a:endParaRPr>
            </a:p>
          </p:txBody>
        </p:sp>
        <p:sp>
          <p:nvSpPr>
            <p:cNvPr id="79" name="Rectangle 78"/>
            <p:cNvSpPr/>
            <p:nvPr/>
          </p:nvSpPr>
          <p:spPr>
            <a:xfrm>
              <a:off x="1619672" y="2031264"/>
              <a:ext cx="31957" cy="3100965"/>
            </a:xfrm>
            <a:prstGeom prst="rect">
              <a:avLst/>
            </a:prstGeom>
            <a:solidFill>
              <a:srgbClr val="C4C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srgbClr val="4F81BD">
                    <a:lumMod val="50000"/>
                  </a:srgbClr>
                </a:solidFill>
                <a:latin typeface="Calibri" panose="020F0502020204030204" pitchFamily="34" charset="0"/>
                <a:ea typeface="Verdana" pitchFamily="34" charset="0"/>
                <a:cs typeface="Verdana" pitchFamily="34" charset="0"/>
              </a:endParaRPr>
            </a:p>
          </p:txBody>
        </p:sp>
        <p:sp>
          <p:nvSpPr>
            <p:cNvPr id="80" name="Rectangle 79"/>
            <p:cNvSpPr/>
            <p:nvPr/>
          </p:nvSpPr>
          <p:spPr>
            <a:xfrm>
              <a:off x="1993896" y="2031265"/>
              <a:ext cx="31957" cy="3100965"/>
            </a:xfrm>
            <a:prstGeom prst="rect">
              <a:avLst/>
            </a:prstGeom>
            <a:solidFill>
              <a:srgbClr val="C4C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srgbClr val="4F81BD">
                    <a:lumMod val="50000"/>
                  </a:srgbClr>
                </a:solidFill>
                <a:latin typeface="Calibri" panose="020F0502020204030204" pitchFamily="34" charset="0"/>
                <a:ea typeface="Verdana" pitchFamily="34" charset="0"/>
                <a:cs typeface="Verdana" pitchFamily="34" charset="0"/>
              </a:endParaRPr>
            </a:p>
          </p:txBody>
        </p:sp>
        <p:sp>
          <p:nvSpPr>
            <p:cNvPr id="81" name="Rectangle 80"/>
            <p:cNvSpPr/>
            <p:nvPr/>
          </p:nvSpPr>
          <p:spPr>
            <a:xfrm>
              <a:off x="683691" y="2701610"/>
              <a:ext cx="1255988" cy="917765"/>
            </a:xfrm>
            <a:prstGeom prst="rect">
              <a:avLst/>
            </a:prstGeom>
            <a:solidFill>
              <a:srgbClr val="D5D5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srgbClr val="4F81BD">
                    <a:lumMod val="50000"/>
                  </a:srgbClr>
                </a:solidFill>
                <a:latin typeface="Calibri" panose="020F0502020204030204" pitchFamily="34" charset="0"/>
                <a:ea typeface="Verdana" pitchFamily="34" charset="0"/>
                <a:cs typeface="Verdana" pitchFamily="34" charset="0"/>
              </a:endParaRPr>
            </a:p>
          </p:txBody>
        </p:sp>
        <p:sp>
          <p:nvSpPr>
            <p:cNvPr id="82" name="Rectangle 81"/>
            <p:cNvSpPr/>
            <p:nvPr/>
          </p:nvSpPr>
          <p:spPr>
            <a:xfrm>
              <a:off x="547752" y="2033377"/>
              <a:ext cx="31957" cy="3100965"/>
            </a:xfrm>
            <a:prstGeom prst="rect">
              <a:avLst/>
            </a:prstGeom>
            <a:solidFill>
              <a:srgbClr val="C4C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srgbClr val="4F81BD">
                    <a:lumMod val="50000"/>
                  </a:srgbClr>
                </a:solidFill>
                <a:latin typeface="Calibri" panose="020F0502020204030204" pitchFamily="34" charset="0"/>
                <a:ea typeface="Verdana" pitchFamily="34" charset="0"/>
                <a:cs typeface="Verdana" pitchFamily="34" charset="0"/>
              </a:endParaRPr>
            </a:p>
          </p:txBody>
        </p:sp>
        <p:sp>
          <p:nvSpPr>
            <p:cNvPr id="83" name="TextBox 82"/>
            <p:cNvSpPr txBox="1">
              <a:spLocks noChangeArrowheads="1"/>
            </p:cNvSpPr>
            <p:nvPr/>
          </p:nvSpPr>
          <p:spPr bwMode="auto">
            <a:xfrm>
              <a:off x="411296" y="2693441"/>
              <a:ext cx="1777333" cy="62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Futura LT" pitchFamily="2" charset="0"/>
                  <a:cs typeface="Arial" charset="0"/>
                </a:defRPr>
              </a:lvl1pPr>
              <a:lvl2pPr marL="742950" indent="-285750" eaLnBrk="0" hangingPunct="0">
                <a:defRPr>
                  <a:solidFill>
                    <a:schemeClr val="tx1"/>
                  </a:solidFill>
                  <a:latin typeface="Futura LT" pitchFamily="2" charset="0"/>
                  <a:cs typeface="Arial" charset="0"/>
                </a:defRPr>
              </a:lvl2pPr>
              <a:lvl3pPr marL="1143000" indent="-228600" eaLnBrk="0" hangingPunct="0">
                <a:defRPr>
                  <a:solidFill>
                    <a:schemeClr val="tx1"/>
                  </a:solidFill>
                  <a:latin typeface="Futura LT" pitchFamily="2" charset="0"/>
                  <a:cs typeface="Arial" charset="0"/>
                </a:defRPr>
              </a:lvl3pPr>
              <a:lvl4pPr marL="1600200" indent="-228600" eaLnBrk="0" hangingPunct="0">
                <a:defRPr>
                  <a:solidFill>
                    <a:schemeClr val="tx1"/>
                  </a:solidFill>
                  <a:latin typeface="Futura LT" pitchFamily="2" charset="0"/>
                  <a:cs typeface="Arial" charset="0"/>
                </a:defRPr>
              </a:lvl4pPr>
              <a:lvl5pPr marL="2057400" indent="-228600" eaLnBrk="0" hangingPunct="0">
                <a:defRPr>
                  <a:solidFill>
                    <a:schemeClr val="tx1"/>
                  </a:solidFill>
                  <a:latin typeface="Futura LT" pitchFamily="2" charset="0"/>
                  <a:cs typeface="Arial" charset="0"/>
                </a:defRPr>
              </a:lvl5pPr>
              <a:lvl6pPr marL="2514600" indent="-228600" eaLnBrk="0" fontAlgn="base" hangingPunct="0">
                <a:spcBef>
                  <a:spcPct val="0"/>
                </a:spcBef>
                <a:spcAft>
                  <a:spcPct val="0"/>
                </a:spcAft>
                <a:defRPr>
                  <a:solidFill>
                    <a:schemeClr val="tx1"/>
                  </a:solidFill>
                  <a:latin typeface="Futura LT" pitchFamily="2" charset="0"/>
                  <a:cs typeface="Arial" charset="0"/>
                </a:defRPr>
              </a:lvl6pPr>
              <a:lvl7pPr marL="2971800" indent="-228600" eaLnBrk="0" fontAlgn="base" hangingPunct="0">
                <a:spcBef>
                  <a:spcPct val="0"/>
                </a:spcBef>
                <a:spcAft>
                  <a:spcPct val="0"/>
                </a:spcAft>
                <a:defRPr>
                  <a:solidFill>
                    <a:schemeClr val="tx1"/>
                  </a:solidFill>
                  <a:latin typeface="Futura LT" pitchFamily="2" charset="0"/>
                  <a:cs typeface="Arial" charset="0"/>
                </a:defRPr>
              </a:lvl7pPr>
              <a:lvl8pPr marL="3429000" indent="-228600" eaLnBrk="0" fontAlgn="base" hangingPunct="0">
                <a:spcBef>
                  <a:spcPct val="0"/>
                </a:spcBef>
                <a:spcAft>
                  <a:spcPct val="0"/>
                </a:spcAft>
                <a:defRPr>
                  <a:solidFill>
                    <a:schemeClr val="tx1"/>
                  </a:solidFill>
                  <a:latin typeface="Futura LT" pitchFamily="2" charset="0"/>
                  <a:cs typeface="Arial" charset="0"/>
                </a:defRPr>
              </a:lvl8pPr>
              <a:lvl9pPr marL="3886200" indent="-228600" eaLnBrk="0" fontAlgn="base" hangingPunct="0">
                <a:spcBef>
                  <a:spcPct val="0"/>
                </a:spcBef>
                <a:spcAft>
                  <a:spcPct val="0"/>
                </a:spcAft>
                <a:defRPr>
                  <a:solidFill>
                    <a:schemeClr val="tx1"/>
                  </a:solidFill>
                  <a:latin typeface="Futura LT" pitchFamily="2" charset="0"/>
                  <a:cs typeface="Arial" charset="0"/>
                </a:defRPr>
              </a:lvl9pPr>
            </a:lstStyle>
            <a:p>
              <a:pPr algn="ctr" defTabSz="914400" eaLnBrk="1" hangingPunct="1"/>
              <a:r>
                <a:rPr lang="en-GB" sz="1600" dirty="0">
                  <a:solidFill>
                    <a:srgbClr val="4F81BD">
                      <a:lumMod val="50000"/>
                    </a:srgbClr>
                  </a:solidFill>
                  <a:latin typeface="Calibri" panose="020F0502020204030204" pitchFamily="34" charset="0"/>
                  <a:ea typeface="Verdana" pitchFamily="34" charset="0"/>
                  <a:cs typeface="Verdana" pitchFamily="34" charset="0"/>
                </a:rPr>
                <a:t>Other</a:t>
              </a:r>
            </a:p>
            <a:p>
              <a:pPr algn="ctr" defTabSz="914400" eaLnBrk="1" hangingPunct="1"/>
              <a:r>
                <a:rPr lang="en-GB" sz="1600" dirty="0">
                  <a:solidFill>
                    <a:srgbClr val="4F81BD">
                      <a:lumMod val="50000"/>
                    </a:srgbClr>
                  </a:solidFill>
                  <a:latin typeface="Calibri" panose="020F0502020204030204" pitchFamily="34" charset="0"/>
                  <a:ea typeface="Verdana" pitchFamily="34" charset="0"/>
                  <a:cs typeface="Verdana" pitchFamily="34" charset="0"/>
                </a:rPr>
                <a:t>reporting</a:t>
              </a:r>
            </a:p>
          </p:txBody>
        </p:sp>
        <p:sp>
          <p:nvSpPr>
            <p:cNvPr id="84" name="Rectangle 83"/>
            <p:cNvSpPr/>
            <p:nvPr/>
          </p:nvSpPr>
          <p:spPr>
            <a:xfrm flipV="1">
              <a:off x="189443" y="5312813"/>
              <a:ext cx="2206336" cy="225613"/>
            </a:xfrm>
            <a:prstGeom prst="rect">
              <a:avLst/>
            </a:prstGeom>
            <a:solidFill>
              <a:srgbClr val="C9C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srgbClr val="4F81BD">
                    <a:lumMod val="50000"/>
                  </a:srgbClr>
                </a:solidFill>
                <a:latin typeface="Calibri" panose="020F0502020204030204" pitchFamily="34" charset="0"/>
                <a:ea typeface="Verdana" pitchFamily="34" charset="0"/>
                <a:cs typeface="Verdana" pitchFamily="34" charset="0"/>
              </a:endParaRPr>
            </a:p>
          </p:txBody>
        </p:sp>
        <p:sp>
          <p:nvSpPr>
            <p:cNvPr id="85" name="Trapezoid 84"/>
            <p:cNvSpPr/>
            <p:nvPr/>
          </p:nvSpPr>
          <p:spPr>
            <a:xfrm>
              <a:off x="189443" y="5132228"/>
              <a:ext cx="2206336" cy="180585"/>
            </a:xfrm>
            <a:prstGeom prst="trapezoid">
              <a:avLst>
                <a:gd name="adj" fmla="val 115454"/>
              </a:avLst>
            </a:prstGeom>
            <a:solidFill>
              <a:srgbClr val="C9C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srgbClr val="4F81BD">
                    <a:lumMod val="50000"/>
                  </a:srgbClr>
                </a:solidFill>
                <a:latin typeface="Calibri" panose="020F0502020204030204" pitchFamily="34" charset="0"/>
                <a:ea typeface="Verdana" pitchFamily="34" charset="0"/>
                <a:cs typeface="Verdana" pitchFamily="34" charset="0"/>
              </a:endParaRPr>
            </a:p>
          </p:txBody>
        </p:sp>
        <p:sp>
          <p:nvSpPr>
            <p:cNvPr id="86" name="Rectangle 85"/>
            <p:cNvSpPr/>
            <p:nvPr/>
          </p:nvSpPr>
          <p:spPr>
            <a:xfrm flipV="1">
              <a:off x="218149" y="1628800"/>
              <a:ext cx="2206336" cy="225613"/>
            </a:xfrm>
            <a:prstGeom prst="rect">
              <a:avLst/>
            </a:prstGeom>
            <a:solidFill>
              <a:srgbClr val="C9C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srgbClr val="4F81BD">
                    <a:lumMod val="50000"/>
                  </a:srgbClr>
                </a:solidFill>
                <a:latin typeface="Calibri" panose="020F0502020204030204" pitchFamily="34" charset="0"/>
                <a:ea typeface="Verdana" pitchFamily="34" charset="0"/>
                <a:cs typeface="Verdana" pitchFamily="34" charset="0"/>
              </a:endParaRPr>
            </a:p>
          </p:txBody>
        </p:sp>
        <p:sp>
          <p:nvSpPr>
            <p:cNvPr id="87" name="Trapezoid 86"/>
            <p:cNvSpPr/>
            <p:nvPr/>
          </p:nvSpPr>
          <p:spPr>
            <a:xfrm rot="10800000">
              <a:off x="218149" y="1854413"/>
              <a:ext cx="2206336" cy="180585"/>
            </a:xfrm>
            <a:prstGeom prst="trapezoid">
              <a:avLst>
                <a:gd name="adj" fmla="val 115454"/>
              </a:avLst>
            </a:prstGeom>
            <a:solidFill>
              <a:srgbClr val="C9C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srgbClr val="4F81BD">
                    <a:lumMod val="50000"/>
                  </a:srgbClr>
                </a:solidFill>
                <a:latin typeface="Calibri" panose="020F0502020204030204" pitchFamily="34" charset="0"/>
                <a:ea typeface="Verdana" pitchFamily="34" charset="0"/>
                <a:cs typeface="Verdana" pitchFamily="34" charset="0"/>
              </a:endParaRPr>
            </a:p>
          </p:txBody>
        </p:sp>
      </p:grpSp>
      <p:sp>
        <p:nvSpPr>
          <p:cNvPr id="88" name="Down Arrow 87"/>
          <p:cNvSpPr/>
          <p:nvPr/>
        </p:nvSpPr>
        <p:spPr>
          <a:xfrm flipH="1" flipV="1">
            <a:off x="5777430" y="2810363"/>
            <a:ext cx="563812" cy="414437"/>
          </a:xfrm>
          <a:prstGeom prst="downArrow">
            <a:avLst>
              <a:gd name="adj1" fmla="val 47916"/>
              <a:gd name="adj2" fmla="val 52315"/>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srgbClr val="4F81BD">
                  <a:lumMod val="50000"/>
                </a:srgbClr>
              </a:solidFill>
              <a:latin typeface="Calibri" panose="020F0502020204030204" pitchFamily="34" charset="0"/>
              <a:ea typeface="Verdana" pitchFamily="34" charset="0"/>
              <a:cs typeface="Verdana" pitchFamily="34" charset="0"/>
            </a:endParaRPr>
          </a:p>
        </p:txBody>
      </p:sp>
      <p:cxnSp>
        <p:nvCxnSpPr>
          <p:cNvPr id="89" name="Straight Connector 88"/>
          <p:cNvCxnSpPr/>
          <p:nvPr/>
        </p:nvCxnSpPr>
        <p:spPr>
          <a:xfrm>
            <a:off x="260751" y="2320173"/>
            <a:ext cx="11541973" cy="0"/>
          </a:xfrm>
          <a:prstGeom prst="line">
            <a:avLst/>
          </a:prstGeom>
          <a:ln w="50800" cmpd="sng">
            <a:solidFill>
              <a:schemeClr val="bg1">
                <a:lumMod val="50000"/>
                <a:alpha val="78000"/>
              </a:schemeClr>
            </a:solidFill>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2233114" y="1300943"/>
            <a:ext cx="7799323" cy="841207"/>
            <a:chOff x="1599352" y="3748340"/>
            <a:chExt cx="5849492" cy="841207"/>
          </a:xfrm>
        </p:grpSpPr>
        <p:sp>
          <p:nvSpPr>
            <p:cNvPr id="32" name="TextBox 31"/>
            <p:cNvSpPr txBox="1">
              <a:spLocks noChangeArrowheads="1"/>
            </p:cNvSpPr>
            <p:nvPr/>
          </p:nvSpPr>
          <p:spPr bwMode="auto">
            <a:xfrm>
              <a:off x="1599352" y="4220215"/>
              <a:ext cx="58494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Futura LT" pitchFamily="2" charset="0"/>
                  <a:cs typeface="Arial" charset="0"/>
                </a:defRPr>
              </a:lvl1pPr>
              <a:lvl2pPr marL="742950" indent="-285750" eaLnBrk="0" hangingPunct="0">
                <a:defRPr>
                  <a:solidFill>
                    <a:schemeClr val="tx1"/>
                  </a:solidFill>
                  <a:latin typeface="Futura LT" pitchFamily="2" charset="0"/>
                  <a:cs typeface="Arial" charset="0"/>
                </a:defRPr>
              </a:lvl2pPr>
              <a:lvl3pPr marL="1143000" indent="-228600" eaLnBrk="0" hangingPunct="0">
                <a:defRPr>
                  <a:solidFill>
                    <a:schemeClr val="tx1"/>
                  </a:solidFill>
                  <a:latin typeface="Futura LT" pitchFamily="2" charset="0"/>
                  <a:cs typeface="Arial" charset="0"/>
                </a:defRPr>
              </a:lvl3pPr>
              <a:lvl4pPr marL="1600200" indent="-228600" eaLnBrk="0" hangingPunct="0">
                <a:defRPr>
                  <a:solidFill>
                    <a:schemeClr val="tx1"/>
                  </a:solidFill>
                  <a:latin typeface="Futura LT" pitchFamily="2" charset="0"/>
                  <a:cs typeface="Arial" charset="0"/>
                </a:defRPr>
              </a:lvl4pPr>
              <a:lvl5pPr marL="2057400" indent="-228600" eaLnBrk="0" hangingPunct="0">
                <a:defRPr>
                  <a:solidFill>
                    <a:schemeClr val="tx1"/>
                  </a:solidFill>
                  <a:latin typeface="Futura LT" pitchFamily="2" charset="0"/>
                  <a:cs typeface="Arial" charset="0"/>
                </a:defRPr>
              </a:lvl5pPr>
              <a:lvl6pPr marL="2514600" indent="-228600" eaLnBrk="0" fontAlgn="base" hangingPunct="0">
                <a:spcBef>
                  <a:spcPct val="0"/>
                </a:spcBef>
                <a:spcAft>
                  <a:spcPct val="0"/>
                </a:spcAft>
                <a:defRPr>
                  <a:solidFill>
                    <a:schemeClr val="tx1"/>
                  </a:solidFill>
                  <a:latin typeface="Futura LT" pitchFamily="2" charset="0"/>
                  <a:cs typeface="Arial" charset="0"/>
                </a:defRPr>
              </a:lvl6pPr>
              <a:lvl7pPr marL="2971800" indent="-228600" eaLnBrk="0" fontAlgn="base" hangingPunct="0">
                <a:spcBef>
                  <a:spcPct val="0"/>
                </a:spcBef>
                <a:spcAft>
                  <a:spcPct val="0"/>
                </a:spcAft>
                <a:defRPr>
                  <a:solidFill>
                    <a:schemeClr val="tx1"/>
                  </a:solidFill>
                  <a:latin typeface="Futura LT" pitchFamily="2" charset="0"/>
                  <a:cs typeface="Arial" charset="0"/>
                </a:defRPr>
              </a:lvl7pPr>
              <a:lvl8pPr marL="3429000" indent="-228600" eaLnBrk="0" fontAlgn="base" hangingPunct="0">
                <a:spcBef>
                  <a:spcPct val="0"/>
                </a:spcBef>
                <a:spcAft>
                  <a:spcPct val="0"/>
                </a:spcAft>
                <a:defRPr>
                  <a:solidFill>
                    <a:schemeClr val="tx1"/>
                  </a:solidFill>
                  <a:latin typeface="Futura LT" pitchFamily="2" charset="0"/>
                  <a:cs typeface="Arial" charset="0"/>
                </a:defRPr>
              </a:lvl8pPr>
              <a:lvl9pPr marL="3886200" indent="-228600" eaLnBrk="0" fontAlgn="base" hangingPunct="0">
                <a:spcBef>
                  <a:spcPct val="0"/>
                </a:spcBef>
                <a:spcAft>
                  <a:spcPct val="0"/>
                </a:spcAft>
                <a:defRPr>
                  <a:solidFill>
                    <a:schemeClr val="tx1"/>
                  </a:solidFill>
                  <a:latin typeface="Futura LT" pitchFamily="2" charset="0"/>
                  <a:cs typeface="Arial" charset="0"/>
                </a:defRPr>
              </a:lvl9pPr>
            </a:lstStyle>
            <a:p>
              <a:pPr algn="ctr" defTabSz="914400" eaLnBrk="1" hangingPunct="1"/>
              <a:r>
                <a:rPr lang="en-GB" sz="1600" dirty="0">
                  <a:solidFill>
                    <a:srgbClr val="4F81BD">
                      <a:lumMod val="50000"/>
                    </a:srgbClr>
                  </a:solidFill>
                  <a:latin typeface="Calibri" panose="020F0502020204030204" pitchFamily="34" charset="0"/>
                  <a:ea typeface="Verdana" pitchFamily="34" charset="0"/>
                  <a:cs typeface="Verdana" pitchFamily="34" charset="0"/>
                </a:rPr>
                <a:t>concise communication about value</a:t>
              </a:r>
            </a:p>
            <a:p>
              <a:pPr algn="ctr" defTabSz="914400" eaLnBrk="1" hangingPunct="1"/>
              <a:endParaRPr lang="en-GB" sz="200" b="1" dirty="0">
                <a:solidFill>
                  <a:srgbClr val="4F81BD">
                    <a:lumMod val="50000"/>
                  </a:srgbClr>
                </a:solidFill>
                <a:latin typeface="Calibri" panose="020F0502020204030204" pitchFamily="34" charset="0"/>
                <a:ea typeface="Verdana" pitchFamily="34" charset="0"/>
                <a:cs typeface="Verdana" pitchFamily="34" charset="0"/>
              </a:endParaRPr>
            </a:p>
          </p:txBody>
        </p:sp>
        <p:pic>
          <p:nvPicPr>
            <p:cNvPr id="90" name="Picture 89" descr="K:\Projects\IIRC\Production\Design\Logos\logo-colour.jpg"/>
            <p:cNvPicPr>
              <a:picLocks noChangeAspect="1"/>
            </p:cNvPicPr>
            <p:nvPr/>
          </p:nvPicPr>
          <p:blipFill>
            <a:blip r:embed="rId3" cstate="print"/>
            <a:srcRect/>
            <a:stretch>
              <a:fillRect/>
            </a:stretch>
          </p:blipFill>
          <p:spPr>
            <a:xfrm>
              <a:off x="2756303" y="3748340"/>
              <a:ext cx="3643412" cy="367686"/>
            </a:xfrm>
            <a:prstGeom prst="rect">
              <a:avLst/>
            </a:prstGeom>
            <a:noFill/>
            <a:ln>
              <a:noFill/>
            </a:ln>
          </p:spPr>
        </p:pic>
      </p:grpSp>
      <p:sp>
        <p:nvSpPr>
          <p:cNvPr id="91" name="Down Arrow 90"/>
          <p:cNvSpPr/>
          <p:nvPr/>
        </p:nvSpPr>
        <p:spPr>
          <a:xfrm rot="5400000" flipV="1">
            <a:off x="3064207" y="3335568"/>
            <a:ext cx="422859" cy="736700"/>
          </a:xfrm>
          <a:prstGeom prst="downArrow">
            <a:avLst>
              <a:gd name="adj1" fmla="val 47916"/>
              <a:gd name="adj2" fmla="val 52315"/>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a:solidFill>
                <a:srgbClr val="4F81BD">
                  <a:lumMod val="50000"/>
                </a:srgbClr>
              </a:solidFill>
              <a:latin typeface="Calibri" panose="020F0502020204030204" pitchFamily="34" charset="0"/>
              <a:ea typeface="Verdana" pitchFamily="34" charset="0"/>
              <a:cs typeface="Verdana" pitchFamily="34" charset="0"/>
            </a:endParaRPr>
          </a:p>
        </p:txBody>
      </p:sp>
      <p:sp>
        <p:nvSpPr>
          <p:cNvPr id="43" name="TextBox 42"/>
          <p:cNvSpPr txBox="1"/>
          <p:nvPr/>
        </p:nvSpPr>
        <p:spPr>
          <a:xfrm>
            <a:off x="203201" y="116635"/>
            <a:ext cx="6564875" cy="461665"/>
          </a:xfrm>
          <a:prstGeom prst="rect">
            <a:avLst/>
          </a:prstGeom>
          <a:noFill/>
        </p:spPr>
        <p:txBody>
          <a:bodyPr wrap="square" rtlCol="0">
            <a:spAutoFit/>
          </a:bodyPr>
          <a:lstStyle/>
          <a:p>
            <a:pPr defTabSz="914400"/>
            <a:r>
              <a:rPr lang="en-GB" sz="2400" dirty="0">
                <a:solidFill>
                  <a:srgbClr val="4F81BD">
                    <a:lumMod val="50000"/>
                  </a:srgbClr>
                </a:solidFill>
                <a:latin typeface="Calibri" panose="020F0502020204030204" pitchFamily="34" charset="0"/>
              </a:rPr>
              <a:t>&lt;IR&gt;: A new focus</a:t>
            </a:r>
          </a:p>
        </p:txBody>
      </p:sp>
    </p:spTree>
    <p:extLst>
      <p:ext uri="{BB962C8B-B14F-4D97-AF65-F5344CB8AC3E}">
        <p14:creationId xmlns:p14="http://schemas.microsoft.com/office/powerpoint/2010/main" val="421560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animBg="1"/>
      <p:bldP spid="88" grpId="0" animBg="1"/>
      <p:bldP spid="9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5"/>
          <p:cNvSpPr/>
          <p:nvPr/>
        </p:nvSpPr>
        <p:spPr>
          <a:xfrm>
            <a:off x="4779097" y="2751974"/>
            <a:ext cx="2579436" cy="1354055"/>
          </a:xfrm>
          <a:custGeom>
            <a:avLst/>
            <a:gdLst>
              <a:gd name="connsiteX0" fmla="*/ 0 w 2579436"/>
              <a:gd name="connsiteY0" fmla="*/ 225680 h 1354055"/>
              <a:gd name="connsiteX1" fmla="*/ 225680 w 2579436"/>
              <a:gd name="connsiteY1" fmla="*/ 0 h 1354055"/>
              <a:gd name="connsiteX2" fmla="*/ 2353756 w 2579436"/>
              <a:gd name="connsiteY2" fmla="*/ 0 h 1354055"/>
              <a:gd name="connsiteX3" fmla="*/ 2579436 w 2579436"/>
              <a:gd name="connsiteY3" fmla="*/ 225680 h 1354055"/>
              <a:gd name="connsiteX4" fmla="*/ 2579436 w 2579436"/>
              <a:gd name="connsiteY4" fmla="*/ 1128375 h 1354055"/>
              <a:gd name="connsiteX5" fmla="*/ 2353756 w 2579436"/>
              <a:gd name="connsiteY5" fmla="*/ 1354055 h 1354055"/>
              <a:gd name="connsiteX6" fmla="*/ 225680 w 2579436"/>
              <a:gd name="connsiteY6" fmla="*/ 1354055 h 1354055"/>
              <a:gd name="connsiteX7" fmla="*/ 0 w 2579436"/>
              <a:gd name="connsiteY7" fmla="*/ 1128375 h 1354055"/>
              <a:gd name="connsiteX8" fmla="*/ 0 w 2579436"/>
              <a:gd name="connsiteY8" fmla="*/ 225680 h 1354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9436" h="1354055">
                <a:moveTo>
                  <a:pt x="0" y="225680"/>
                </a:moveTo>
                <a:cubicBezTo>
                  <a:pt x="0" y="101040"/>
                  <a:pt x="101040" y="0"/>
                  <a:pt x="225680" y="0"/>
                </a:cubicBezTo>
                <a:lnTo>
                  <a:pt x="2353756" y="0"/>
                </a:lnTo>
                <a:cubicBezTo>
                  <a:pt x="2478396" y="0"/>
                  <a:pt x="2579436" y="101040"/>
                  <a:pt x="2579436" y="225680"/>
                </a:cubicBezTo>
                <a:lnTo>
                  <a:pt x="2579436" y="1128375"/>
                </a:lnTo>
                <a:cubicBezTo>
                  <a:pt x="2579436" y="1253015"/>
                  <a:pt x="2478396" y="1354055"/>
                  <a:pt x="2353756" y="1354055"/>
                </a:cubicBezTo>
                <a:lnTo>
                  <a:pt x="225680" y="1354055"/>
                </a:lnTo>
                <a:cubicBezTo>
                  <a:pt x="101040" y="1354055"/>
                  <a:pt x="0" y="1253015"/>
                  <a:pt x="0" y="1128375"/>
                </a:cubicBezTo>
                <a:lnTo>
                  <a:pt x="0" y="22568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2300" tIns="104200" rIns="142300" bIns="104200" numCol="1" spcCol="1270" anchor="ctr" anchorCtr="0">
            <a:noAutofit/>
          </a:bodyPr>
          <a:lstStyle/>
          <a:p>
            <a:pPr algn="ctr" defTabSz="889000">
              <a:lnSpc>
                <a:spcPct val="90000"/>
              </a:lnSpc>
              <a:spcBef>
                <a:spcPct val="0"/>
              </a:spcBef>
              <a:spcAft>
                <a:spcPct val="35000"/>
              </a:spcAft>
            </a:pPr>
            <a:r>
              <a:rPr lang="en-US" sz="2400">
                <a:solidFill>
                  <a:schemeClr val="bg1"/>
                </a:solidFill>
                <a:latin typeface="Calibri" panose="020F0502020204030204" pitchFamily="34" charset="0"/>
                <a:ea typeface="Verdana" pitchFamily="34" charset="0"/>
                <a:cs typeface="Verdana" pitchFamily="34" charset="0"/>
              </a:rPr>
              <a:t>Integrated reporting</a:t>
            </a:r>
            <a:endParaRPr lang="en-AU" sz="2400" dirty="0">
              <a:solidFill>
                <a:schemeClr val="bg1"/>
              </a:solidFill>
              <a:latin typeface="Calibri" panose="020F0502020204030204" pitchFamily="34" charset="0"/>
            </a:endParaRPr>
          </a:p>
        </p:txBody>
      </p:sp>
      <p:sp>
        <p:nvSpPr>
          <p:cNvPr id="8" name="Freeform 7"/>
          <p:cNvSpPr/>
          <p:nvPr/>
        </p:nvSpPr>
        <p:spPr>
          <a:xfrm>
            <a:off x="7803434" y="4701880"/>
            <a:ext cx="2579405" cy="1450304"/>
          </a:xfrm>
          <a:custGeom>
            <a:avLst/>
            <a:gdLst>
              <a:gd name="connsiteX0" fmla="*/ 0 w 2579405"/>
              <a:gd name="connsiteY0" fmla="*/ 241722 h 1450304"/>
              <a:gd name="connsiteX1" fmla="*/ 241722 w 2579405"/>
              <a:gd name="connsiteY1" fmla="*/ 0 h 1450304"/>
              <a:gd name="connsiteX2" fmla="*/ 2337683 w 2579405"/>
              <a:gd name="connsiteY2" fmla="*/ 0 h 1450304"/>
              <a:gd name="connsiteX3" fmla="*/ 2579405 w 2579405"/>
              <a:gd name="connsiteY3" fmla="*/ 241722 h 1450304"/>
              <a:gd name="connsiteX4" fmla="*/ 2579405 w 2579405"/>
              <a:gd name="connsiteY4" fmla="*/ 1208582 h 1450304"/>
              <a:gd name="connsiteX5" fmla="*/ 2337683 w 2579405"/>
              <a:gd name="connsiteY5" fmla="*/ 1450304 h 1450304"/>
              <a:gd name="connsiteX6" fmla="*/ 241722 w 2579405"/>
              <a:gd name="connsiteY6" fmla="*/ 1450304 h 1450304"/>
              <a:gd name="connsiteX7" fmla="*/ 0 w 2579405"/>
              <a:gd name="connsiteY7" fmla="*/ 1208582 h 1450304"/>
              <a:gd name="connsiteX8" fmla="*/ 0 w 2579405"/>
              <a:gd name="connsiteY8" fmla="*/ 241722 h 145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9405" h="1450304">
                <a:moveTo>
                  <a:pt x="0" y="241722"/>
                </a:moveTo>
                <a:cubicBezTo>
                  <a:pt x="0" y="108223"/>
                  <a:pt x="108223" y="0"/>
                  <a:pt x="241722" y="0"/>
                </a:cubicBezTo>
                <a:lnTo>
                  <a:pt x="2337683" y="0"/>
                </a:lnTo>
                <a:cubicBezTo>
                  <a:pt x="2471182" y="0"/>
                  <a:pt x="2579405" y="108223"/>
                  <a:pt x="2579405" y="241722"/>
                </a:cubicBezTo>
                <a:lnTo>
                  <a:pt x="2579405" y="1208582"/>
                </a:lnTo>
                <a:cubicBezTo>
                  <a:pt x="2579405" y="1342081"/>
                  <a:pt x="2471182" y="1450304"/>
                  <a:pt x="2337683" y="1450304"/>
                </a:cubicBezTo>
                <a:lnTo>
                  <a:pt x="241722" y="1450304"/>
                </a:lnTo>
                <a:cubicBezTo>
                  <a:pt x="108223" y="1450304"/>
                  <a:pt x="0" y="1342081"/>
                  <a:pt x="0" y="1208582"/>
                </a:cubicBezTo>
                <a:lnTo>
                  <a:pt x="0" y="24172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6998" tIns="108898" rIns="146998" bIns="108898" numCol="1" spcCol="1270" anchor="ctr" anchorCtr="0">
            <a:noAutofit/>
          </a:bodyPr>
          <a:lstStyle/>
          <a:p>
            <a:pPr algn="ctr" defTabSz="889000">
              <a:lnSpc>
                <a:spcPct val="90000"/>
              </a:lnSpc>
              <a:spcBef>
                <a:spcPct val="0"/>
              </a:spcBef>
              <a:spcAft>
                <a:spcPct val="35000"/>
              </a:spcAft>
            </a:pPr>
            <a:r>
              <a:rPr lang="en-US" sz="2400" dirty="0">
                <a:solidFill>
                  <a:schemeClr val="bg1"/>
                </a:solidFill>
                <a:latin typeface="Calibri" panose="020F0502020204030204" pitchFamily="34" charset="0"/>
                <a:ea typeface="Verdana" pitchFamily="34" charset="0"/>
                <a:cs typeface="Verdana" pitchFamily="34" charset="0"/>
              </a:rPr>
              <a:t>I</a:t>
            </a:r>
            <a:r>
              <a:rPr lang="en-US" sz="2400">
                <a:solidFill>
                  <a:schemeClr val="bg1"/>
                </a:solidFill>
                <a:latin typeface="Calibri" panose="020F0502020204030204" pitchFamily="34" charset="0"/>
                <a:ea typeface="Verdana" pitchFamily="34" charset="0"/>
                <a:cs typeface="Verdana" pitchFamily="34" charset="0"/>
              </a:rPr>
              <a:t>ntegrated </a:t>
            </a:r>
            <a:r>
              <a:rPr lang="en-US" sz="2400" dirty="0">
                <a:solidFill>
                  <a:schemeClr val="bg1"/>
                </a:solidFill>
                <a:latin typeface="Calibri" panose="020F0502020204030204" pitchFamily="34" charset="0"/>
                <a:ea typeface="Verdana" pitchFamily="34" charset="0"/>
                <a:cs typeface="Verdana" pitchFamily="34" charset="0"/>
              </a:rPr>
              <a:t>report</a:t>
            </a:r>
            <a:endParaRPr lang="en-AU" sz="2400" dirty="0">
              <a:solidFill>
                <a:schemeClr val="bg1"/>
              </a:solidFill>
              <a:latin typeface="Calibri" panose="020F0502020204030204" pitchFamily="34" charset="0"/>
            </a:endParaRPr>
          </a:p>
        </p:txBody>
      </p:sp>
      <p:sp>
        <p:nvSpPr>
          <p:cNvPr id="10" name="Freeform 9"/>
          <p:cNvSpPr/>
          <p:nvPr/>
        </p:nvSpPr>
        <p:spPr>
          <a:xfrm>
            <a:off x="1754762" y="986143"/>
            <a:ext cx="2579405" cy="1245962"/>
          </a:xfrm>
          <a:custGeom>
            <a:avLst/>
            <a:gdLst>
              <a:gd name="connsiteX0" fmla="*/ 0 w 2579405"/>
              <a:gd name="connsiteY0" fmla="*/ 207664 h 1245962"/>
              <a:gd name="connsiteX1" fmla="*/ 207664 w 2579405"/>
              <a:gd name="connsiteY1" fmla="*/ 0 h 1245962"/>
              <a:gd name="connsiteX2" fmla="*/ 2371741 w 2579405"/>
              <a:gd name="connsiteY2" fmla="*/ 0 h 1245962"/>
              <a:gd name="connsiteX3" fmla="*/ 2579405 w 2579405"/>
              <a:gd name="connsiteY3" fmla="*/ 207664 h 1245962"/>
              <a:gd name="connsiteX4" fmla="*/ 2579405 w 2579405"/>
              <a:gd name="connsiteY4" fmla="*/ 1038298 h 1245962"/>
              <a:gd name="connsiteX5" fmla="*/ 2371741 w 2579405"/>
              <a:gd name="connsiteY5" fmla="*/ 1245962 h 1245962"/>
              <a:gd name="connsiteX6" fmla="*/ 207664 w 2579405"/>
              <a:gd name="connsiteY6" fmla="*/ 1245962 h 1245962"/>
              <a:gd name="connsiteX7" fmla="*/ 0 w 2579405"/>
              <a:gd name="connsiteY7" fmla="*/ 1038298 h 1245962"/>
              <a:gd name="connsiteX8" fmla="*/ 0 w 2579405"/>
              <a:gd name="connsiteY8" fmla="*/ 207664 h 124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9405" h="1245962">
                <a:moveTo>
                  <a:pt x="0" y="207664"/>
                </a:moveTo>
                <a:cubicBezTo>
                  <a:pt x="0" y="92974"/>
                  <a:pt x="92974" y="0"/>
                  <a:pt x="207664" y="0"/>
                </a:cubicBezTo>
                <a:lnTo>
                  <a:pt x="2371741" y="0"/>
                </a:lnTo>
                <a:cubicBezTo>
                  <a:pt x="2486431" y="0"/>
                  <a:pt x="2579405" y="92974"/>
                  <a:pt x="2579405" y="207664"/>
                </a:cubicBezTo>
                <a:lnTo>
                  <a:pt x="2579405" y="1038298"/>
                </a:lnTo>
                <a:cubicBezTo>
                  <a:pt x="2579405" y="1152988"/>
                  <a:pt x="2486431" y="1245962"/>
                  <a:pt x="2371741" y="1245962"/>
                </a:cubicBezTo>
                <a:lnTo>
                  <a:pt x="207664" y="1245962"/>
                </a:lnTo>
                <a:cubicBezTo>
                  <a:pt x="92974" y="1245962"/>
                  <a:pt x="0" y="1152988"/>
                  <a:pt x="0" y="1038298"/>
                </a:cubicBezTo>
                <a:lnTo>
                  <a:pt x="0" y="20766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023" tIns="98923" rIns="137023" bIns="98923" numCol="1" spcCol="1270" anchor="ctr" anchorCtr="0">
            <a:noAutofit/>
          </a:bodyPr>
          <a:lstStyle/>
          <a:p>
            <a:pPr algn="ctr" defTabSz="889000">
              <a:lnSpc>
                <a:spcPct val="90000"/>
              </a:lnSpc>
              <a:spcBef>
                <a:spcPct val="0"/>
              </a:spcBef>
              <a:spcAft>
                <a:spcPct val="35000"/>
              </a:spcAft>
            </a:pPr>
            <a:r>
              <a:rPr lang="en-AU" sz="2400" dirty="0">
                <a:solidFill>
                  <a:schemeClr val="bg1"/>
                </a:solidFill>
                <a:latin typeface="Calibri" panose="020F0502020204030204" pitchFamily="34" charset="0"/>
                <a:ea typeface="Verdana" pitchFamily="34" charset="0"/>
                <a:cs typeface="Verdana" pitchFamily="34" charset="0"/>
              </a:rPr>
              <a:t>I</a:t>
            </a:r>
            <a:r>
              <a:rPr lang="en-AU" sz="2400">
                <a:solidFill>
                  <a:schemeClr val="bg1"/>
                </a:solidFill>
                <a:latin typeface="Calibri" panose="020F0502020204030204" pitchFamily="34" charset="0"/>
                <a:ea typeface="Verdana" pitchFamily="34" charset="0"/>
                <a:cs typeface="Verdana" pitchFamily="34" charset="0"/>
              </a:rPr>
              <a:t>ntegrated </a:t>
            </a:r>
            <a:r>
              <a:rPr lang="en-AU" sz="2400" dirty="0">
                <a:solidFill>
                  <a:schemeClr val="bg1"/>
                </a:solidFill>
                <a:latin typeface="Calibri" panose="020F0502020204030204" pitchFamily="34" charset="0"/>
                <a:ea typeface="Verdana" pitchFamily="34" charset="0"/>
                <a:cs typeface="Verdana" pitchFamily="34" charset="0"/>
              </a:rPr>
              <a:t>thinking</a:t>
            </a:r>
          </a:p>
        </p:txBody>
      </p:sp>
      <p:sp>
        <p:nvSpPr>
          <p:cNvPr id="5" name="TextBox 4"/>
          <p:cNvSpPr txBox="1"/>
          <p:nvPr/>
        </p:nvSpPr>
        <p:spPr>
          <a:xfrm>
            <a:off x="1676400" y="116633"/>
            <a:ext cx="4923656" cy="461665"/>
          </a:xfrm>
          <a:prstGeom prst="rect">
            <a:avLst/>
          </a:prstGeom>
          <a:noFill/>
        </p:spPr>
        <p:txBody>
          <a:bodyPr wrap="square" rtlCol="0">
            <a:spAutoFit/>
          </a:bodyPr>
          <a:lstStyle/>
          <a:p>
            <a:r>
              <a:rPr lang="en-GB" sz="2400" dirty="0">
                <a:solidFill>
                  <a:schemeClr val="accent1">
                    <a:lumMod val="50000"/>
                  </a:schemeClr>
                </a:solidFill>
                <a:latin typeface="Calibri" panose="020F0502020204030204" pitchFamily="34" charset="0"/>
              </a:rPr>
              <a:t>What is &lt;IR&gt;?</a:t>
            </a:r>
          </a:p>
        </p:txBody>
      </p:sp>
      <p:cxnSp>
        <p:nvCxnSpPr>
          <p:cNvPr id="3" name="Elbow Connector 2"/>
          <p:cNvCxnSpPr/>
          <p:nvPr/>
        </p:nvCxnSpPr>
        <p:spPr>
          <a:xfrm>
            <a:off x="4334166" y="1609124"/>
            <a:ext cx="2605170" cy="138782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Elbow Connector 12"/>
          <p:cNvCxnSpPr/>
          <p:nvPr/>
        </p:nvCxnSpPr>
        <p:spPr>
          <a:xfrm>
            <a:off x="5636751" y="3794456"/>
            <a:ext cx="2310698" cy="1632577"/>
          </a:xfrm>
          <a:prstGeom prst="bentConnector3">
            <a:avLst>
              <a:gd name="adj1" fmla="val 20053"/>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21540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7762" name="Picture 2"/>
          <p:cNvPicPr>
            <a:picLocks noChangeAspect="1"/>
          </p:cNvPicPr>
          <p:nvPr/>
        </p:nvPicPr>
        <p:blipFill>
          <a:blip r:embed="rId3">
            <a:extLst>
              <a:ext uri="{28A0092B-C50C-407E-A947-70E740481C1C}">
                <a14:useLocalDpi xmlns:a14="http://schemas.microsoft.com/office/drawing/2010/main" val="0"/>
              </a:ext>
            </a:extLst>
          </a:blip>
          <a:srcRect b="29570"/>
          <a:stretch>
            <a:fillRect/>
          </a:stretch>
        </p:blipFill>
        <p:spPr bwMode="auto">
          <a:xfrm>
            <a:off x="444501" y="646117"/>
            <a:ext cx="11616267" cy="621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4F81BD"/>
                </a:solidFill>
                <a:round/>
                <a:headEnd/>
                <a:tailEnd/>
              </a14:hiddenLine>
            </a:ext>
          </a:extLst>
        </p:spPr>
      </p:pic>
      <p:sp>
        <p:nvSpPr>
          <p:cNvPr id="117763" name="TextBox 2"/>
          <p:cNvSpPr txBox="1">
            <a:spLocks noChangeArrowheads="1"/>
          </p:cNvSpPr>
          <p:nvPr/>
        </p:nvSpPr>
        <p:spPr bwMode="auto">
          <a:xfrm>
            <a:off x="21174" y="228610"/>
            <a:ext cx="89302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defTabSz="914400" fontAlgn="base">
              <a:spcBef>
                <a:spcPct val="0"/>
              </a:spcBef>
              <a:spcAft>
                <a:spcPct val="0"/>
              </a:spcAft>
            </a:pPr>
            <a:r>
              <a:rPr lang="en-GB" altLang="en-US" b="1">
                <a:solidFill>
                  <a:prstClr val="black"/>
                </a:solidFill>
                <a:latin typeface="+mn-lt"/>
                <a:ea typeface="Verdana" pitchFamily="34" charset="0"/>
                <a:cs typeface="Verdana" pitchFamily="34" charset="0"/>
              </a:rPr>
              <a:t>Lawson, Inc. </a:t>
            </a:r>
            <a:r>
              <a:rPr lang="en-GB" altLang="en-US">
                <a:solidFill>
                  <a:prstClr val="black"/>
                </a:solidFill>
                <a:latin typeface="+mn-lt"/>
                <a:ea typeface="Verdana" pitchFamily="34" charset="0"/>
                <a:cs typeface="Verdana" pitchFamily="34" charset="0"/>
              </a:rPr>
              <a:t>Integrated Report 2013</a:t>
            </a:r>
          </a:p>
        </p:txBody>
      </p:sp>
    </p:spTree>
    <p:extLst>
      <p:ext uri="{BB962C8B-B14F-4D97-AF65-F5344CB8AC3E}">
        <p14:creationId xmlns:p14="http://schemas.microsoft.com/office/powerpoint/2010/main" val="2706202439"/>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Corporate social responsibility (CSR)</a:t>
            </a:r>
          </a:p>
        </p:txBody>
      </p:sp>
      <p:sp>
        <p:nvSpPr>
          <p:cNvPr id="3" name="Content Placeholder 2"/>
          <p:cNvSpPr>
            <a:spLocks noGrp="1"/>
          </p:cNvSpPr>
          <p:nvPr>
            <p:ph idx="1"/>
          </p:nvPr>
        </p:nvSpPr>
        <p:spPr/>
        <p:txBody>
          <a:bodyPr>
            <a:normAutofit fontScale="77500" lnSpcReduction="20000"/>
          </a:bodyPr>
          <a:lstStyle/>
          <a:p>
            <a:r>
              <a:rPr lang="en-NZ" dirty="0">
                <a:solidFill>
                  <a:schemeClr val="tx1"/>
                </a:solidFill>
              </a:rPr>
              <a:t>Responsibilities of corporations as social institutions</a:t>
            </a:r>
          </a:p>
          <a:p>
            <a:r>
              <a:rPr lang="en-NZ" dirty="0">
                <a:solidFill>
                  <a:schemeClr val="tx1"/>
                </a:solidFill>
              </a:rPr>
              <a:t>Five main aspects have been identified:</a:t>
            </a:r>
          </a:p>
          <a:p>
            <a:pPr lvl="1"/>
            <a:r>
              <a:rPr lang="en-NZ" dirty="0"/>
              <a:t>Broad social implications (global warming, </a:t>
            </a:r>
            <a:r>
              <a:rPr lang="en-NZ" b="1" dirty="0"/>
              <a:t>poverty reduction</a:t>
            </a:r>
            <a:r>
              <a:rPr lang="en-NZ" dirty="0"/>
              <a:t>)</a:t>
            </a:r>
          </a:p>
          <a:p>
            <a:pPr lvl="1"/>
            <a:r>
              <a:rPr lang="en-NZ" dirty="0"/>
              <a:t>Economic benefits related to social and environmental performance</a:t>
            </a:r>
          </a:p>
          <a:p>
            <a:pPr lvl="1"/>
            <a:r>
              <a:rPr lang="en-NZ" dirty="0"/>
              <a:t>Business attitudes, awareness, and practices</a:t>
            </a:r>
          </a:p>
          <a:p>
            <a:pPr lvl="1"/>
            <a:r>
              <a:rPr lang="en-NZ" dirty="0"/>
              <a:t>Implications for non-business stakeholders</a:t>
            </a:r>
          </a:p>
          <a:p>
            <a:pPr lvl="1"/>
            <a:r>
              <a:rPr lang="en-NZ" dirty="0"/>
              <a:t>Awareness of corporate responsibility</a:t>
            </a:r>
          </a:p>
          <a:p>
            <a:r>
              <a:rPr lang="en-NZ" dirty="0">
                <a:solidFill>
                  <a:schemeClr val="tx1"/>
                </a:solidFill>
              </a:rPr>
              <a:t>CSR has been shown to have a positive effect on </a:t>
            </a:r>
            <a:r>
              <a:rPr lang="en-NZ" b="1" dirty="0">
                <a:solidFill>
                  <a:schemeClr val="tx1"/>
                </a:solidFill>
              </a:rPr>
              <a:t>banking sector, systematic risk, and customer loyalty</a:t>
            </a:r>
          </a:p>
        </p:txBody>
      </p:sp>
    </p:spTree>
    <p:extLst>
      <p:ext uri="{BB962C8B-B14F-4D97-AF65-F5344CB8AC3E}">
        <p14:creationId xmlns:p14="http://schemas.microsoft.com/office/powerpoint/2010/main" val="3191405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t>What are ESG  dimensions?</a:t>
            </a:r>
          </a:p>
        </p:txBody>
      </p:sp>
      <p:sp>
        <p:nvSpPr>
          <p:cNvPr id="3" name="Content Placeholder 2"/>
          <p:cNvSpPr>
            <a:spLocks noGrp="1"/>
          </p:cNvSpPr>
          <p:nvPr>
            <p:ph idx="1"/>
          </p:nvPr>
        </p:nvSpPr>
        <p:spPr/>
        <p:txBody>
          <a:bodyPr/>
          <a:lstStyle/>
          <a:p>
            <a:r>
              <a:rPr lang="en-NZ" sz="3200" dirty="0">
                <a:solidFill>
                  <a:schemeClr val="tx1"/>
                </a:solidFill>
              </a:rPr>
              <a:t>Developed by MSCI (Morgan Stanley Capital International)</a:t>
            </a:r>
          </a:p>
          <a:p>
            <a:r>
              <a:rPr lang="en-NZ" sz="3200" b="1" dirty="0">
                <a:solidFill>
                  <a:schemeClr val="tx1"/>
                </a:solidFill>
              </a:rPr>
              <a:t>E is for Environmental</a:t>
            </a:r>
          </a:p>
          <a:p>
            <a:pPr lvl="1"/>
            <a:r>
              <a:rPr lang="en-NZ" sz="3200" dirty="0"/>
              <a:t>Climate change (carbon emissions, energy efficiency)</a:t>
            </a:r>
          </a:p>
          <a:p>
            <a:pPr lvl="1"/>
            <a:r>
              <a:rPr lang="en-NZ" sz="3200" dirty="0"/>
              <a:t>Natural capital (water stress, biodiversity and land use)</a:t>
            </a:r>
          </a:p>
          <a:p>
            <a:pPr lvl="1"/>
            <a:r>
              <a:rPr lang="en-NZ" sz="3200" dirty="0"/>
              <a:t>Pollution and waste (toxic emissions)</a:t>
            </a:r>
          </a:p>
          <a:p>
            <a:pPr lvl="1"/>
            <a:r>
              <a:rPr lang="en-NZ" sz="3200" dirty="0"/>
              <a:t>Environmental opportunities (opportunities in clean tech, renewable energy)</a:t>
            </a:r>
          </a:p>
          <a:p>
            <a:pPr marL="0" indent="0">
              <a:buNone/>
            </a:pPr>
            <a:endParaRPr lang="en-NZ" dirty="0"/>
          </a:p>
        </p:txBody>
      </p:sp>
    </p:spTree>
    <p:extLst>
      <p:ext uri="{BB962C8B-B14F-4D97-AF65-F5344CB8AC3E}">
        <p14:creationId xmlns:p14="http://schemas.microsoft.com/office/powerpoint/2010/main" val="1820366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t>ESG: dimensions - continued</a:t>
            </a:r>
          </a:p>
        </p:txBody>
      </p:sp>
      <p:sp>
        <p:nvSpPr>
          <p:cNvPr id="3" name="Content Placeholder 2"/>
          <p:cNvSpPr>
            <a:spLocks noGrp="1"/>
          </p:cNvSpPr>
          <p:nvPr>
            <p:ph idx="1"/>
          </p:nvPr>
        </p:nvSpPr>
        <p:spPr/>
        <p:txBody>
          <a:bodyPr>
            <a:normAutofit fontScale="70000" lnSpcReduction="20000"/>
          </a:bodyPr>
          <a:lstStyle/>
          <a:p>
            <a:r>
              <a:rPr lang="en-NZ" b="1" dirty="0">
                <a:solidFill>
                  <a:schemeClr val="tx1"/>
                </a:solidFill>
              </a:rPr>
              <a:t>S is for Social</a:t>
            </a:r>
          </a:p>
          <a:p>
            <a:pPr lvl="1"/>
            <a:r>
              <a:rPr lang="en-NZ" dirty="0"/>
              <a:t>Human Capital (health and safety, supply chain labour standards)</a:t>
            </a:r>
          </a:p>
          <a:p>
            <a:pPr lvl="1"/>
            <a:r>
              <a:rPr lang="en-NZ" dirty="0"/>
              <a:t>Product liability (product safety and quality, responsible investment)</a:t>
            </a:r>
          </a:p>
          <a:p>
            <a:pPr lvl="1"/>
            <a:r>
              <a:rPr lang="en-NZ" dirty="0"/>
              <a:t>Stakeholder opportunities (controversial sourcing)</a:t>
            </a:r>
          </a:p>
          <a:p>
            <a:pPr lvl="1"/>
            <a:r>
              <a:rPr lang="en-NZ" dirty="0"/>
              <a:t>Social opportunities (access to finance, healthcare, communications)</a:t>
            </a:r>
          </a:p>
          <a:p>
            <a:r>
              <a:rPr lang="en-NZ" b="1" dirty="0">
                <a:solidFill>
                  <a:schemeClr val="tx1"/>
                </a:solidFill>
              </a:rPr>
              <a:t>G is for Governance</a:t>
            </a:r>
          </a:p>
          <a:p>
            <a:pPr lvl="1"/>
            <a:r>
              <a:rPr lang="en-NZ" dirty="0"/>
              <a:t>Corporate governance (board, pay, ownership and control, accounting)</a:t>
            </a:r>
          </a:p>
          <a:p>
            <a:pPr lvl="1"/>
            <a:r>
              <a:rPr lang="en-NZ" dirty="0"/>
              <a:t>Corporate behaviour (business ethics, anticompetitive practices, corruption)</a:t>
            </a:r>
          </a:p>
          <a:p>
            <a:pPr marL="0" indent="0">
              <a:buNone/>
            </a:pPr>
            <a:endParaRPr lang="en-NZ" dirty="0"/>
          </a:p>
        </p:txBody>
      </p:sp>
    </p:spTree>
    <p:extLst>
      <p:ext uri="{BB962C8B-B14F-4D97-AF65-F5344CB8AC3E}">
        <p14:creationId xmlns:p14="http://schemas.microsoft.com/office/powerpoint/2010/main" val="1216938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8" name="Title 1"/>
          <p:cNvSpPr>
            <a:spLocks noGrp="1"/>
          </p:cNvSpPr>
          <p:nvPr>
            <p:ph type="ctrTitle"/>
          </p:nvPr>
        </p:nvSpPr>
        <p:spPr bwMode="auto">
          <a:xfrm>
            <a:off x="838200" y="631825"/>
            <a:ext cx="10515600" cy="1325563"/>
          </a:xfrm>
        </p:spPr>
        <p:txBody>
          <a:bodyPr vert="horz" lIns="91440" tIns="45720" rIns="91440" bIns="45720" numCol="1" rtlCol="0" anchor="ctr" anchorCtr="0" compatLnSpc="1">
            <a:prstTxWarp prst="textNoShape">
              <a:avLst/>
            </a:prstTxWarp>
            <a:normAutofit/>
          </a:bodyPr>
          <a:lstStyle/>
          <a:p>
            <a:pPr algn="l" defTabSz="914400">
              <a:lnSpc>
                <a:spcPct val="90000"/>
              </a:lnSpc>
            </a:pPr>
            <a:r>
              <a:rPr lang="en-US" altLang="en-US" sz="4400" b="1" kern="1200" cap="none">
                <a:solidFill>
                  <a:schemeClr val="tx1"/>
                </a:solidFill>
                <a:latin typeface="+mj-lt"/>
                <a:ea typeface="+mj-ea"/>
                <a:cs typeface="+mj-cs"/>
              </a:rPr>
              <a:t>Barriers to implementation of integrating reporting </a:t>
            </a:r>
          </a:p>
        </p:txBody>
      </p:sp>
      <p:sp>
        <p:nvSpPr>
          <p:cNvPr id="4" name="Textfeld 3"/>
          <p:cNvSpPr txBox="1">
            <a:spLocks noChangeArrowheads="1"/>
          </p:cNvSpPr>
          <p:nvPr/>
        </p:nvSpPr>
        <p:spPr bwMode="auto">
          <a:xfrm>
            <a:off x="838200" y="2057400"/>
            <a:ext cx="10515600" cy="387176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a:bodyPr>
          <a:lstStyle>
            <a:lvl1pPr marL="266700" indent="-2667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indent="-228600" defTabSz="914400">
              <a:lnSpc>
                <a:spcPct val="90000"/>
              </a:lnSpc>
            </a:pPr>
            <a:r>
              <a:rPr lang="en-US" sz="2400" dirty="0">
                <a:latin typeface="+mn-lt"/>
                <a:cs typeface="+mn-cs"/>
              </a:rPr>
              <a:t>Integrated Reporting is likely to require </a:t>
            </a:r>
            <a:r>
              <a:rPr lang="en-US" sz="2400" b="1" dirty="0">
                <a:latin typeface="+mn-lt"/>
                <a:cs typeface="+mn-cs"/>
              </a:rPr>
              <a:t>cultural</a:t>
            </a:r>
            <a:r>
              <a:rPr lang="en-US" sz="2400" dirty="0">
                <a:latin typeface="+mn-lt"/>
                <a:cs typeface="+mn-cs"/>
              </a:rPr>
              <a:t> and </a:t>
            </a:r>
            <a:r>
              <a:rPr lang="en-US" sz="2400" b="1" dirty="0">
                <a:latin typeface="+mn-lt"/>
                <a:cs typeface="+mn-cs"/>
              </a:rPr>
              <a:t>organizationa</a:t>
            </a:r>
            <a:r>
              <a:rPr lang="en-US" sz="2400" dirty="0">
                <a:latin typeface="+mn-lt"/>
                <a:cs typeface="+mn-cs"/>
              </a:rPr>
              <a:t>l change.(Robertson &amp; </a:t>
            </a:r>
            <a:r>
              <a:rPr lang="en-US" sz="2400" dirty="0" err="1">
                <a:latin typeface="+mn-lt"/>
                <a:cs typeface="+mn-cs"/>
              </a:rPr>
              <a:t>Samy</a:t>
            </a:r>
            <a:r>
              <a:rPr lang="en-US" sz="2400" dirty="0">
                <a:latin typeface="+mn-lt"/>
                <a:cs typeface="+mn-cs"/>
              </a:rPr>
              <a:t>, 2015) </a:t>
            </a:r>
          </a:p>
          <a:p>
            <a:pPr indent="-228600" defTabSz="914400">
              <a:lnSpc>
                <a:spcPct val="90000"/>
              </a:lnSpc>
            </a:pPr>
            <a:endParaRPr lang="en-US" sz="2400" dirty="0">
              <a:latin typeface="+mn-lt"/>
              <a:cs typeface="+mn-cs"/>
            </a:endParaRPr>
          </a:p>
          <a:p>
            <a:pPr indent="-228600" defTabSz="914400">
              <a:lnSpc>
                <a:spcPct val="90000"/>
              </a:lnSpc>
            </a:pPr>
            <a:r>
              <a:rPr lang="en-US" sz="2400" dirty="0">
                <a:latin typeface="+mn-lt"/>
                <a:cs typeface="+mn-cs"/>
              </a:rPr>
              <a:t>Adams (2013) argues that Integrated Reporting (IR) requires a fundamental shift and a different way of thinking about </a:t>
            </a:r>
            <a:r>
              <a:rPr lang="en-US" sz="2400" b="1" dirty="0">
                <a:latin typeface="+mn-lt"/>
                <a:cs typeface="+mn-cs"/>
              </a:rPr>
              <a:t>what makes an organisation successful</a:t>
            </a:r>
            <a:r>
              <a:rPr lang="en-US" sz="2400" dirty="0">
                <a:latin typeface="+mn-lt"/>
                <a:cs typeface="+mn-cs"/>
              </a:rPr>
              <a:t>. </a:t>
            </a:r>
          </a:p>
          <a:p>
            <a:pPr indent="-228600" defTabSz="914400">
              <a:lnSpc>
                <a:spcPct val="90000"/>
              </a:lnSpc>
            </a:pPr>
            <a:r>
              <a:rPr lang="en-US" sz="2400" b="1" dirty="0">
                <a:latin typeface="+mn-lt"/>
                <a:cs typeface="+mn-cs"/>
              </a:rPr>
              <a:t>Example:</a:t>
            </a:r>
          </a:p>
          <a:p>
            <a:pPr indent="-228600" defTabSz="914400">
              <a:lnSpc>
                <a:spcPct val="90000"/>
              </a:lnSpc>
            </a:pPr>
            <a:r>
              <a:rPr lang="en-US" sz="2400" dirty="0">
                <a:latin typeface="+mn-lt"/>
                <a:cs typeface="+mn-cs"/>
              </a:rPr>
              <a:t>For Māori  Businesses , the concern is to link the Integrated Development Agenda with Integrated Reporting </a:t>
            </a:r>
          </a:p>
          <a:p>
            <a:pPr marL="38100" indent="0" defTabSz="914400">
              <a:lnSpc>
                <a:spcPct val="90000"/>
              </a:lnSpc>
              <a:buNone/>
            </a:pPr>
            <a:endParaRPr lang="en-US" sz="2400" dirty="0">
              <a:latin typeface="+mn-lt"/>
              <a:cs typeface="+mn-cs"/>
            </a:endParaRPr>
          </a:p>
          <a:p>
            <a:pPr indent="-228600" defTabSz="914400">
              <a:lnSpc>
                <a:spcPct val="90000"/>
              </a:lnSpc>
            </a:pPr>
            <a:endParaRPr lang="en-US" sz="2400" dirty="0">
              <a:latin typeface="+mn-lt"/>
              <a:cs typeface="+mn-cs"/>
            </a:endParaRPr>
          </a:p>
          <a:p>
            <a:pPr marL="38100" indent="0" defTabSz="914400">
              <a:lnSpc>
                <a:spcPct val="90000"/>
              </a:lnSpc>
              <a:buNone/>
            </a:pPr>
            <a:endParaRPr lang="en-US" sz="2400" dirty="0">
              <a:latin typeface="+mn-lt"/>
              <a:cs typeface="+mn-cs"/>
            </a:endParaRPr>
          </a:p>
          <a:p>
            <a:pPr indent="-228600" defTabSz="914400">
              <a:lnSpc>
                <a:spcPct val="90000"/>
              </a:lnSpc>
              <a:spcBef>
                <a:spcPct val="0"/>
              </a:spcBef>
              <a:spcAft>
                <a:spcPts val="1200"/>
              </a:spcAft>
            </a:pPr>
            <a:endParaRPr lang="en-US" altLang="en-US" sz="2400" dirty="0">
              <a:latin typeface="+mn-lt"/>
              <a:cs typeface="+mn-cs"/>
            </a:endParaRPr>
          </a:p>
        </p:txBody>
      </p:sp>
    </p:spTree>
    <p:extLst>
      <p:ext uri="{BB962C8B-B14F-4D97-AF65-F5344CB8AC3E}">
        <p14:creationId xmlns:p14="http://schemas.microsoft.com/office/powerpoint/2010/main" val="618709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43" name="Rectangle 70">
            <a:extLst>
              <a:ext uri="{FF2B5EF4-FFF2-40B4-BE49-F238E27FC236}">
                <a16:creationId xmlns:a16="http://schemas.microsoft.com/office/drawing/2014/main" id="{D8386171-E87D-46AB-8718-4CE2A8874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4" name="Rounded Rectangle 26">
            <a:extLst>
              <a:ext uri="{FF2B5EF4-FFF2-40B4-BE49-F238E27FC236}">
                <a16:creationId xmlns:a16="http://schemas.microsoft.com/office/drawing/2014/main" id="{207CB456-8849-413C-8210-B663779A32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E513936D-D1EB-4E42-A97F-942BA1F3DF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8" name="Title 1"/>
          <p:cNvSpPr>
            <a:spLocks noGrp="1"/>
          </p:cNvSpPr>
          <p:nvPr>
            <p:ph type="ctrTitle"/>
          </p:nvPr>
        </p:nvSpPr>
        <p:spPr bwMode="auto">
          <a:xfrm>
            <a:off x="1524000" y="1376362"/>
            <a:ext cx="9144000" cy="2603274"/>
          </a:xfrm>
        </p:spPr>
        <p:txBody>
          <a:bodyPr numCol="1" anchorCtr="0" compatLnSpc="1">
            <a:prstTxWarp prst="textNoShape">
              <a:avLst/>
            </a:prstTxWarp>
            <a:normAutofit/>
          </a:bodyPr>
          <a:lstStyle/>
          <a:p>
            <a:pPr eaLnBrk="1" hangingPunct="1"/>
            <a:r>
              <a:rPr lang="en-US" altLang="en-US" sz="4400" b="1" dirty="0">
                <a:latin typeface="Calibri" panose="020F0502020204030204" pitchFamily="34" charset="0"/>
                <a:cs typeface="Arial" panose="020B0604020202020204" pitchFamily="34" charset="0"/>
              </a:rPr>
              <a:t>Conclusion</a:t>
            </a:r>
            <a:r>
              <a:rPr lang="en-US" altLang="en-US" sz="5400" dirty="0">
                <a:latin typeface="Arial Narrow" panose="020B0606020202030204" pitchFamily="34" charset="0"/>
                <a:cs typeface="Arial" panose="020B0604020202020204" pitchFamily="34" charset="0"/>
              </a:rPr>
              <a:t> </a:t>
            </a:r>
            <a:endParaRPr lang="en-US" altLang="en-US" sz="5400" cap="none" dirty="0">
              <a:latin typeface="Arial Narrow" panose="020B0606020202030204" pitchFamily="34" charset="0"/>
              <a:cs typeface="Arial" panose="020B0604020202020204" pitchFamily="34" charset="0"/>
            </a:endParaRPr>
          </a:p>
        </p:txBody>
      </p:sp>
      <p:sp>
        <p:nvSpPr>
          <p:cNvPr id="4" name="Textfeld 3"/>
          <p:cNvSpPr txBox="1">
            <a:spLocks noChangeArrowheads="1"/>
          </p:cNvSpPr>
          <p:nvPr/>
        </p:nvSpPr>
        <p:spPr bwMode="auto">
          <a:xfrm>
            <a:off x="1524000" y="2514600"/>
            <a:ext cx="9144000" cy="299719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2500" lnSpcReduction="20000"/>
          </a:bodyPr>
          <a:lstStyle>
            <a:lvl1pPr marL="266700" indent="-2667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spcAft>
                <a:spcPts val="1200"/>
              </a:spcAft>
            </a:pPr>
            <a:r>
              <a:rPr lang="en-AU" altLang="en-US" dirty="0">
                <a:latin typeface="Arial Narrow" panose="020B0606020202030204" pitchFamily="34" charset="0"/>
              </a:rPr>
              <a:t> Māori  Businesses have a Māori Worldview  </a:t>
            </a:r>
          </a:p>
          <a:p>
            <a:pPr>
              <a:spcBef>
                <a:spcPct val="0"/>
              </a:spcBef>
              <a:spcAft>
                <a:spcPts val="1200"/>
              </a:spcAft>
            </a:pPr>
            <a:r>
              <a:rPr lang="en-AU" altLang="en-US" dirty="0">
                <a:latin typeface="Arial Narrow" panose="020B0606020202030204" pitchFamily="34" charset="0"/>
              </a:rPr>
              <a:t>Māori Businesses do not only measure success  on the dollar value</a:t>
            </a:r>
          </a:p>
          <a:p>
            <a:pPr>
              <a:spcBef>
                <a:spcPct val="0"/>
              </a:spcBef>
              <a:spcAft>
                <a:spcPts val="1200"/>
              </a:spcAft>
            </a:pPr>
            <a:r>
              <a:rPr lang="en-AU" altLang="en-US" dirty="0">
                <a:latin typeface="Arial Narrow" panose="020B0606020202030204" pitchFamily="34" charset="0"/>
              </a:rPr>
              <a:t>Māori  Businesses are kaitiaki (guardians) to kin owned assets (taonga </a:t>
            </a:r>
            <a:r>
              <a:rPr lang="en-AU" altLang="en-US" dirty="0" err="1">
                <a:latin typeface="Arial Narrow" panose="020B0606020202030204" pitchFamily="34" charset="0"/>
              </a:rPr>
              <a:t>tuku</a:t>
            </a:r>
            <a:r>
              <a:rPr lang="en-AU" altLang="en-US" dirty="0">
                <a:latin typeface="Arial Narrow" panose="020B0606020202030204" pitchFamily="34" charset="0"/>
              </a:rPr>
              <a:t> </a:t>
            </a:r>
            <a:r>
              <a:rPr lang="en-AU" altLang="en-US" dirty="0" err="1">
                <a:latin typeface="Arial Narrow" panose="020B0606020202030204" pitchFamily="34" charset="0"/>
              </a:rPr>
              <a:t>iho</a:t>
            </a:r>
            <a:r>
              <a:rPr lang="en-AU" altLang="en-US" dirty="0">
                <a:latin typeface="Arial Narrow" panose="020B0606020202030204" pitchFamily="34" charset="0"/>
              </a:rPr>
              <a:t>) that they must be looked after and pass on to the next generation to care for. </a:t>
            </a:r>
          </a:p>
          <a:p>
            <a:pPr marL="0" indent="0">
              <a:spcBef>
                <a:spcPct val="0"/>
              </a:spcBef>
              <a:spcAft>
                <a:spcPts val="1200"/>
              </a:spcAft>
              <a:buNone/>
            </a:pPr>
            <a:endParaRPr lang="en-AU" altLang="en-US" dirty="0">
              <a:latin typeface="Arial Narrow" panose="020B0606020202030204" pitchFamily="34" charset="0"/>
            </a:endParaRPr>
          </a:p>
        </p:txBody>
      </p:sp>
    </p:spTree>
    <p:extLst>
      <p:ext uri="{BB962C8B-B14F-4D97-AF65-F5344CB8AC3E}">
        <p14:creationId xmlns:p14="http://schemas.microsoft.com/office/powerpoint/2010/main" val="1651588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8" name="Title 1"/>
          <p:cNvSpPr>
            <a:spLocks noGrp="1"/>
          </p:cNvSpPr>
          <p:nvPr>
            <p:ph type="ctrTitle"/>
          </p:nvPr>
        </p:nvSpPr>
        <p:spPr bwMode="auto">
          <a:xfrm>
            <a:off x="838200" y="631825"/>
            <a:ext cx="10515600" cy="1325563"/>
          </a:xfrm>
        </p:spPr>
        <p:txBody>
          <a:bodyPr vert="horz" lIns="91440" tIns="45720" rIns="91440" bIns="45720" numCol="1" rtlCol="0" anchor="ctr" anchorCtr="0" compatLnSpc="1">
            <a:prstTxWarp prst="textNoShape">
              <a:avLst/>
            </a:prstTxWarp>
            <a:normAutofit/>
          </a:bodyPr>
          <a:lstStyle/>
          <a:p>
            <a:pPr algn="l" defTabSz="914400">
              <a:lnSpc>
                <a:spcPct val="90000"/>
              </a:lnSpc>
            </a:pPr>
            <a:r>
              <a:rPr lang="en-US" altLang="en-US" sz="4400" b="1" dirty="0"/>
              <a:t>Further Recommended  Readings</a:t>
            </a:r>
            <a:endParaRPr lang="en-US" altLang="en-US" sz="4400" b="1" kern="1200" cap="none" dirty="0">
              <a:solidFill>
                <a:schemeClr val="tx1"/>
              </a:solidFill>
              <a:latin typeface="+mj-lt"/>
              <a:ea typeface="+mj-ea"/>
              <a:cs typeface="+mj-cs"/>
            </a:endParaRPr>
          </a:p>
        </p:txBody>
      </p:sp>
      <p:sp>
        <p:nvSpPr>
          <p:cNvPr id="4" name="Textfeld 3"/>
          <p:cNvSpPr txBox="1">
            <a:spLocks noChangeArrowheads="1"/>
          </p:cNvSpPr>
          <p:nvPr/>
        </p:nvSpPr>
        <p:spPr bwMode="auto">
          <a:xfrm>
            <a:off x="1026160" y="1605280"/>
            <a:ext cx="9811004" cy="362712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fontScale="25000" lnSpcReduction="20000"/>
          </a:bodyPr>
          <a:lstStyle>
            <a:lvl1pPr marL="266700" indent="-2667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indent="-228600" defTabSz="914400">
              <a:lnSpc>
                <a:spcPct val="90000"/>
              </a:lnSpc>
            </a:pPr>
            <a:endParaRPr lang="en-US" sz="2400" dirty="0">
              <a:latin typeface="+mn-lt"/>
              <a:cs typeface="+mn-cs"/>
            </a:endParaRPr>
          </a:p>
          <a:p>
            <a:endParaRPr lang="en-US" sz="6400" b="1" dirty="0"/>
          </a:p>
          <a:p>
            <a:r>
              <a:rPr lang="en-US" sz="6400" b="1" dirty="0"/>
              <a:t>Adams, C. A. (2015). The International Integrated Reporting Council: A call to action. </a:t>
            </a:r>
            <a:r>
              <a:rPr lang="en-US" sz="6400" b="1" i="1" dirty="0"/>
              <a:t>Critical Perspectives on Accounting, 27</a:t>
            </a:r>
            <a:r>
              <a:rPr lang="en-US" sz="6400" b="1" dirty="0"/>
              <a:t>, 23-28. </a:t>
            </a:r>
            <a:r>
              <a:rPr lang="en-US" sz="6400" b="1" u="sng" dirty="0">
                <a:hlinkClick r:id="rId3"/>
              </a:rPr>
              <a:t>https://doi.org/10.1016/j.cpa.2014.07.001</a:t>
            </a:r>
            <a:endParaRPr lang="en-NZ" sz="6400" b="1" dirty="0"/>
          </a:p>
          <a:p>
            <a:r>
              <a:rPr lang="en-NZ" sz="6400" b="1" dirty="0"/>
              <a:t>Adams. C. Sustainable Reporting </a:t>
            </a:r>
            <a:r>
              <a:rPr lang="en-NZ" sz="6400" b="1" dirty="0">
                <a:hlinkClick r:id="rId4"/>
              </a:rPr>
              <a:t>https://drcaroladams.net/category/accounting/</a:t>
            </a:r>
            <a:r>
              <a:rPr lang="en-NZ" sz="6400" b="1" dirty="0"/>
              <a:t> (Link)</a:t>
            </a:r>
          </a:p>
          <a:p>
            <a:r>
              <a:rPr lang="en-US" sz="6400" b="1" dirty="0">
                <a:latin typeface="Calibri" panose="020F0502020204030204" pitchFamily="34" charset="0"/>
                <a:ea typeface="Calibri" panose="020F0502020204030204" pitchFamily="34" charset="0"/>
              </a:rPr>
              <a:t>Barrett, M. (2005). </a:t>
            </a:r>
            <a:r>
              <a:rPr lang="en-US" sz="6400" b="1" i="1" dirty="0">
                <a:latin typeface="Calibri" panose="020F0502020204030204" pitchFamily="34" charset="0"/>
                <a:ea typeface="Calibri" panose="020F0502020204030204" pitchFamily="34" charset="0"/>
              </a:rPr>
              <a:t>Accounting and Accountability in Maori Organisations in Aotearoa New Zealand </a:t>
            </a:r>
            <a:r>
              <a:rPr lang="en-US" sz="6400" b="1" dirty="0">
                <a:latin typeface="Calibri" panose="020F0502020204030204" pitchFamily="34" charset="0"/>
                <a:ea typeface="Calibri" panose="020F0502020204030204" pitchFamily="34" charset="0"/>
              </a:rPr>
              <a:t>(PhD ), Glasgow Caledonian University United Kingdom. </a:t>
            </a:r>
            <a:endParaRPr lang="en-NZ" sz="6400" b="1" dirty="0">
              <a:latin typeface="Calibri" panose="020F0502020204030204" pitchFamily="34" charset="0"/>
              <a:ea typeface="Calibri" panose="020F0502020204030204" pitchFamily="34" charset="0"/>
            </a:endParaRPr>
          </a:p>
          <a:p>
            <a:r>
              <a:rPr lang="en-US" sz="6400" b="1" dirty="0"/>
              <a:t>de Villiers, C., &amp; Sharma, U. (2017). A critical reflection on the future of financial, intellectual capital, sustainability and integrated reporting. </a:t>
            </a:r>
            <a:r>
              <a:rPr lang="en-US" sz="6400" b="1" i="1" dirty="0"/>
              <a:t>Critical Perspectives on Accounting</a:t>
            </a:r>
            <a:r>
              <a:rPr lang="en-US" sz="6400" b="1" dirty="0"/>
              <a:t> </a:t>
            </a:r>
            <a:r>
              <a:rPr lang="en-US" sz="6400" b="1" u="sng" dirty="0">
                <a:hlinkClick r:id="rId5"/>
              </a:rPr>
              <a:t>https://doi.org/10.1016/j.cpa.2017.05.003</a:t>
            </a:r>
            <a:endParaRPr lang="en-NZ" sz="6400" b="1" dirty="0"/>
          </a:p>
          <a:p>
            <a:r>
              <a:rPr lang="en-US" sz="6400" b="1" dirty="0"/>
              <a:t>Lawson Report. (2013). Integrated Report "Creating Happiness and Harmony in our Community ". Retrieved from </a:t>
            </a:r>
            <a:r>
              <a:rPr lang="en-US" sz="6400" b="1" u="sng" dirty="0">
                <a:hlinkClick r:id="rId6"/>
              </a:rPr>
              <a:t>http://lawson.jp/en/ir/library/pdf/annual_report/ar_2013_e.pdf</a:t>
            </a:r>
            <a:endParaRPr lang="en-NZ" sz="6400" b="1" dirty="0"/>
          </a:p>
          <a:p>
            <a:r>
              <a:rPr lang="en-US" sz="6400" b="1" dirty="0"/>
              <a:t>Robertson, F., &amp; </a:t>
            </a:r>
            <a:r>
              <a:rPr lang="en-US" sz="6400" b="1" dirty="0" err="1"/>
              <a:t>Samy</a:t>
            </a:r>
            <a:r>
              <a:rPr lang="en-US" sz="6400" b="1" dirty="0"/>
              <a:t>, M. (2015). </a:t>
            </a:r>
            <a:r>
              <a:rPr lang="en-US" sz="6400" b="1" i="1" dirty="0"/>
              <a:t>Robertson, F and </a:t>
            </a:r>
            <a:r>
              <a:rPr lang="en-US" sz="6400" b="1" i="1" dirty="0" err="1"/>
              <a:t>Samy</a:t>
            </a:r>
            <a:r>
              <a:rPr lang="en-US" sz="6400" b="1" i="1" dirty="0"/>
              <a:t>, M (2015) Factors affecting the diffusion of integrated reporting – A UK FTSE 100 perspective. Sustainability Accounting, Management and Policy Journal, Vol. 6, Issue 2</a:t>
            </a:r>
            <a:r>
              <a:rPr lang="en-US" sz="6400" b="1" dirty="0"/>
              <a:t> (Vol. Vol. 6).</a:t>
            </a:r>
            <a:endParaRPr lang="en-NZ" sz="6400" b="1" dirty="0"/>
          </a:p>
          <a:p>
            <a:pPr indent="-228600" defTabSz="914400"/>
            <a:r>
              <a:rPr lang="en-US" sz="6400" b="1" dirty="0"/>
              <a:t>Te Tumu Paeroa (2014) </a:t>
            </a:r>
            <a:r>
              <a:rPr lang="en-NZ" sz="6400" b="1" dirty="0">
                <a:hlinkClick r:id="rId7"/>
              </a:rPr>
              <a:t>https://www.tetumupaeroa.co.nz</a:t>
            </a:r>
            <a:r>
              <a:rPr lang="en-NZ" sz="6400" b="1" dirty="0"/>
              <a:t> (Link)</a:t>
            </a:r>
          </a:p>
          <a:p>
            <a:pPr indent="-228600" defTabSz="914400"/>
            <a:r>
              <a:rPr lang="en-NZ" sz="6400" b="1" dirty="0"/>
              <a:t>Winiata, W. (2011) Te Whare Wananga o Raukawa ,Otaki (Presentation)</a:t>
            </a:r>
          </a:p>
          <a:p>
            <a:pPr lvl="1"/>
            <a:endParaRPr lang="en-NZ" sz="6400" dirty="0"/>
          </a:p>
          <a:p>
            <a:pPr marL="457200" indent="-457200">
              <a:spcAft>
                <a:spcPts val="800"/>
              </a:spcAft>
            </a:pPr>
            <a:endParaRPr lang="en-US" sz="2400" dirty="0">
              <a:latin typeface="Calibri" panose="020F0502020204030204" pitchFamily="34" charset="0"/>
              <a:ea typeface="Calibri" panose="020F0502020204030204" pitchFamily="34" charset="0"/>
            </a:endParaRPr>
          </a:p>
          <a:p>
            <a:pPr marL="457200" indent="-457200">
              <a:spcAft>
                <a:spcPts val="800"/>
              </a:spcAft>
            </a:pPr>
            <a:endParaRPr lang="en-NZ" sz="2400" dirty="0">
              <a:latin typeface="Calibri" panose="020F0502020204030204" pitchFamily="34" charset="0"/>
              <a:ea typeface="Calibri" panose="020F0502020204030204" pitchFamily="34" charset="0"/>
            </a:endParaRPr>
          </a:p>
          <a:p>
            <a:endParaRPr lang="en-NZ" dirty="0"/>
          </a:p>
          <a:p>
            <a:pPr indent="-228600" defTabSz="914400">
              <a:lnSpc>
                <a:spcPct val="90000"/>
              </a:lnSpc>
            </a:pPr>
            <a:endParaRPr lang="en-US" sz="2400" dirty="0">
              <a:latin typeface="+mn-lt"/>
              <a:cs typeface="+mn-cs"/>
            </a:endParaRPr>
          </a:p>
          <a:p>
            <a:pPr indent="-228600" defTabSz="914400">
              <a:lnSpc>
                <a:spcPct val="90000"/>
              </a:lnSpc>
              <a:spcBef>
                <a:spcPct val="0"/>
              </a:spcBef>
              <a:spcAft>
                <a:spcPts val="1200"/>
              </a:spcAft>
            </a:pPr>
            <a:endParaRPr lang="en-US" altLang="en-US" sz="2400" dirty="0">
              <a:latin typeface="+mn-lt"/>
              <a:cs typeface="+mn-cs"/>
            </a:endParaRPr>
          </a:p>
        </p:txBody>
      </p:sp>
    </p:spTree>
    <p:extLst>
      <p:ext uri="{BB962C8B-B14F-4D97-AF65-F5344CB8AC3E}">
        <p14:creationId xmlns:p14="http://schemas.microsoft.com/office/powerpoint/2010/main" val="3744703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602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338" name="Title 1"/>
          <p:cNvSpPr>
            <a:spLocks noGrp="1"/>
          </p:cNvSpPr>
          <p:nvPr>
            <p:ph type="ctrTitle"/>
          </p:nvPr>
        </p:nvSpPr>
        <p:spPr bwMode="auto">
          <a:xfrm>
            <a:off x="838200" y="631825"/>
            <a:ext cx="10515600" cy="1325563"/>
          </a:xfrm>
        </p:spPr>
        <p:txBody>
          <a:bodyPr vert="horz" lIns="91440" tIns="45720" rIns="91440" bIns="45720" numCol="1" rtlCol="0" anchor="ctr" anchorCtr="0" compatLnSpc="1">
            <a:prstTxWarp prst="textNoShape">
              <a:avLst/>
            </a:prstTxWarp>
            <a:normAutofit/>
          </a:bodyPr>
          <a:lstStyle/>
          <a:p>
            <a:pPr algn="l" defTabSz="914400">
              <a:lnSpc>
                <a:spcPct val="90000"/>
              </a:lnSpc>
            </a:pPr>
            <a:r>
              <a:rPr lang="en-US" altLang="en-US" sz="4400" b="1" dirty="0"/>
              <a:t> Further Video Links </a:t>
            </a:r>
            <a:r>
              <a:rPr lang="en-US" altLang="en-US" sz="4400" b="1" kern="1200" cap="none" dirty="0">
                <a:solidFill>
                  <a:schemeClr val="tx1"/>
                </a:solidFill>
                <a:latin typeface="+mj-lt"/>
                <a:ea typeface="+mj-ea"/>
                <a:cs typeface="+mj-cs"/>
              </a:rPr>
              <a:t> </a:t>
            </a:r>
          </a:p>
        </p:txBody>
      </p:sp>
      <p:sp>
        <p:nvSpPr>
          <p:cNvPr id="4" name="Textfeld 3"/>
          <p:cNvSpPr txBox="1">
            <a:spLocks noChangeArrowheads="1"/>
          </p:cNvSpPr>
          <p:nvPr/>
        </p:nvSpPr>
        <p:spPr bwMode="auto">
          <a:xfrm>
            <a:off x="838200" y="2057400"/>
            <a:ext cx="10515600" cy="387176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a:bodyPr>
          <a:lstStyle>
            <a:lvl1pPr marL="266700" indent="-2667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266700" marR="0" lvl="0" indent="-2286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1A472B"/>
              </a:solidFill>
              <a:effectLst/>
              <a:uLnTx/>
              <a:uFillTx/>
              <a:latin typeface="Calibri"/>
            </a:endParaRPr>
          </a:p>
          <a:p>
            <a:pPr lvl="0" indent="-228600" defTabSz="914400">
              <a:lnSpc>
                <a:spcPct val="90000"/>
              </a:lnSpc>
            </a:pPr>
            <a:r>
              <a:rPr lang="en-US" sz="1800" dirty="0"/>
              <a:t>A clip about </a:t>
            </a:r>
            <a:r>
              <a:rPr lang="en-US" sz="1800" dirty="0" err="1"/>
              <a:t>Kono</a:t>
            </a:r>
            <a:r>
              <a:rPr lang="en-US" sz="1800" dirty="0"/>
              <a:t>, a diverse food-based Māori enterprise located in the top of the South Island and their approach to management of this business with  Pat Stafford </a:t>
            </a:r>
          </a:p>
          <a:p>
            <a:pPr marL="38100" lvl="0" indent="0" defTabSz="914400">
              <a:lnSpc>
                <a:spcPct val="90000"/>
              </a:lnSpc>
              <a:buNone/>
            </a:pPr>
            <a:r>
              <a:rPr lang="en-NZ" sz="1800" b="1" dirty="0">
                <a:solidFill>
                  <a:srgbClr val="FFC000"/>
                </a:solidFill>
                <a:hlinkClick r:id="rId3">
                  <a:extLst>
                    <a:ext uri="{A12FA001-AC4F-418D-AE19-62706E023703}">
                      <ahyp:hlinkClr xmlns:ahyp="http://schemas.microsoft.com/office/drawing/2018/hyperlinkcolor" val="tx"/>
                    </a:ext>
                  </a:extLst>
                </a:hlinkClick>
              </a:rPr>
              <a:t>https://www.youtube.com/watch?list=PL3mRXtJm5KyaF0p6hAQo_59Rcq7NA4vFn&amp;time_continue=26&amp;v=dDrUQz9SPbI</a:t>
            </a:r>
            <a:endParaRPr lang="en-NZ" sz="1800" b="1" dirty="0">
              <a:solidFill>
                <a:srgbClr val="FFC000"/>
              </a:solidFill>
            </a:endParaRPr>
          </a:p>
          <a:p>
            <a:pPr marL="38100" lvl="0" indent="0" defTabSz="914400">
              <a:lnSpc>
                <a:spcPct val="90000"/>
              </a:lnSpc>
              <a:buNone/>
            </a:pPr>
            <a:endParaRPr lang="en-NZ" sz="1800" b="1" dirty="0"/>
          </a:p>
          <a:p>
            <a:pPr marL="38100" lvl="0" indent="0" defTabSz="914400">
              <a:lnSpc>
                <a:spcPct val="90000"/>
              </a:lnSpc>
              <a:buNone/>
              <a:defRPr/>
            </a:pPr>
            <a:r>
              <a:rPr lang="en-US" sz="1800" b="1" dirty="0">
                <a:solidFill>
                  <a:srgbClr val="1A472B"/>
                </a:solidFill>
                <a:latin typeface="Calibri"/>
              </a:rPr>
              <a:t>. Massey Business School Dr Jason Mika Māori World View </a:t>
            </a:r>
          </a:p>
          <a:p>
            <a:pPr marL="38100" lvl="0" indent="0" defTabSz="914400">
              <a:lnSpc>
                <a:spcPct val="90000"/>
              </a:lnSpc>
              <a:buNone/>
            </a:pPr>
            <a:r>
              <a:rPr lang="en-NZ" sz="1800" dirty="0">
                <a:hlinkClick r:id="rId4"/>
              </a:rPr>
              <a:t>https://www.youtube.com/watch?v=2GHlwR8BztA</a:t>
            </a:r>
            <a:endParaRPr lang="en-US" sz="1800" dirty="0">
              <a:solidFill>
                <a:srgbClr val="1A472B"/>
              </a:solidFill>
              <a:latin typeface="Calibri"/>
            </a:endParaRPr>
          </a:p>
          <a:p>
            <a:pPr marL="38100" marR="0" lvl="0" indent="0" algn="l" defTabSz="914400" rtl="0" eaLnBrk="1" fontAlgn="auto" latinLnBrk="0" hangingPunct="1">
              <a:lnSpc>
                <a:spcPct val="90000"/>
              </a:lnSpc>
              <a:spcBef>
                <a:spcPct val="20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rgbClr val="1A472B"/>
              </a:solidFill>
              <a:effectLst/>
              <a:uLnTx/>
              <a:uFillTx/>
              <a:latin typeface="Calibri"/>
              <a:ea typeface="+mn-ea"/>
              <a:cs typeface="Arial" panose="020B0604020202020204" pitchFamily="34" charset="0"/>
            </a:endParaRPr>
          </a:p>
          <a:p>
            <a:pPr marL="266700" marR="0" lvl="0" indent="-228600" algn="l" defTabSz="914400" rtl="0" eaLnBrk="1" fontAlgn="auto" latinLnBrk="0" hangingPunct="1">
              <a:lnSpc>
                <a:spcPct val="90000"/>
              </a:lnSpc>
              <a:spcBef>
                <a:spcPct val="0"/>
              </a:spcBef>
              <a:spcAft>
                <a:spcPts val="120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srgbClr val="1A472B"/>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4262335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3.xml.rels><?xml version="1.0" encoding="UTF-8" standalone="yes"?>
<Relationships xmlns="http://schemas.openxmlformats.org/package/2006/relationships"><Relationship Id="rId1" Type="http://schemas.openxmlformats.org/officeDocument/2006/relationships/image" Target="../media/image15.jpeg"/></Relationships>
</file>

<file path=ppt/theme/theme1.xml><?xml version="1.0" encoding="utf-8"?>
<a:theme xmlns:a="http://schemas.openxmlformats.org/drawingml/2006/main" name="presentation">
  <a:themeElements>
    <a:clrScheme name="Te Tumu Paeroa theme">
      <a:dk1>
        <a:srgbClr val="1A472B"/>
      </a:dk1>
      <a:lt1>
        <a:sysClr val="window" lastClr="FFFFFF"/>
      </a:lt1>
      <a:dk2>
        <a:srgbClr val="666366"/>
      </a:dk2>
      <a:lt2>
        <a:srgbClr val="CFC9C4"/>
      </a:lt2>
      <a:accent1>
        <a:srgbClr val="009645"/>
      </a:accent1>
      <a:accent2>
        <a:srgbClr val="002E63"/>
      </a:accent2>
      <a:accent3>
        <a:srgbClr val="002E63"/>
      </a:accent3>
      <a:accent4>
        <a:srgbClr val="009687"/>
      </a:accent4>
      <a:accent5>
        <a:srgbClr val="7DBA00"/>
      </a:accent5>
      <a:accent6>
        <a:srgbClr val="821C6B"/>
      </a:accent6>
      <a:hlink>
        <a:srgbClr val="E0AD12"/>
      </a:hlink>
      <a:folHlink>
        <a:srgbClr val="666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presentation">
  <a:themeElements>
    <a:clrScheme name="Te Tumu Paeroa theme">
      <a:dk1>
        <a:srgbClr val="1A472B"/>
      </a:dk1>
      <a:lt1>
        <a:sysClr val="window" lastClr="FFFFFF"/>
      </a:lt1>
      <a:dk2>
        <a:srgbClr val="666366"/>
      </a:dk2>
      <a:lt2>
        <a:srgbClr val="CFC9C4"/>
      </a:lt2>
      <a:accent1>
        <a:srgbClr val="009645"/>
      </a:accent1>
      <a:accent2>
        <a:srgbClr val="002E63"/>
      </a:accent2>
      <a:accent3>
        <a:srgbClr val="002E63"/>
      </a:accent3>
      <a:accent4>
        <a:srgbClr val="009687"/>
      </a:accent4>
      <a:accent5>
        <a:srgbClr val="7DBA00"/>
      </a:accent5>
      <a:accent6>
        <a:srgbClr val="821C6B"/>
      </a:accent6>
      <a:hlink>
        <a:srgbClr val="E0AD12"/>
      </a:hlink>
      <a:folHlink>
        <a:srgbClr val="666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presentation">
  <a:themeElements>
    <a:clrScheme name="Te Tumu Paeroa theme">
      <a:dk1>
        <a:srgbClr val="1A472B"/>
      </a:dk1>
      <a:lt1>
        <a:sysClr val="window" lastClr="FFFFFF"/>
      </a:lt1>
      <a:dk2>
        <a:srgbClr val="666366"/>
      </a:dk2>
      <a:lt2>
        <a:srgbClr val="CFC9C4"/>
      </a:lt2>
      <a:accent1>
        <a:srgbClr val="009645"/>
      </a:accent1>
      <a:accent2>
        <a:srgbClr val="002E63"/>
      </a:accent2>
      <a:accent3>
        <a:srgbClr val="002E63"/>
      </a:accent3>
      <a:accent4>
        <a:srgbClr val="009687"/>
      </a:accent4>
      <a:accent5>
        <a:srgbClr val="7DBA00"/>
      </a:accent5>
      <a:accent6>
        <a:srgbClr val="821C6B"/>
      </a:accent6>
      <a:hlink>
        <a:srgbClr val="E0AD12"/>
      </a:hlink>
      <a:folHlink>
        <a:srgbClr val="666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presentation">
  <a:themeElements>
    <a:clrScheme name="Te Tumu Paeroa theme">
      <a:dk1>
        <a:srgbClr val="1A472B"/>
      </a:dk1>
      <a:lt1>
        <a:sysClr val="window" lastClr="FFFFFF"/>
      </a:lt1>
      <a:dk2>
        <a:srgbClr val="666366"/>
      </a:dk2>
      <a:lt2>
        <a:srgbClr val="CFC9C4"/>
      </a:lt2>
      <a:accent1>
        <a:srgbClr val="009645"/>
      </a:accent1>
      <a:accent2>
        <a:srgbClr val="002E63"/>
      </a:accent2>
      <a:accent3>
        <a:srgbClr val="002E63"/>
      </a:accent3>
      <a:accent4>
        <a:srgbClr val="009687"/>
      </a:accent4>
      <a:accent5>
        <a:srgbClr val="7DBA00"/>
      </a:accent5>
      <a:accent6>
        <a:srgbClr val="821C6B"/>
      </a:accent6>
      <a:hlink>
        <a:srgbClr val="E0AD12"/>
      </a:hlink>
      <a:folHlink>
        <a:srgbClr val="666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4_presentation">
  <a:themeElements>
    <a:clrScheme name="Te Tumu Paeroa theme">
      <a:dk1>
        <a:srgbClr val="1A472B"/>
      </a:dk1>
      <a:lt1>
        <a:sysClr val="window" lastClr="FFFFFF"/>
      </a:lt1>
      <a:dk2>
        <a:srgbClr val="666366"/>
      </a:dk2>
      <a:lt2>
        <a:srgbClr val="CFC9C4"/>
      </a:lt2>
      <a:accent1>
        <a:srgbClr val="009645"/>
      </a:accent1>
      <a:accent2>
        <a:srgbClr val="002E63"/>
      </a:accent2>
      <a:accent3>
        <a:srgbClr val="002E63"/>
      </a:accent3>
      <a:accent4>
        <a:srgbClr val="009687"/>
      </a:accent4>
      <a:accent5>
        <a:srgbClr val="7DBA00"/>
      </a:accent5>
      <a:accent6>
        <a:srgbClr val="821C6B"/>
      </a:accent6>
      <a:hlink>
        <a:srgbClr val="E0AD12"/>
      </a:hlink>
      <a:folHlink>
        <a:srgbClr val="666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5_presentation">
  <a:themeElements>
    <a:clrScheme name="Te Tumu Paeroa theme">
      <a:dk1>
        <a:srgbClr val="1A472B"/>
      </a:dk1>
      <a:lt1>
        <a:sysClr val="window" lastClr="FFFFFF"/>
      </a:lt1>
      <a:dk2>
        <a:srgbClr val="666366"/>
      </a:dk2>
      <a:lt2>
        <a:srgbClr val="CFC9C4"/>
      </a:lt2>
      <a:accent1>
        <a:srgbClr val="009645"/>
      </a:accent1>
      <a:accent2>
        <a:srgbClr val="002E63"/>
      </a:accent2>
      <a:accent3>
        <a:srgbClr val="002E63"/>
      </a:accent3>
      <a:accent4>
        <a:srgbClr val="009687"/>
      </a:accent4>
      <a:accent5>
        <a:srgbClr val="7DBA00"/>
      </a:accent5>
      <a:accent6>
        <a:srgbClr val="821C6B"/>
      </a:accent6>
      <a:hlink>
        <a:srgbClr val="E0AD12"/>
      </a:hlink>
      <a:folHlink>
        <a:srgbClr val="666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6_presentation">
  <a:themeElements>
    <a:clrScheme name="Te Tumu Paeroa theme">
      <a:dk1>
        <a:srgbClr val="1A472B"/>
      </a:dk1>
      <a:lt1>
        <a:sysClr val="window" lastClr="FFFFFF"/>
      </a:lt1>
      <a:dk2>
        <a:srgbClr val="666366"/>
      </a:dk2>
      <a:lt2>
        <a:srgbClr val="CFC9C4"/>
      </a:lt2>
      <a:accent1>
        <a:srgbClr val="009645"/>
      </a:accent1>
      <a:accent2>
        <a:srgbClr val="002E63"/>
      </a:accent2>
      <a:accent3>
        <a:srgbClr val="002E63"/>
      </a:accent3>
      <a:accent4>
        <a:srgbClr val="009687"/>
      </a:accent4>
      <a:accent5>
        <a:srgbClr val="7DBA00"/>
      </a:accent5>
      <a:accent6>
        <a:srgbClr val="821C6B"/>
      </a:accent6>
      <a:hlink>
        <a:srgbClr val="E0AD12"/>
      </a:hlink>
      <a:folHlink>
        <a:srgbClr val="666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7_presentation">
  <a:themeElements>
    <a:clrScheme name="Te Tumu Paeroa theme">
      <a:dk1>
        <a:srgbClr val="1A472B"/>
      </a:dk1>
      <a:lt1>
        <a:sysClr val="window" lastClr="FFFFFF"/>
      </a:lt1>
      <a:dk2>
        <a:srgbClr val="666366"/>
      </a:dk2>
      <a:lt2>
        <a:srgbClr val="CFC9C4"/>
      </a:lt2>
      <a:accent1>
        <a:srgbClr val="009645"/>
      </a:accent1>
      <a:accent2>
        <a:srgbClr val="002E63"/>
      </a:accent2>
      <a:accent3>
        <a:srgbClr val="002E63"/>
      </a:accent3>
      <a:accent4>
        <a:srgbClr val="009687"/>
      </a:accent4>
      <a:accent5>
        <a:srgbClr val="7DBA00"/>
      </a:accent5>
      <a:accent6>
        <a:srgbClr val="821C6B"/>
      </a:accent6>
      <a:hlink>
        <a:srgbClr val="E0AD12"/>
      </a:hlink>
      <a:folHlink>
        <a:srgbClr val="666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9.xml><?xml version="1.0" encoding="utf-8"?>
<a:theme xmlns:a="http://schemas.openxmlformats.org/drawingml/2006/main" name="8_presentation">
  <a:themeElements>
    <a:clrScheme name="Te Tumu Paeroa theme">
      <a:dk1>
        <a:srgbClr val="1A472B"/>
      </a:dk1>
      <a:lt1>
        <a:sysClr val="window" lastClr="FFFFFF"/>
      </a:lt1>
      <a:dk2>
        <a:srgbClr val="666366"/>
      </a:dk2>
      <a:lt2>
        <a:srgbClr val="CFC9C4"/>
      </a:lt2>
      <a:accent1>
        <a:srgbClr val="009645"/>
      </a:accent1>
      <a:accent2>
        <a:srgbClr val="002E63"/>
      </a:accent2>
      <a:accent3>
        <a:srgbClr val="002E63"/>
      </a:accent3>
      <a:accent4>
        <a:srgbClr val="009687"/>
      </a:accent4>
      <a:accent5>
        <a:srgbClr val="7DBA00"/>
      </a:accent5>
      <a:accent6>
        <a:srgbClr val="821C6B"/>
      </a:accent6>
      <a:hlink>
        <a:srgbClr val="E0AD12"/>
      </a:hlink>
      <a:folHlink>
        <a:srgbClr val="666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0.xml><?xml version="1.0" encoding="utf-8"?>
<a:theme xmlns:a="http://schemas.openxmlformats.org/drawingml/2006/main" name="9_presentation">
  <a:themeElements>
    <a:clrScheme name="Te Tumu Paeroa theme">
      <a:dk1>
        <a:srgbClr val="1A472B"/>
      </a:dk1>
      <a:lt1>
        <a:sysClr val="window" lastClr="FFFFFF"/>
      </a:lt1>
      <a:dk2>
        <a:srgbClr val="666366"/>
      </a:dk2>
      <a:lt2>
        <a:srgbClr val="CFC9C4"/>
      </a:lt2>
      <a:accent1>
        <a:srgbClr val="009645"/>
      </a:accent1>
      <a:accent2>
        <a:srgbClr val="002E63"/>
      </a:accent2>
      <a:accent3>
        <a:srgbClr val="002E63"/>
      </a:accent3>
      <a:accent4>
        <a:srgbClr val="009687"/>
      </a:accent4>
      <a:accent5>
        <a:srgbClr val="7DBA00"/>
      </a:accent5>
      <a:accent6>
        <a:srgbClr val="821C6B"/>
      </a:accent6>
      <a:hlink>
        <a:srgbClr val="E0AD12"/>
      </a:hlink>
      <a:folHlink>
        <a:srgbClr val="666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1.xml><?xml version="1.0" encoding="utf-8"?>
<a:theme xmlns:a="http://schemas.openxmlformats.org/drawingml/2006/main" name="10_presentation">
  <a:themeElements>
    <a:clrScheme name="Te Tumu Paeroa theme">
      <a:dk1>
        <a:srgbClr val="1A472B"/>
      </a:dk1>
      <a:lt1>
        <a:sysClr val="window" lastClr="FFFFFF"/>
      </a:lt1>
      <a:dk2>
        <a:srgbClr val="666366"/>
      </a:dk2>
      <a:lt2>
        <a:srgbClr val="CFC9C4"/>
      </a:lt2>
      <a:accent1>
        <a:srgbClr val="009645"/>
      </a:accent1>
      <a:accent2>
        <a:srgbClr val="002E63"/>
      </a:accent2>
      <a:accent3>
        <a:srgbClr val="002E63"/>
      </a:accent3>
      <a:accent4>
        <a:srgbClr val="009687"/>
      </a:accent4>
      <a:accent5>
        <a:srgbClr val="7DBA00"/>
      </a:accent5>
      <a:accent6>
        <a:srgbClr val="821C6B"/>
      </a:accent6>
      <a:hlink>
        <a:srgbClr val="E0AD12"/>
      </a:hlink>
      <a:folHlink>
        <a:srgbClr val="666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Default Them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ＭＳ ゴシック"/>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ＭＳ ゴシック"/>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4.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12_presentation">
  <a:themeElements>
    <a:clrScheme name="Te Tumu Paeroa theme">
      <a:dk1>
        <a:srgbClr val="1A472B"/>
      </a:dk1>
      <a:lt1>
        <a:sysClr val="window" lastClr="FFFFFF"/>
      </a:lt1>
      <a:dk2>
        <a:srgbClr val="666366"/>
      </a:dk2>
      <a:lt2>
        <a:srgbClr val="CFC9C4"/>
      </a:lt2>
      <a:accent1>
        <a:srgbClr val="009645"/>
      </a:accent1>
      <a:accent2>
        <a:srgbClr val="002E63"/>
      </a:accent2>
      <a:accent3>
        <a:srgbClr val="002E63"/>
      </a:accent3>
      <a:accent4>
        <a:srgbClr val="009687"/>
      </a:accent4>
      <a:accent5>
        <a:srgbClr val="7DBA00"/>
      </a:accent5>
      <a:accent6>
        <a:srgbClr val="821C6B"/>
      </a:accent6>
      <a:hlink>
        <a:srgbClr val="E0AD12"/>
      </a:hlink>
      <a:folHlink>
        <a:srgbClr val="666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1AA287DDC0DCA40858B53C594316098" ma:contentTypeVersion="12" ma:contentTypeDescription="Create a new document." ma:contentTypeScope="" ma:versionID="cbe82137e191baf3f35058d68172cff0">
  <xsd:schema xmlns:xsd="http://www.w3.org/2001/XMLSchema" xmlns:xs="http://www.w3.org/2001/XMLSchema" xmlns:p="http://schemas.microsoft.com/office/2006/metadata/properties" xmlns:ns3="29bb3346-01df-4936-80c3-6c0829f5f7fe" xmlns:ns4="2cc86324-db1f-476b-a85b-99ec317843b4" targetNamespace="http://schemas.microsoft.com/office/2006/metadata/properties" ma:root="true" ma:fieldsID="476b7abeb24f2bc28260bbbf55612056" ns3:_="" ns4:_="">
    <xsd:import namespace="29bb3346-01df-4936-80c3-6c0829f5f7fe"/>
    <xsd:import namespace="2cc86324-db1f-476b-a85b-99ec317843b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4:SharedWithUsers" minOccurs="0"/>
                <xsd:element ref="ns4:SharedWithDetails" minOccurs="0"/>
                <xsd:element ref="ns4:SharingHintHash" minOccurs="0"/>
                <xsd:element ref="ns3:MediaServiceAutoKeyPoints" minOccurs="0"/>
                <xsd:element ref="ns3:MediaServiceKeyPoints"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bb3346-01df-4936-80c3-6c0829f5f7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cc86324-db1f-476b-a85b-99ec317843b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AFE034-72D8-4F46-8311-11EA1DE187B9}">
  <ds:schemaRefs>
    <ds:schemaRef ds:uri="http://purl.org/dc/terms/"/>
    <ds:schemaRef ds:uri="29bb3346-01df-4936-80c3-6c0829f5f7fe"/>
    <ds:schemaRef ds:uri="http://schemas.openxmlformats.org/package/2006/metadata/core-properties"/>
    <ds:schemaRef ds:uri="http://purl.org/dc/elements/1.1/"/>
    <ds:schemaRef ds:uri="http://purl.org/dc/dcmitype/"/>
    <ds:schemaRef ds:uri="http://www.w3.org/XML/1998/namespace"/>
    <ds:schemaRef ds:uri="http://schemas.microsoft.com/office/2006/documentManagement/types"/>
    <ds:schemaRef ds:uri="http://schemas.microsoft.com/office/infopath/2007/PartnerControls"/>
    <ds:schemaRef ds:uri="2cc86324-db1f-476b-a85b-99ec317843b4"/>
    <ds:schemaRef ds:uri="http://schemas.microsoft.com/office/2006/metadata/properties"/>
  </ds:schemaRefs>
</ds:datastoreItem>
</file>

<file path=customXml/itemProps2.xml><?xml version="1.0" encoding="utf-8"?>
<ds:datastoreItem xmlns:ds="http://schemas.openxmlformats.org/officeDocument/2006/customXml" ds:itemID="{7367FA0C-E604-4F20-809B-7E9D8962B9CF}">
  <ds:schemaRefs>
    <ds:schemaRef ds:uri="http://schemas.microsoft.com/sharepoint/v3/contenttype/forms"/>
  </ds:schemaRefs>
</ds:datastoreItem>
</file>

<file path=customXml/itemProps3.xml><?xml version="1.0" encoding="utf-8"?>
<ds:datastoreItem xmlns:ds="http://schemas.openxmlformats.org/officeDocument/2006/customXml" ds:itemID="{667B2779-749A-48C1-AC4E-8C7CBD17EC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9bb3346-01df-4936-80c3-6c0829f5f7fe"/>
    <ds:schemaRef ds:uri="2cc86324-db1f-476b-a85b-99ec317843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934</TotalTime>
  <Words>4234</Words>
  <Application>Microsoft Office PowerPoint</Application>
  <PresentationFormat>Widescreen</PresentationFormat>
  <Paragraphs>373</Paragraphs>
  <Slides>39</Slides>
  <Notes>35</Notes>
  <HiddenSlides>1</HiddenSlides>
  <MMClips>1</MMClips>
  <ScaleCrop>false</ScaleCrop>
  <HeadingPairs>
    <vt:vector size="6" baseType="variant">
      <vt:variant>
        <vt:lpstr>Fonts Used</vt:lpstr>
      </vt:variant>
      <vt:variant>
        <vt:i4>14</vt:i4>
      </vt:variant>
      <vt:variant>
        <vt:lpstr>Theme</vt:lpstr>
      </vt:variant>
      <vt:variant>
        <vt:i4>15</vt:i4>
      </vt:variant>
      <vt:variant>
        <vt:lpstr>Slide Titles</vt:lpstr>
      </vt:variant>
      <vt:variant>
        <vt:i4>39</vt:i4>
      </vt:variant>
    </vt:vector>
  </HeadingPairs>
  <TitlesOfParts>
    <vt:vector size="68" baseType="lpstr">
      <vt:lpstr>Arial</vt:lpstr>
      <vt:lpstr>Arial Narrow</vt:lpstr>
      <vt:lpstr>Calibri</vt:lpstr>
      <vt:lpstr>Corbel</vt:lpstr>
      <vt:lpstr>Courier New</vt:lpstr>
      <vt:lpstr>Futura LT</vt:lpstr>
      <vt:lpstr>Georgia</vt:lpstr>
      <vt:lpstr>Roboto</vt:lpstr>
      <vt:lpstr>Times</vt:lpstr>
      <vt:lpstr>Times New Roman</vt:lpstr>
      <vt:lpstr>Verdana</vt:lpstr>
      <vt:lpstr>Wingdings</vt:lpstr>
      <vt:lpstr>Wingdings 2</vt:lpstr>
      <vt:lpstr>Wingdings 3</vt:lpstr>
      <vt:lpstr>presentation</vt:lpstr>
      <vt:lpstr>1_presentation</vt:lpstr>
      <vt:lpstr>2_presentation</vt:lpstr>
      <vt:lpstr>3_presentation</vt:lpstr>
      <vt:lpstr>4_presentation</vt:lpstr>
      <vt:lpstr>5_presentation</vt:lpstr>
      <vt:lpstr>6_presentation</vt:lpstr>
      <vt:lpstr>7_presentation</vt:lpstr>
      <vt:lpstr>8_presentation</vt:lpstr>
      <vt:lpstr>9_presentation</vt:lpstr>
      <vt:lpstr>10_presentation</vt:lpstr>
      <vt:lpstr>2_Office Theme</vt:lpstr>
      <vt:lpstr>Default Theme</vt:lpstr>
      <vt:lpstr>Default Design</vt:lpstr>
      <vt:lpstr>12_presentation</vt:lpstr>
      <vt:lpstr>ACCOUNTING INFORMATION MĀORI  BUSINESSES  2021    </vt:lpstr>
      <vt:lpstr>Key questions</vt:lpstr>
      <vt:lpstr>PowerPoint Presentation</vt:lpstr>
      <vt:lpstr>Maori Canoes , Auckland Wharf  1840 - 1860</vt:lpstr>
      <vt:lpstr>MAORI TRADING COMMENCES</vt:lpstr>
      <vt:lpstr>Golden age of  Māori 1840-1860 </vt:lpstr>
      <vt:lpstr>WHAT IS THE TREATY OF WAITANGI</vt:lpstr>
      <vt:lpstr>PowerPoint Presentation</vt:lpstr>
      <vt:lpstr>PowerPoint Presentation</vt:lpstr>
      <vt:lpstr>Fast Forward 20th Century : Waitangi Tribunal    </vt:lpstr>
      <vt:lpstr>Treaty of Waitangi Settlements </vt:lpstr>
      <vt:lpstr>Mana : The power in knowing who you are: Tama Iti</vt:lpstr>
      <vt:lpstr>Māori  Colonisation and an Interrupted History </vt:lpstr>
      <vt:lpstr>An Integrated Development Agenda:  Panel Discussion</vt:lpstr>
      <vt:lpstr>  Te Pae Roa Confernce 2014   Massey  University (Albany) </vt:lpstr>
      <vt:lpstr>The Intergenerational Challenge: Balancing Present &amp; Future Needs - </vt:lpstr>
      <vt:lpstr>Māori Leadership  what is the future we seek?</vt:lpstr>
      <vt:lpstr>Connecting People with their land: Te Tumu Paeroa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Emergence Integrated Reporting?</vt:lpstr>
      <vt:lpstr>Why Integrated Reporting?</vt:lpstr>
      <vt:lpstr>PowerPoint Presentation</vt:lpstr>
      <vt:lpstr>PowerPoint Presentation</vt:lpstr>
      <vt:lpstr>PowerPoint Presentation</vt:lpstr>
      <vt:lpstr>PowerPoint Presentation</vt:lpstr>
      <vt:lpstr>Corporate social responsibility (CSR)</vt:lpstr>
      <vt:lpstr>What are ESG  dimensions?</vt:lpstr>
      <vt:lpstr>ESG: dimensions - continued</vt:lpstr>
      <vt:lpstr>Barriers to implementation of integrating reporting </vt:lpstr>
      <vt:lpstr>Conclusion </vt:lpstr>
      <vt:lpstr>Further Recommended  Readings</vt:lpstr>
      <vt:lpstr> Further Video Links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 Māori organisations  presented by Dr Mereana barrett</dc:title>
  <dc:creator>Mika, Jason</dc:creator>
  <cp:lastModifiedBy>Noor Houqe</cp:lastModifiedBy>
  <cp:revision>62</cp:revision>
  <cp:lastPrinted>2019-04-30T02:42:35Z</cp:lastPrinted>
  <dcterms:created xsi:type="dcterms:W3CDTF">2019-04-07T10:05:12Z</dcterms:created>
  <dcterms:modified xsi:type="dcterms:W3CDTF">2024-07-16T01:50:43Z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0x010100B1AA287DDC0DCA40858B53C594316098</vt:lpwstr>
  </property>
  <property fmtid="{D5CDD505-2E9C-101B-9397-08002B2CF9AE}" pid="3" name="MSIP_Label_bd9e4d68-54d0-40a5-8c9a-85a36c87352c_Enabled">
    <vt:lpwstr>true</vt:lpwstr>
  </property>
  <property fmtid="{D5CDD505-2E9C-101B-9397-08002B2CF9AE}" pid="4" name="MSIP_Label_bd9e4d68-54d0-40a5-8c9a-85a36c87352c_SetDate">
    <vt:lpwstr>2024-07-16T01:50:30Z</vt:lpwstr>
  </property>
  <property fmtid="{D5CDD505-2E9C-101B-9397-08002B2CF9AE}" pid="5" name="MSIP_Label_bd9e4d68-54d0-40a5-8c9a-85a36c87352c_Method">
    <vt:lpwstr>Standard</vt:lpwstr>
  </property>
  <property fmtid="{D5CDD505-2E9C-101B-9397-08002B2CF9AE}" pid="6" name="MSIP_Label_bd9e4d68-54d0-40a5-8c9a-85a36c87352c_Name">
    <vt:lpwstr>Unclassified</vt:lpwstr>
  </property>
  <property fmtid="{D5CDD505-2E9C-101B-9397-08002B2CF9AE}" pid="7" name="MSIP_Label_bd9e4d68-54d0-40a5-8c9a-85a36c87352c_SiteId">
    <vt:lpwstr>388728e1-bbd0-4378-98dc-f8682e644300</vt:lpwstr>
  </property>
  <property fmtid="{D5CDD505-2E9C-101B-9397-08002B2CF9AE}" pid="8" name="MSIP_Label_bd9e4d68-54d0-40a5-8c9a-85a36c87352c_ActionId">
    <vt:lpwstr>c6754f03-bcee-47b6-9e06-e7d536ba88e0</vt:lpwstr>
  </property>
  <property fmtid="{D5CDD505-2E9C-101B-9397-08002B2CF9AE}" pid="9" name="MSIP_Label_bd9e4d68-54d0-40a5-8c9a-85a36c87352c_ContentBits">
    <vt:lpwstr>0</vt:lpwstr>
  </property>
</Properties>
</file>